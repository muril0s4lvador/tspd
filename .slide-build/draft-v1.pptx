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8b508ddadd4af6" /><Relationship Type="http://schemas.openxmlformats.org/officeDocument/2006/relationships/extended-properties" Target="/docProps/app.xml" Id="R8b9a166dcd944dd4" /><Relationship Type="http://schemas.openxmlformats.org/officeDocument/2006/relationships/officeDocument" Target="/ppt/presentation.xml" Id="R771084a04b714c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74450787334abd"/>
  </p:sldMasterIdLst>
  <p:notesMasterIdLst>
    <p:notesMasterId xmlns:r="http://schemas.openxmlformats.org/officeDocument/2006/relationships" r:id="Rc74640a19a214ca9"/>
  </p:notesMasterIdLst>
  <p:sldIdLst>
    <p:sldId xmlns:r="http://schemas.openxmlformats.org/officeDocument/2006/relationships" id="256" r:id="R05db131ab86d4e26"/>
    <p:sldId xmlns:r="http://schemas.openxmlformats.org/officeDocument/2006/relationships" id="257" r:id="R31cd6627f3824044"/>
    <p:sldId xmlns:r="http://schemas.openxmlformats.org/officeDocument/2006/relationships" id="258" r:id="Rb19550e4c632428e"/>
    <p:sldId xmlns:r="http://schemas.openxmlformats.org/officeDocument/2006/relationships" id="259" r:id="R0d9eb49049e24895"/>
    <p:sldId xmlns:r="http://schemas.openxmlformats.org/officeDocument/2006/relationships" id="260" r:id="Rdeb3b533cb4f4aa7"/>
    <p:sldId xmlns:r="http://schemas.openxmlformats.org/officeDocument/2006/relationships" id="261" r:id="R638f2170affa423d"/>
    <p:sldId xmlns:r="http://schemas.openxmlformats.org/officeDocument/2006/relationships" id="262" r:id="Rfde411b7b6e948b4"/>
    <p:sldId xmlns:r="http://schemas.openxmlformats.org/officeDocument/2006/relationships" id="263" r:id="Rf55668a22b8745d0"/>
    <p:sldId xmlns:r="http://schemas.openxmlformats.org/officeDocument/2006/relationships" id="264" r:id="R8d0eb35863414f78"/>
    <p:sldId xmlns:r="http://schemas.openxmlformats.org/officeDocument/2006/relationships" id="265" r:id="R740d3f2ba2234ea9"/>
    <p:sldId xmlns:r="http://schemas.openxmlformats.org/officeDocument/2006/relationships" id="266" r:id="Re7abb48b59cb4b33"/>
    <p:sldId xmlns:r="http://schemas.openxmlformats.org/officeDocument/2006/relationships" id="267" r:id="Rf93346126131484b"/>
    <p:sldId xmlns:r="http://schemas.openxmlformats.org/officeDocument/2006/relationships" id="268" r:id="Rdaa7ca0468fa4e1d"/>
    <p:sldId xmlns:r="http://schemas.openxmlformats.org/officeDocument/2006/relationships" id="269" r:id="R4284ff077d9f4526"/>
    <p:sldId xmlns:r="http://schemas.openxmlformats.org/officeDocument/2006/relationships" id="270" r:id="R3846219fa3fa4cd4"/>
    <p:sldId xmlns:r="http://schemas.openxmlformats.org/officeDocument/2006/relationships" id="271" r:id="R2f0b86ec3fb64388"/>
    <p:sldId xmlns:r="http://schemas.openxmlformats.org/officeDocument/2006/relationships" id="272" r:id="Rb2dc652960054206"/>
    <p:sldId xmlns:r="http://schemas.openxmlformats.org/officeDocument/2006/relationships" id="273" r:id="R8eaf177b42714908"/>
    <p:sldId xmlns:r="http://schemas.openxmlformats.org/officeDocument/2006/relationships" id="274" r:id="R9eea202ab4034185"/>
    <p:sldId xmlns:r="http://schemas.openxmlformats.org/officeDocument/2006/relationships" id="275" r:id="R6cccd8d5c89a4f48"/>
    <p:sldId xmlns:r="http://schemas.openxmlformats.org/officeDocument/2006/relationships" id="276" r:id="Rf9e5b18877b44359"/>
    <p:sldId xmlns:r="http://schemas.openxmlformats.org/officeDocument/2006/relationships" id="277" r:id="Rcf60f0ce39684491"/>
    <p:sldId xmlns:r="http://schemas.openxmlformats.org/officeDocument/2006/relationships" id="278" r:id="Re33582ad963c4098"/>
    <p:sldId xmlns:r="http://schemas.openxmlformats.org/officeDocument/2006/relationships" id="279" r:id="R46ce37075a62434f"/>
    <p:sldId xmlns:r="http://schemas.openxmlformats.org/officeDocument/2006/relationships" id="280" r:id="R59fb6059b7bb4228"/>
    <p:sldId xmlns:r="http://schemas.openxmlformats.org/officeDocument/2006/relationships" id="281" r:id="R5fa733ee50584939"/>
    <p:sldId xmlns:r="http://schemas.openxmlformats.org/officeDocument/2006/relationships" id="282" r:id="R5b443db48f764fb3"/>
    <p:sldId xmlns:r="http://schemas.openxmlformats.org/officeDocument/2006/relationships" id="283" r:id="R1dd4af1748684586"/>
    <p:sldId xmlns:r="http://schemas.openxmlformats.org/officeDocument/2006/relationships" id="284" r:id="Red256ecd22454ea4"/>
    <p:sldId xmlns:r="http://schemas.openxmlformats.org/officeDocument/2006/relationships" id="285" r:id="R863ee41d38324563"/>
    <p:sldId xmlns:r="http://schemas.openxmlformats.org/officeDocument/2006/relationships" id="286" r:id="R262658cf082a485a"/>
    <p:sldId xmlns:r="http://schemas.openxmlformats.org/officeDocument/2006/relationships" id="287" r:id="Rdace2974c22d4366"/>
    <p:sldId xmlns:r="http://schemas.openxmlformats.org/officeDocument/2006/relationships" id="288" r:id="Rbd83f591ece94660"/>
    <p:sldId xmlns:r="http://schemas.openxmlformats.org/officeDocument/2006/relationships" id="289" r:id="R6b24f9002d6a46a9"/>
    <p:sldId xmlns:r="http://schemas.openxmlformats.org/officeDocument/2006/relationships" id="290" r:id="R6f16fc5830544384"/>
    <p:sldId xmlns:r="http://schemas.openxmlformats.org/officeDocument/2006/relationships" id="291" r:id="Rd64e705efeca4174"/>
    <p:sldId xmlns:r="http://schemas.openxmlformats.org/officeDocument/2006/relationships" id="292" r:id="R589666718f004f8f"/>
    <p:sldId xmlns:r="http://schemas.openxmlformats.org/officeDocument/2006/relationships" id="293" r:id="R7b3bb106f7f84846"/>
    <p:sldId xmlns:r="http://schemas.openxmlformats.org/officeDocument/2006/relationships" id="294" r:id="Rc6f542d89d7d48c8"/>
    <p:sldId xmlns:r="http://schemas.openxmlformats.org/officeDocument/2006/relationships" id="295" r:id="Re8afc824635541e0"/>
    <p:sldId xmlns:r="http://schemas.openxmlformats.org/officeDocument/2006/relationships" id="296" r:id="Ra7f5d5ae5a7b4228"/>
    <p:sldId xmlns:r="http://schemas.openxmlformats.org/officeDocument/2006/relationships" id="297" r:id="Rddce7cec213f4ba8"/>
    <p:sldId xmlns:r="http://schemas.openxmlformats.org/officeDocument/2006/relationships" id="298" r:id="Rf1378041ea8944d4"/>
    <p:sldId xmlns:r="http://schemas.openxmlformats.org/officeDocument/2006/relationships" id="299" r:id="R08b3473ade9c4c4a"/>
    <p:sldId xmlns:r="http://schemas.openxmlformats.org/officeDocument/2006/relationships" id="300" r:id="R3177b08a84794829"/>
    <p:sldId xmlns:r="http://schemas.openxmlformats.org/officeDocument/2006/relationships" id="301" r:id="Ra012e05d51b740aa"/>
    <p:sldId xmlns:r="http://schemas.openxmlformats.org/officeDocument/2006/relationships" id="302" r:id="R5ad3ebbc1d3240f5"/>
    <p:sldId xmlns:r="http://schemas.openxmlformats.org/officeDocument/2006/relationships" id="303" r:id="R5a614a613ff54936"/>
    <p:sldId xmlns:r="http://schemas.openxmlformats.org/officeDocument/2006/relationships" id="304" r:id="R9efdcd94df024c7b"/>
    <p:sldId xmlns:r="http://schemas.openxmlformats.org/officeDocument/2006/relationships" id="305" r:id="Rc9255b740229419b"/>
    <p:sldId xmlns:r="http://schemas.openxmlformats.org/officeDocument/2006/relationships" id="306" r:id="Ra18eb783bf3245a9"/>
    <p:sldId xmlns:r="http://schemas.openxmlformats.org/officeDocument/2006/relationships" id="307" r:id="Rb2e8b9060b5345c3"/>
    <p:sldId xmlns:r="http://schemas.openxmlformats.org/officeDocument/2006/relationships" id="308" r:id="Rf7ed2668df0a446d"/>
    <p:sldId xmlns:r="http://schemas.openxmlformats.org/officeDocument/2006/relationships" id="309" r:id="R0f4f5a0c46e84919"/>
    <p:sldId xmlns:r="http://schemas.openxmlformats.org/officeDocument/2006/relationships" id="310" r:id="Rd6f0dc2d474a4a93"/>
    <p:sldId xmlns:r="http://schemas.openxmlformats.org/officeDocument/2006/relationships" id="311" r:id="Rb4a1a8eac8764c0f"/>
    <p:sldId xmlns:r="http://schemas.openxmlformats.org/officeDocument/2006/relationships" id="312" r:id="Ra61690d4b63a47ae"/>
    <p:sldId xmlns:r="http://schemas.openxmlformats.org/officeDocument/2006/relationships" id="313" r:id="R96818057212e4b83"/>
    <p:sldId xmlns:r="http://schemas.openxmlformats.org/officeDocument/2006/relationships" id="314" r:id="R8750e6d481334d4d"/>
    <p:sldId xmlns:r="http://schemas.openxmlformats.org/officeDocument/2006/relationships" id="315" r:id="Rc53a95fd836246c0"/>
    <p:sldId xmlns:r="http://schemas.openxmlformats.org/officeDocument/2006/relationships" id="316" r:id="Rf8480e67d3564a12"/>
    <p:sldId xmlns:r="http://schemas.openxmlformats.org/officeDocument/2006/relationships" id="317" r:id="R595020b3986d41f3"/>
    <p:sldId xmlns:r="http://schemas.openxmlformats.org/officeDocument/2006/relationships" id="318" r:id="R50f056b0210d4ee3"/>
    <p:sldId xmlns:r="http://schemas.openxmlformats.org/officeDocument/2006/relationships" id="319" r:id="Rf436a3699d0d41ae"/>
    <p:sldId xmlns:r="http://schemas.openxmlformats.org/officeDocument/2006/relationships" id="320" r:id="R7e747ce1f9294f69"/>
    <p:sldId xmlns:r="http://schemas.openxmlformats.org/officeDocument/2006/relationships" id="321" r:id="R1654d87f30d04544"/>
    <p:sldId xmlns:r="http://schemas.openxmlformats.org/officeDocument/2006/relationships" id="322" r:id="R6b1ac327a0644ee4"/>
    <p:sldId xmlns:r="http://schemas.openxmlformats.org/officeDocument/2006/relationships" id="323" r:id="R465fbcd66aef4e06"/>
    <p:sldId xmlns:r="http://schemas.openxmlformats.org/officeDocument/2006/relationships" id="324" r:id="R82ce581cd8264693"/>
    <p:sldId xmlns:r="http://schemas.openxmlformats.org/officeDocument/2006/relationships" id="325" r:id="R41700471446248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2292e433844ac8" /><Relationship Type="http://schemas.openxmlformats.org/officeDocument/2006/relationships/slideMaster" Target="/ppt/slideMasters/slideMaster1.xml" Id="R7e74450787334abd" /><Relationship Type="http://schemas.openxmlformats.org/officeDocument/2006/relationships/notesMaster" Target="/ppt/notesMasters/notesMaster1.xml" Id="Rc74640a19a214ca9" /><Relationship Type="http://schemas.openxmlformats.org/officeDocument/2006/relationships/presProps" Target="/ppt/presProps.xml" Id="Rda3e3bd9de1a4629" /><Relationship Type="http://schemas.openxmlformats.org/officeDocument/2006/relationships/viewProps" Target="/ppt/viewProps.xml" Id="Rbb022880791e459d" /><Relationship Type="http://schemas.openxmlformats.org/officeDocument/2006/relationships/tableStyles" Target="/ppt/tableStyles.xml" Id="R44648926fbe8422e" /><Relationship Type="http://schemas.openxmlformats.org/officeDocument/2006/relationships/slide" Target="/ppt/slides/slide1.xml" Id="R05db131ab86d4e26" /><Relationship Type="http://schemas.openxmlformats.org/officeDocument/2006/relationships/slide" Target="/ppt/slides/slide2.xml" Id="R31cd6627f3824044" /><Relationship Type="http://schemas.openxmlformats.org/officeDocument/2006/relationships/slide" Target="/ppt/slides/slide3.xml" Id="Rb19550e4c632428e" /><Relationship Type="http://schemas.openxmlformats.org/officeDocument/2006/relationships/slide" Target="/ppt/slides/slide4.xml" Id="R0d9eb49049e24895" /><Relationship Type="http://schemas.openxmlformats.org/officeDocument/2006/relationships/slide" Target="/ppt/slides/slide5.xml" Id="Rdeb3b533cb4f4aa7" /><Relationship Type="http://schemas.openxmlformats.org/officeDocument/2006/relationships/slide" Target="/ppt/slides/slide6.xml" Id="R638f2170affa423d" /><Relationship Type="http://schemas.openxmlformats.org/officeDocument/2006/relationships/slide" Target="/ppt/slides/slide7.xml" Id="Rfde411b7b6e948b4" /><Relationship Type="http://schemas.openxmlformats.org/officeDocument/2006/relationships/slide" Target="/ppt/slides/slide8.xml" Id="Rf55668a22b8745d0" /><Relationship Type="http://schemas.openxmlformats.org/officeDocument/2006/relationships/slide" Target="/ppt/slides/slide9.xml" Id="R8d0eb35863414f78" /><Relationship Type="http://schemas.openxmlformats.org/officeDocument/2006/relationships/slide" Target="/ppt/slides/slide10.xml" Id="R740d3f2ba2234ea9" /><Relationship Type="http://schemas.openxmlformats.org/officeDocument/2006/relationships/slide" Target="/ppt/slides/slide11.xml" Id="Re7abb48b59cb4b33" /><Relationship Type="http://schemas.openxmlformats.org/officeDocument/2006/relationships/slide" Target="/ppt/slides/slide12.xml" Id="Rf93346126131484b" /><Relationship Type="http://schemas.openxmlformats.org/officeDocument/2006/relationships/slide" Target="/ppt/slides/slide13.xml" Id="Rdaa7ca0468fa4e1d" /><Relationship Type="http://schemas.openxmlformats.org/officeDocument/2006/relationships/slide" Target="/ppt/slides/slide14.xml" Id="R4284ff077d9f4526" /><Relationship Type="http://schemas.openxmlformats.org/officeDocument/2006/relationships/slide" Target="/ppt/slides/slide15.xml" Id="R3846219fa3fa4cd4" /><Relationship Type="http://schemas.openxmlformats.org/officeDocument/2006/relationships/slide" Target="/ppt/slides/slide16.xml" Id="R2f0b86ec3fb64388" /><Relationship Type="http://schemas.openxmlformats.org/officeDocument/2006/relationships/slide" Target="/ppt/slides/slide17.xml" Id="Rb2dc652960054206" /><Relationship Type="http://schemas.openxmlformats.org/officeDocument/2006/relationships/slide" Target="/ppt/slides/slide18.xml" Id="R8eaf177b42714908" /><Relationship Type="http://schemas.openxmlformats.org/officeDocument/2006/relationships/slide" Target="/ppt/slides/slide19.xml" Id="R9eea202ab4034185" /><Relationship Type="http://schemas.openxmlformats.org/officeDocument/2006/relationships/slide" Target="/ppt/slides/slide20.xml" Id="R6cccd8d5c89a4f48" /><Relationship Type="http://schemas.openxmlformats.org/officeDocument/2006/relationships/slide" Target="/ppt/slides/slide21.xml" Id="Rf9e5b18877b44359" /><Relationship Type="http://schemas.openxmlformats.org/officeDocument/2006/relationships/slide" Target="/ppt/slides/slide22.xml" Id="Rcf60f0ce39684491" /><Relationship Type="http://schemas.openxmlformats.org/officeDocument/2006/relationships/slide" Target="/ppt/slides/slide23.xml" Id="Re33582ad963c4098" /><Relationship Type="http://schemas.openxmlformats.org/officeDocument/2006/relationships/slide" Target="/ppt/slides/slide24.xml" Id="R46ce37075a62434f" /><Relationship Type="http://schemas.openxmlformats.org/officeDocument/2006/relationships/slide" Target="/ppt/slides/slide25.xml" Id="R59fb6059b7bb4228" /><Relationship Type="http://schemas.openxmlformats.org/officeDocument/2006/relationships/slide" Target="/ppt/slides/slide26.xml" Id="R5fa733ee50584939" /><Relationship Type="http://schemas.openxmlformats.org/officeDocument/2006/relationships/slide" Target="/ppt/slides/slide27.xml" Id="R5b443db48f764fb3" /><Relationship Type="http://schemas.openxmlformats.org/officeDocument/2006/relationships/slide" Target="/ppt/slides/slide28.xml" Id="R1dd4af1748684586" /><Relationship Type="http://schemas.openxmlformats.org/officeDocument/2006/relationships/slide" Target="/ppt/slides/slide29.xml" Id="Red256ecd22454ea4" /><Relationship Type="http://schemas.openxmlformats.org/officeDocument/2006/relationships/slide" Target="/ppt/slides/slide30.xml" Id="R863ee41d38324563" /><Relationship Type="http://schemas.openxmlformats.org/officeDocument/2006/relationships/slide" Target="/ppt/slides/slide31.xml" Id="R262658cf082a485a" /><Relationship Type="http://schemas.openxmlformats.org/officeDocument/2006/relationships/slide" Target="/ppt/slides/slide32.xml" Id="Rdace2974c22d4366" /><Relationship Type="http://schemas.openxmlformats.org/officeDocument/2006/relationships/slide" Target="/ppt/slides/slide33.xml" Id="Rbd83f591ece94660" /><Relationship Type="http://schemas.openxmlformats.org/officeDocument/2006/relationships/slide" Target="/ppt/slides/slide34.xml" Id="R6b24f9002d6a46a9" /><Relationship Type="http://schemas.openxmlformats.org/officeDocument/2006/relationships/slide" Target="/ppt/slides/slide35.xml" Id="R6f16fc5830544384" /><Relationship Type="http://schemas.openxmlformats.org/officeDocument/2006/relationships/slide" Target="/ppt/slides/slide36.xml" Id="Rd64e705efeca4174" /><Relationship Type="http://schemas.openxmlformats.org/officeDocument/2006/relationships/slide" Target="/ppt/slides/slide37.xml" Id="R589666718f004f8f" /><Relationship Type="http://schemas.openxmlformats.org/officeDocument/2006/relationships/slide" Target="/ppt/slides/slide38.xml" Id="R7b3bb106f7f84846" /><Relationship Type="http://schemas.openxmlformats.org/officeDocument/2006/relationships/slide" Target="/ppt/slides/slide39.xml" Id="Rc6f542d89d7d48c8" /><Relationship Type="http://schemas.openxmlformats.org/officeDocument/2006/relationships/slide" Target="/ppt/slides/slide40.xml" Id="Re8afc824635541e0" /><Relationship Type="http://schemas.openxmlformats.org/officeDocument/2006/relationships/slide" Target="/ppt/slides/slide41.xml" Id="Ra7f5d5ae5a7b4228" /><Relationship Type="http://schemas.openxmlformats.org/officeDocument/2006/relationships/slide" Target="/ppt/slides/slide42.xml" Id="Rddce7cec213f4ba8" /><Relationship Type="http://schemas.openxmlformats.org/officeDocument/2006/relationships/slide" Target="/ppt/slides/slide43.xml" Id="Rf1378041ea8944d4" /><Relationship Type="http://schemas.openxmlformats.org/officeDocument/2006/relationships/slide" Target="/ppt/slides/slide44.xml" Id="R08b3473ade9c4c4a" /><Relationship Type="http://schemas.openxmlformats.org/officeDocument/2006/relationships/slide" Target="/ppt/slides/slide45.xml" Id="R3177b08a84794829" /><Relationship Type="http://schemas.openxmlformats.org/officeDocument/2006/relationships/slide" Target="/ppt/slides/slide46.xml" Id="Ra012e05d51b740aa" /><Relationship Type="http://schemas.openxmlformats.org/officeDocument/2006/relationships/slide" Target="/ppt/slides/slide47.xml" Id="R5ad3ebbc1d3240f5" /><Relationship Type="http://schemas.openxmlformats.org/officeDocument/2006/relationships/slide" Target="/ppt/slides/slide48.xml" Id="R5a614a613ff54936" /><Relationship Type="http://schemas.openxmlformats.org/officeDocument/2006/relationships/slide" Target="/ppt/slides/slide49.xml" Id="R9efdcd94df024c7b" /><Relationship Type="http://schemas.openxmlformats.org/officeDocument/2006/relationships/slide" Target="/ppt/slides/slide50.xml" Id="Rc9255b740229419b" /><Relationship Type="http://schemas.openxmlformats.org/officeDocument/2006/relationships/slide" Target="/ppt/slides/slide51.xml" Id="Ra18eb783bf3245a9" /><Relationship Type="http://schemas.openxmlformats.org/officeDocument/2006/relationships/slide" Target="/ppt/slides/slide52.xml" Id="Rb2e8b9060b5345c3" /><Relationship Type="http://schemas.openxmlformats.org/officeDocument/2006/relationships/slide" Target="/ppt/slides/slide53.xml" Id="Rf7ed2668df0a446d" /><Relationship Type="http://schemas.openxmlformats.org/officeDocument/2006/relationships/slide" Target="/ppt/slides/slide54.xml" Id="R0f4f5a0c46e84919" /><Relationship Type="http://schemas.openxmlformats.org/officeDocument/2006/relationships/slide" Target="/ppt/slides/slide55.xml" Id="Rd6f0dc2d474a4a93" /><Relationship Type="http://schemas.openxmlformats.org/officeDocument/2006/relationships/slide" Target="/ppt/slides/slide56.xml" Id="Rb4a1a8eac8764c0f" /><Relationship Type="http://schemas.openxmlformats.org/officeDocument/2006/relationships/slide" Target="/ppt/slides/slide57.xml" Id="Ra61690d4b63a47ae" /><Relationship Type="http://schemas.openxmlformats.org/officeDocument/2006/relationships/slide" Target="/ppt/slides/slide58.xml" Id="R96818057212e4b83" /><Relationship Type="http://schemas.openxmlformats.org/officeDocument/2006/relationships/slide" Target="/ppt/slides/slide59.xml" Id="R8750e6d481334d4d" /><Relationship Type="http://schemas.openxmlformats.org/officeDocument/2006/relationships/slide" Target="/ppt/slides/slide60.xml" Id="Rc53a95fd836246c0" /><Relationship Type="http://schemas.openxmlformats.org/officeDocument/2006/relationships/slide" Target="/ppt/slides/slide61.xml" Id="Rf8480e67d3564a12" /><Relationship Type="http://schemas.openxmlformats.org/officeDocument/2006/relationships/slide" Target="/ppt/slides/slide62.xml" Id="R595020b3986d41f3" /><Relationship Type="http://schemas.openxmlformats.org/officeDocument/2006/relationships/slide" Target="/ppt/slides/slide63.xml" Id="R50f056b0210d4ee3" /><Relationship Type="http://schemas.openxmlformats.org/officeDocument/2006/relationships/slide" Target="/ppt/slides/slide64.xml" Id="Rf436a3699d0d41ae" /><Relationship Type="http://schemas.openxmlformats.org/officeDocument/2006/relationships/slide" Target="/ppt/slides/slide65.xml" Id="R7e747ce1f9294f69" /><Relationship Type="http://schemas.openxmlformats.org/officeDocument/2006/relationships/slide" Target="/ppt/slides/slide66.xml" Id="R1654d87f30d04544" /><Relationship Type="http://schemas.openxmlformats.org/officeDocument/2006/relationships/slide" Target="/ppt/slides/slide67.xml" Id="R6b1ac327a0644ee4" /><Relationship Type="http://schemas.openxmlformats.org/officeDocument/2006/relationships/slide" Target="/ppt/slides/slide68.xml" Id="R465fbcd66aef4e06" /><Relationship Type="http://schemas.openxmlformats.org/officeDocument/2006/relationships/slide" Target="/ppt/slides/slide69.xml" Id="R82ce581cd8264693" /><Relationship Type="http://schemas.openxmlformats.org/officeDocument/2006/relationships/slide" Target="/ppt/slides/slide70.xml" Id="R41700471446248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ede8d61e0f4c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5a6c58986e41c1" /><Relationship Type="http://schemas.openxmlformats.org/officeDocument/2006/relationships/notesMaster" Target="/ppt/notesMasters/notesMaster1.xml" Id="R9502fb7616a14c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7b18bcad9e4e86" /><Relationship Type="http://schemas.openxmlformats.org/officeDocument/2006/relationships/notesMaster" Target="/ppt/notesMasters/notesMaster1.xml" Id="R07ee6330e2a144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2497c40aa54fc0" /><Relationship Type="http://schemas.openxmlformats.org/officeDocument/2006/relationships/notesMaster" Target="/ppt/notesMasters/notesMaster1.xml" Id="Rdd0eb4ae60d44e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89c53d93584c18" /><Relationship Type="http://schemas.openxmlformats.org/officeDocument/2006/relationships/notesMaster" Target="/ppt/notesMasters/notesMaster1.xml" Id="Re534913be92748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a0f5dc2fab4b0a" /><Relationship Type="http://schemas.openxmlformats.org/officeDocument/2006/relationships/notesMaster" Target="/ppt/notesMasters/notesMaster1.xml" Id="R09933d083c9149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417c29de4b46be" /><Relationship Type="http://schemas.openxmlformats.org/officeDocument/2006/relationships/notesMaster" Target="/ppt/notesMasters/notesMaster1.xml" Id="R3226f917e4424a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72d9db22c84bce" /><Relationship Type="http://schemas.openxmlformats.org/officeDocument/2006/relationships/notesMaster" Target="/ppt/notesMasters/notesMaster1.xml" Id="R3ef100d867a940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350bbf69924670" /><Relationship Type="http://schemas.openxmlformats.org/officeDocument/2006/relationships/notesMaster" Target="/ppt/notesMasters/notesMaster1.xml" Id="R8ecdc056288b4c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5663ba808d4730" /><Relationship Type="http://schemas.openxmlformats.org/officeDocument/2006/relationships/notesMaster" Target="/ppt/notesMasters/notesMaster1.xml" Id="R22f0b2c688ce4e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a6bdc08a2f4386" /><Relationship Type="http://schemas.openxmlformats.org/officeDocument/2006/relationships/notesMaster" Target="/ppt/notesMasters/notesMaster1.xml" Id="R8c3dc2ce037e4b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741be665db4d4c" /><Relationship Type="http://schemas.openxmlformats.org/officeDocument/2006/relationships/notesMaster" Target="/ppt/notesMasters/notesMaster1.xml" Id="R2afe67a15e4147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449aa5c2b44c3b" /><Relationship Type="http://schemas.openxmlformats.org/officeDocument/2006/relationships/notesMaster" Target="/ppt/notesMasters/notesMaster1.xml" Id="Rfe2dc75ec099406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6e965cc0cd4faa" /><Relationship Type="http://schemas.openxmlformats.org/officeDocument/2006/relationships/notesMaster" Target="/ppt/notesMasters/notesMaster1.xml" Id="Rcdf6c76140394b1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76dfa9c574c4cef" /><Relationship Type="http://schemas.openxmlformats.org/officeDocument/2006/relationships/notesMaster" Target="/ppt/notesMasters/notesMaster1.xml" Id="R9788d76877764b6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78348dd326e4088" /><Relationship Type="http://schemas.openxmlformats.org/officeDocument/2006/relationships/notesMaster" Target="/ppt/notesMasters/notesMaster1.xml" Id="R645c9a5dd35a407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c162d7166764721" /><Relationship Type="http://schemas.openxmlformats.org/officeDocument/2006/relationships/notesMaster" Target="/ppt/notesMasters/notesMaster1.xml" Id="R3df710c11aaf42c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90a657db6684800" /><Relationship Type="http://schemas.openxmlformats.org/officeDocument/2006/relationships/notesMaster" Target="/ppt/notesMasters/notesMaster1.xml" Id="Rbf1222987085488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c966a487bdb4af1" /><Relationship Type="http://schemas.openxmlformats.org/officeDocument/2006/relationships/notesMaster" Target="/ppt/notesMasters/notesMaster1.xml" Id="Rb2cb1f2d85be44d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e39602bd1d54490" /><Relationship Type="http://schemas.openxmlformats.org/officeDocument/2006/relationships/notesMaster" Target="/ppt/notesMasters/notesMaster1.xml" Id="R6ca2d5a83d724c6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131336458e648cd" /><Relationship Type="http://schemas.openxmlformats.org/officeDocument/2006/relationships/notesMaster" Target="/ppt/notesMasters/notesMaster1.xml" Id="R8f723148eb7e499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e6b74f02126411a" /><Relationship Type="http://schemas.openxmlformats.org/officeDocument/2006/relationships/notesMaster" Target="/ppt/notesMasters/notesMaster1.xml" Id="Rac23fefe6977407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0caac35dd924d73" /><Relationship Type="http://schemas.openxmlformats.org/officeDocument/2006/relationships/notesMaster" Target="/ppt/notesMasters/notesMaster1.xml" Id="Rdd7a57f8604b416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4e2b12a83854722" /><Relationship Type="http://schemas.openxmlformats.org/officeDocument/2006/relationships/notesMaster" Target="/ppt/notesMasters/notesMaster1.xml" Id="R631af507c1b442d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c0fb9106e444ecd" /><Relationship Type="http://schemas.openxmlformats.org/officeDocument/2006/relationships/notesMaster" Target="/ppt/notesMasters/notesMaster1.xml" Id="R8c09a7acf4444d4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55c591357164302" /><Relationship Type="http://schemas.openxmlformats.org/officeDocument/2006/relationships/notesMaster" Target="/ppt/notesMasters/notesMaster1.xml" Id="R08435f0abb33441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b3b8b32a69c47c3" /><Relationship Type="http://schemas.openxmlformats.org/officeDocument/2006/relationships/notesMaster" Target="/ppt/notesMasters/notesMaster1.xml" Id="Rbba4497f31af471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1a19145c8d445ad" /><Relationship Type="http://schemas.openxmlformats.org/officeDocument/2006/relationships/notesMaster" Target="/ppt/notesMasters/notesMaster1.xml" Id="Rc06054fd846a4bf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50fd9a39cae42e6" /><Relationship Type="http://schemas.openxmlformats.org/officeDocument/2006/relationships/notesMaster" Target="/ppt/notesMasters/notesMaster1.xml" Id="R6f54e723c3534fe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bec6ac179e04631" /><Relationship Type="http://schemas.openxmlformats.org/officeDocument/2006/relationships/notesMaster" Target="/ppt/notesMasters/notesMaster1.xml" Id="R5ad263205a5d417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0a36d103d724aa7" /><Relationship Type="http://schemas.openxmlformats.org/officeDocument/2006/relationships/notesMaster" Target="/ppt/notesMasters/notesMaster1.xml" Id="R08a5f796e43546a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42d52cc2da64ea6" /><Relationship Type="http://schemas.openxmlformats.org/officeDocument/2006/relationships/notesMaster" Target="/ppt/notesMasters/notesMaster1.xml" Id="R4656649860dd49e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4c2663fd8fb4173" /><Relationship Type="http://schemas.openxmlformats.org/officeDocument/2006/relationships/notesMaster" Target="/ppt/notesMasters/notesMaster1.xml" Id="R84d38fd2fdf145f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276e9651c324593" /><Relationship Type="http://schemas.openxmlformats.org/officeDocument/2006/relationships/notesMaster" Target="/ppt/notesMasters/notesMaster1.xml" Id="Ra077099e6d6f4f4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277f5352d234b7d" /><Relationship Type="http://schemas.openxmlformats.org/officeDocument/2006/relationships/notesMaster" Target="/ppt/notesMasters/notesMaster1.xml" Id="R4c4a8462cc79459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9c854fd7fca46b2" /><Relationship Type="http://schemas.openxmlformats.org/officeDocument/2006/relationships/notesMaster" Target="/ppt/notesMasters/notesMaster1.xml" Id="R0d3d65a3d32f4f2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71761e5b1404b78" /><Relationship Type="http://schemas.openxmlformats.org/officeDocument/2006/relationships/notesMaster" Target="/ppt/notesMasters/notesMaster1.xml" Id="R7f52bc7a0f404b3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7990c5ad8cf4f74" /><Relationship Type="http://schemas.openxmlformats.org/officeDocument/2006/relationships/notesMaster" Target="/ppt/notesMasters/notesMaster1.xml" Id="Rf0197e4e3bdd443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59d0f0ba86b41d2" /><Relationship Type="http://schemas.openxmlformats.org/officeDocument/2006/relationships/notesMaster" Target="/ppt/notesMasters/notesMaster1.xml" Id="R035196b99ee04cd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da033596bf44235" /><Relationship Type="http://schemas.openxmlformats.org/officeDocument/2006/relationships/notesMaster" Target="/ppt/notesMasters/notesMaster1.xml" Id="Ra9d57f9a13844dd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ba845197fc344d2" /><Relationship Type="http://schemas.openxmlformats.org/officeDocument/2006/relationships/notesMaster" Target="/ppt/notesMasters/notesMaster1.xml" Id="R2619bb1cdab64cf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3abfc8a45ca4903" /><Relationship Type="http://schemas.openxmlformats.org/officeDocument/2006/relationships/notesMaster" Target="/ppt/notesMasters/notesMaster1.xml" Id="R8aad94743b624ea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66529a0ab834c58" /><Relationship Type="http://schemas.openxmlformats.org/officeDocument/2006/relationships/notesMaster" Target="/ppt/notesMasters/notesMaster1.xml" Id="Rb4a98cb8d66a4ed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26be67d721e84fa1" /><Relationship Type="http://schemas.openxmlformats.org/officeDocument/2006/relationships/notesMaster" Target="/ppt/notesMasters/notesMaster1.xml" Id="Rde70259e97a9471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404fed63146471f" /><Relationship Type="http://schemas.openxmlformats.org/officeDocument/2006/relationships/notesMaster" Target="/ppt/notesMasters/notesMaster1.xml" Id="Rd5828693786441a5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129acae3ce014b04" /><Relationship Type="http://schemas.openxmlformats.org/officeDocument/2006/relationships/notesMaster" Target="/ppt/notesMasters/notesMaster1.xml" Id="R12d47b6164114dc2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37248c2f3921489c" /><Relationship Type="http://schemas.openxmlformats.org/officeDocument/2006/relationships/notesMaster" Target="/ppt/notesMasters/notesMaster1.xml" Id="Rf0bc2cd60153437d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0f3f79f5c87d4764" /><Relationship Type="http://schemas.openxmlformats.org/officeDocument/2006/relationships/notesMaster" Target="/ppt/notesMasters/notesMaster1.xml" Id="Reb385546c3e74109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fe93a74855684835" /><Relationship Type="http://schemas.openxmlformats.org/officeDocument/2006/relationships/notesMaster" Target="/ppt/notesMasters/notesMaster1.xml" Id="Rd71f1fab341d450a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f0b0d05d10b2470f" /><Relationship Type="http://schemas.openxmlformats.org/officeDocument/2006/relationships/notesMaster" Target="/ppt/notesMasters/notesMaster1.xml" Id="Rc6fd000baad445bf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de57a7efaea54b27" /><Relationship Type="http://schemas.openxmlformats.org/officeDocument/2006/relationships/notesMaster" Target="/ppt/notesMasters/notesMaster1.xml" Id="Refb70ef990944e92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12d4854c02654576" /><Relationship Type="http://schemas.openxmlformats.org/officeDocument/2006/relationships/notesMaster" Target="/ppt/notesMasters/notesMaster1.xml" Id="R6ecf6ecb68c34f39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723708b839dd4e11" /><Relationship Type="http://schemas.openxmlformats.org/officeDocument/2006/relationships/notesMaster" Target="/ppt/notesMasters/notesMaster1.xml" Id="Rccfa1f82cd0e46c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3a42cbf5e5904867" /><Relationship Type="http://schemas.openxmlformats.org/officeDocument/2006/relationships/notesMaster" Target="/ppt/notesMasters/notesMaster1.xml" Id="Rfa3ed5360cb44705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2aba8f53e1de4537" /><Relationship Type="http://schemas.openxmlformats.org/officeDocument/2006/relationships/notesMaster" Target="/ppt/notesMasters/notesMaster1.xml" Id="R8faaf07e4f5d4485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4da870be81e04d22" /><Relationship Type="http://schemas.openxmlformats.org/officeDocument/2006/relationships/notesMaster" Target="/ppt/notesMasters/notesMaster1.xml" Id="Rbfbe03c5211343ab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501bcc794e774b43" /><Relationship Type="http://schemas.openxmlformats.org/officeDocument/2006/relationships/notesMaster" Target="/ppt/notesMasters/notesMaster1.xml" Id="Ra879466721994200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c5b78527f7e04b5b" /><Relationship Type="http://schemas.openxmlformats.org/officeDocument/2006/relationships/notesMaster" Target="/ppt/notesMasters/notesMaster1.xml" Id="R1b0d484837574276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23b9237dbd364c14" /><Relationship Type="http://schemas.openxmlformats.org/officeDocument/2006/relationships/notesMaster" Target="/ppt/notesMasters/notesMaster1.xml" Id="R37ecc2ba50f54d3d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bc0b475721274c8b" /><Relationship Type="http://schemas.openxmlformats.org/officeDocument/2006/relationships/notesMaster" Target="/ppt/notesMasters/notesMaster1.xml" Id="R52bf2b107c3f4a6d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aa403003c59144b6" /><Relationship Type="http://schemas.openxmlformats.org/officeDocument/2006/relationships/notesMaster" Target="/ppt/notesMasters/notesMaster1.xml" Id="Rd5a9f4d6e35f4c6d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c3c6eee3e0da4814" /><Relationship Type="http://schemas.openxmlformats.org/officeDocument/2006/relationships/notesMaster" Target="/ppt/notesMasters/notesMaster1.xml" Id="Rd6f70d5de15c4eba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1c7786566d484c27" /><Relationship Type="http://schemas.openxmlformats.org/officeDocument/2006/relationships/notesMaster" Target="/ppt/notesMasters/notesMaster1.xml" Id="R4da1ef6a9267450b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8d6ce488e816457e" /><Relationship Type="http://schemas.openxmlformats.org/officeDocument/2006/relationships/notesMaster" Target="/ppt/notesMasters/notesMaster1.xml" Id="R0cb68f0843504381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af9a8190b7da41b2" /><Relationship Type="http://schemas.openxmlformats.org/officeDocument/2006/relationships/notesMaster" Target="/ppt/notesMasters/notesMaster1.xml" Id="Raa4b8a6a94bf47f4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a57c5150394145f2" /><Relationship Type="http://schemas.openxmlformats.org/officeDocument/2006/relationships/notesMaster" Target="/ppt/notesMasters/notesMaster1.xml" Id="R295fdf69f40b432a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7aa5b130607b432c" /><Relationship Type="http://schemas.openxmlformats.org/officeDocument/2006/relationships/notesMaster" Target="/ppt/notesMasters/notesMaster1.xml" Id="Ra96e6a73ce0e461d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68a0e7ccc0c345cc" /><Relationship Type="http://schemas.openxmlformats.org/officeDocument/2006/relationships/notesMaster" Target="/ppt/notesMasters/notesMaster1.xml" Id="Ra0771573af4e454b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513b197307e341d0" /><Relationship Type="http://schemas.openxmlformats.org/officeDocument/2006/relationships/notesMaster" Target="/ppt/notesMasters/notesMaster1.xml" Id="R1d4377c2e7cc4006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85d5def841384f54" /><Relationship Type="http://schemas.openxmlformats.org/officeDocument/2006/relationships/notesMaster" Target="/ppt/notesMasters/notesMaster1.xml" Id="R5b5a243f0537439f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4282ac904ee34bc2" /><Relationship Type="http://schemas.openxmlformats.org/officeDocument/2006/relationships/notesMaster" Target="/ppt/notesMasters/notesMaster1.xml" Id="Rb8a044209e3c41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Execução do código local na instância data/descompressed/ulysses16/ulysses16.tsp.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Execução do código local na instância data/descompressed/ulysses16/ulysses16.tsp.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src/agatz_solution/kruskal/kruskal.cpp: Kruskal::kruskal e _findUnion. Mostram-se as inserções aceitas.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src/agatz_solution/dfs/dfs.cpp: _getAdjacencyList, _recurseDFS. Linhas azuis ligam visitas consecutivas da rota, não a pilha de deslocamentos da DFS.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Execução do código local na instância data/descompressed/ulysses16/ulysses16.tsp.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{"op":-1,"pos":-1,"saving":0,"cost":7788,"truck":7788,"drone":0,"simple":15,"route":[1,8,4,2,3,16,13,12,7,6,10,9,11,14,15,5,1],"labels":[1,0,0,0,0,0,0,0,0,0,0,0,0,0,0,0,1],"bounds":[0,1,2,3,4,5,6,7,8,9,10,11,12,13,14,15,16]}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segmentCost, isBetterCandidate, partitionRoute. A mesma matriz de distâncias vale para ambos os veículos, sem fator de velocidade ou limite de autonomia.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{"op":-1,"pos":-1,"saving":0,"cost":7788,"truck":7788,"drone":0,"simple":15,"route":[1,8,4,2,3,16,13,12,7,6,10,9,11,14,15,5,1],"labels":[1,0,0,0,0,0,0,0,0,0,0,0,0,0,0,0,1],"bounds":[0,1,2,3,4,5,6,7,8,9,10,11,12,13,14,15,16]}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savingForMakeFly, refreshCandidatesAround. Após aplicar, invalida e recalcula candidatos em raio 5. isCurrentCandidate descarta versões antigas. Índice da posição: 1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{"op":0,"pos":1,"saving":0,"cost":7788,"truck":7769,"drone":331,"simple":13,"route":[1,8,4,2,3,16,13,12,7,6,10,9,11,14,15,5,1],"labels":[1,3,1,0,0,0,0,0,0,0,0,0,0,0,0,0,1],"bounds":[0,2,3,4,5,6,7,8,9,10,11,12,13,14,15,16]}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{"op":1,"pos":3,"saving":19,"cost":7769,"truck":7769,"drone":592,"simple":12,"route":[1,8,4,2,3,16,13,12,7,6,10,9,11,14,15,5,1],"labels":[1,3,2,1,0,0,0,0,0,0,0,0,0,0,0,0,1],"bounds":[0,3,4,5,6,7,8,9,10,11,12,13,14,15,16]}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savingForMakeFly, refreshCandidatesAround. Após aplicar, invalida e recalcula candidatos em raio 5. isCurrentCandidate descarta versões antigas. Índice da posição: 4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{"op":0,"pos":4,"saving":0,"cost":7769,"truck":7686,"drone":1217,"simple":10,"route":[1,8,4,2,3,16,13,12,7,6,10,9,11,14,15,5,1],"labels":[1,3,2,1,3,1,0,0,0,0,0,0,0,0,0,0,1],"bounds":[0,3,5,6,7,8,9,10,11,12,13,14,15,16]}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6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{"op":1,"pos":6,"saving":1,"cost":7768,"truck":7686,"drone":1622,"simple":9,"route":[1,8,4,2,3,16,13,12,7,6,10,9,11,14,15,5,1],"labels":[1,3,2,1,3,2,1,0,0,0,0,0,0,0,0,0,1],"bounds":[0,3,6,7,8,9,10,11,12,13,14,15,16]}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7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{"op":1,"pos":7,"saving":59,"cost":7709,"truck":7686,"drone":1631,"simple":8,"route":[1,8,4,2,3,16,13,12,7,6,10,9,11,14,15,5,1],"labels":[1,3,2,1,3,2,2,1,0,0,0,0,0,0,0,0,1],"bounds":[0,3,7,8,9,10,11,12,13,14,15,16]}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8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{"op":1,"pos":8,"saving":6,"cost":7703,"truck":7686,"drone":1802,"simple":7,"route":[1,8,4,2,3,16,13,12,7,6,10,9,11,14,15,5,1],"labels":[1,3,2,1,3,2,2,2,1,0,0,0,0,0,0,0,1],"bounds":[0,3,8,9,10,11,12,13,14,15,16]}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9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{"op":1,"pos":9,"saving":15,"cost":7688,"truck":7686,"drone":1902,"simple":6,"route":[1,8,4,2,3,16,13,12,7,6,10,9,11,14,15,5,1],"labels":[1,3,2,1,3,2,2,2,2,1,0,0,0,0,0,0,1],"bounds":[0,3,9,10,11,12,13,14,15,16]}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10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{"op":1,"pos":10,"saving":2,"cost":7686,"truck":7686,"drone":1763,"simple":5,"route":[1,8,4,2,3,16,13,12,7,6,10,9,11,14,15,5,1],"labels":[1,3,2,1,3,2,2,2,2,2,1,0,0,0,0,0,1],"bounds":[0,3,10,11,12,13,14,15,16]}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savingForMakeFly, refreshCandidatesAround. Após aplicar, invalida e recalcula candidatos em raio 5. isCurrentCandidate descarta versões antigas. Índice da posição: 11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{"op":0,"pos":11,"saving":0,"cost":7686,"truck":7668,"drone":3478,"simple":3,"route":[1,8,4,2,3,16,13,12,7,6,10,9,11,14,15,5,1],"labels":[1,3,2,1,3,2,2,2,2,2,1,3,1,0,0,0,1],"bounds":[0,3,10,12,13,14,15,16]}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13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{"op":1,"pos":13,"saving":18,"cost":7668,"truck":7668,"drone":2747,"simple":2,"route":[1,8,4,2,3,16,13,12,7,6,10,9,11,14,15,5,1],"labels":[1,3,2,1,3,2,2,2,2,2,1,3,2,1,0,0,1],"bounds":[0,3,10,13,14,15,16]}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savingForMakeFly, refreshCandidatesAround. Após aplicar, invalida e recalcula candidatos em raio 5. isCurrentCandidate descarta versões antigas. Índice da posição: 14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{"op":0,"pos":14,"saving":0,"cost":7668,"truck":7630,"drone":3385,"simple":0,"route":[1,8,4,2,3,16,13,12,7,6,10,9,11,14,15,5,1],"labels":[1,3,2,1,3,2,2,2,2,2,1,3,2,1,3,1,1],"bounds":[0,3,10,13,15,16]}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Execução do código local na instância data/descompressed/ulysses16/ulysses16.tsp.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{"op":0,"pos":14,"saving":0,"cost":7668,"truck":7630,"drone":3385,"simple":0,"route":[1,8,4,2,3,16,13,12,7,6,10,9,11,14,15,5,1],"labels":[1,3,2,1,3,2,2,2,2,2,1,3,2,1,3,1,1],"bounds":[0,3,10,13,15,16]}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iterativeImprovement: atualização de currentRoute após avaliar todas as três vizinhanças. O grafo mostra a partição completa da nova ordem, não a rota puramente terrestre.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{"op":1,"pos":15,"saving":307,"cost":5216,"truck":5216,"drone":3818,"simple":0,"route":[1,11,8,4,2,3,16,13,12,7,6,10,9,14,15,5,1],"labels":[1,3,2,2,2,2,2,2,2,2,2,2,2,2,2,1,1],"bounds":[0,15,16]}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iterativeImprovement: atualização de currentRoute após avaliar todas as três vizinhanças. O grafo mostra a partição completa da nova ordem, não a rota puramente terrestre.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{"op":0,"pos":15,"saving":0,"cost":4878,"truck":4781,"drone":4819,"simple":0,"route":[1,11,8,4,2,3,16,13,12,7,6,10,9,5,15,14,1],"labels":[1,3,2,2,2,2,2,2,2,2,2,2,2,2,1,3,1],"bounds":[0,14,16]}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iterativeImprovement: atualização de currentRoute após avaliar todas as três vizinhanças. O grafo mostra a partição completa da nova ordem, não a rota puramente terrestre.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{"op":1,"pos":15,"saving":57,"cost":4762,"truck":4762,"drone":4155,"simple":0,"route":[1,11,8,4,2,3,16,13,12,7,10,9,6,5,15,14,1],"labels":[1,3,2,2,2,2,2,2,2,2,2,2,2,2,2,1,1],"bounds":[0,15,16]}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iterativeImprovement: atualização de currentRoute após avaliar todas as três vizinhanças. O grafo mostra a partição completa da nova ordem, não a rota puramente terrestre.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{"op":0,"pos":15,"saving":0,"cost":4726,"truck":4705,"drone":4655,"simple":0,"route":[1,11,8,4,2,3,16,12,7,10,9,6,5,15,14,13,1],"labels":[1,3,2,2,2,2,2,2,2,2,2,2,2,2,1,3,1],"bounds":[0,14,16]}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iterativeImprovement: atualização de currentRoute após avaliar todas as três vizinhanças. O grafo mostra a partição completa da nova ordem, não a rota puramente terrestre.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{"op":0,"pos":15,"saving":0,"cost":4694,"truck":4673,"drone":4655,"simple":0,"route":[1,11,8,4,2,3,16,12,10,9,7,6,5,15,14,13,1],"labels":[1,3,2,2,2,2,2,2,2,2,2,2,2,2,1,3,1],"bounds":[0,14,16]}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iterativeImprovement: atualização de currentRoute após avaliar todas as três vizinhanças. O grafo mostra a partição completa da nova ordem, não a rota puramente terrestre.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{"op":1,"pos":15,"saving":76,"cost":4653,"truck":4653,"drone":4152,"simple":0,"route":[1,11,8,4,2,3,16,10,9,7,6,5,15,14,13,12,1],"labels":[1,3,2,2,2,2,2,2,2,2,2,2,2,2,2,1,1],"bounds":[0,15,16]}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Execução do código local na instância data/descompressed/ulysses16/ulysses16.tsp.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{"op":-1,"pos":-1,"saving":0,"cost":9227,"truck":9227,"drone":0,"simple":15,"route":[1,11,8,4,2,3,16,10,9,7,6,5,15,14,13,12,1],"labels":[1,0,0,0,0,0,0,0,0,0,0,0,0,0,0,0,1],"bounds":[0,1,2,3,4,5,6,7,8,9,10,11,12,13,14,15,16]}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savingForMakeFly, refreshCandidatesAround. Após aplicar, invalida e recalcula candidatos em raio 5. isCurrentCandidate descarta versões antigas. Índice da posição: 1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{"op":0,"pos":1,"saving":0,"cost":9227,"truck":4653,"drone":4634,"simple":13,"route":[1,11,8,4,2,3,16,10,9,7,6,5,15,14,13,12,1],"labels":[1,3,1,0,0,0,0,0,0,0,0,0,0,0,0,0,1],"bounds":[0,2,3,4,5,6,7,8,9,10,11,12,13,14,15,16]}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{"op":1,"pos":3,"saving":38,"cost":9189,"truck":4653,"drone":4867,"simple":12,"route":[1,11,8,4,2,3,16,10,9,7,6,5,15,14,13,12,1],"labels":[1,3,2,1,0,0,0,0,0,0,0,0,0,0,0,0,1],"bounds":[0,3,4,5,6,7,8,9,10,11,12,13,14,15,16]}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4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{"op":1,"pos":4,"saving":238,"cost":8951,"truck":4653,"drone":5103,"simple":11,"route":[1,11,8,4,2,3,16,10,9,7,6,5,15,14,13,12,1],"labels":[1,3,2,2,1,0,0,0,0,0,0,0,0,0,0,0,1],"bounds":[0,4,5,6,7,8,9,10,11,12,13,14,15,16]}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{"op":1,"pos":5,"saving":187,"cost":8764,"truck":4653,"drone":5042,"simple":10,"route":[1,11,8,4,2,3,16,10,9,7,6,5,15,14,13,12,1],"labels":[1,3,2,2,2,1,0,0,0,0,0,0,0,0,0,0,1],"bounds":[0,5,6,7,8,9,10,11,12,13,14,15,16]}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6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{"op":1,"pos":6,"saving":979,"cost":7785,"truck":4653,"drone":4562,"simple":9,"route":[1,11,8,4,2,3,16,10,9,7,6,5,15,14,13,12,1],"labels":[1,3,2,2,2,2,1,0,0,0,0,0,0,0,0,0,1],"bounds":[0,6,7,8,9,10,11,12,13,14,15,16]}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7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{"op":1,"pos":7,"saving":1161,"cost":6624,"truck":4653,"drone":4011,"simple":8,"route":[1,11,8,4,2,3,16,10,9,7,6,5,15,14,13,12,1],"labels":[1,3,2,2,2,2,2,1,0,0,0,0,0,0,0,0,1],"bounds":[0,7,8,9,10,11,12,13,14,15,16]}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8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{"op":1,"pos":8,"saving":638,"cost":5986,"truck":4653,"drone":3701,"simple":7,"route":[1,11,8,4,2,3,16,10,9,7,6,5,15,14,13,12,1],"labels":[1,3,2,2,2,2,2,2,1,0,0,0,0,0,0,0,1],"bounds":[0,8,9,10,11,12,13,14,15,16]}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9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{"op":1,"pos":9,"saving":181,"cost":5805,"truck":4653,"drone":3975,"simple":6,"route":[1,11,8,4,2,3,16,10,9,7,6,5,15,14,13,12,1],"labels":[1,3,2,2,2,2,2,2,2,1,0,0,0,0,0,0,1],"bounds":[0,9,10,11,12,13,14,15,16]}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10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{"op":1,"pos":10,"saving":195,"cost":5610,"truck":4653,"drone":3895,"simple":5,"route":[1,11,8,4,2,3,16,10,9,7,6,5,15,14,13,12,1],"labels":[1,3,2,2,2,2,2,2,2,2,1,0,0,0,0,0,1],"bounds":[0,10,11,12,13,14,15,16]}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11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{"op":1,"pos":11,"saving":555,"cost":5055,"truck":4653,"drone":3818,"simple":4,"route":[1,11,8,4,2,3,16,10,9,7,6,5,15,14,13,12,1],"labels":[1,3,2,2,2,2,2,2,2,2,2,1,0,0,0,0,1],"bounds":[0,11,12,13,14,15,16]}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12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{"op":1,"pos":12,"saving":116,"cost":4939,"truck":4653,"drone":4103,"simple":3,"route":[1,11,8,4,2,3,16,10,9,7,6,5,15,14,13,12,1],"labels":[1,3,2,2,2,2,2,2,2,2,2,2,1,0,0,0,1],"bounds":[0,12,13,14,15,16]}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13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{"op":1,"pos":13,"saving":185,"cost":4754,"truck":4653,"drone":4155,"simple":2,"route":[1,11,8,4,2,3,16,10,9,7,6,5,15,14,13,12,1],"labels":[1,3,2,2,2,2,2,2,2,2,2,2,2,1,0,0,1],"bounds":[0,13,14,15,16]}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14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{"op":1,"pos":14,"saving":25,"cost":4729,"truck":4653,"drone":4182,"simple":1,"route":[1,11,8,4,2,3,16,10,9,7,6,5,15,14,13,12,1],"labels":[1,3,2,2,2,2,2,2,2,2,2,2,2,2,1,0,1],"bounds":[0,14,15,16]}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greedy_heuristic.cpp: PartitionState::apply, savingForPushLeft, refreshCandidatesAround. Após aplicar, invalida e recalcula candidatos em raio 5. isCurrentCandidate descarta versões antigas. Índice da posição: 15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{"op":1,"pos":15,"saving":76,"cost":4653,"truck":4653,"drone":4152,"simple":0,"route":[1,11,8,4,2,3,16,10,9,7,6,5,15,14,13,12,1],"labels":[1,3,2,2,2,2,2,2,2,2,2,2,2,2,2,1,1],"bounds":[0,15,16]}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Solution(truckRoute, droneRoute, total.duration, total.truck, total.drone). Vetor caminhão omite depósito repetido. Vetor drone [1,11,12] omite repetição. Segmento 1..12 tem caminhão 4235 e drone 4152, duração 4235. Retorno 12..1 custa 418.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{"op":1,"pos":15,"saving":76,"cost":4653,"truck":4653,"drone":4152,"simple":0,"route":[1,11,8,4,2,3,16,10,9,7,6,5,15,14,13,12,1],"labels":[1,3,2,2,2,2,2,2,2,2,2,2,2,2,2,1,1],"bounds":[0,15,16]}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Execução do código local na instância data/descompressed/ulysses16/ulysses16.tsp.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{"op":1,"pos":15,"saving":76,"cost":4653,"truck":4653,"drone":4152,"simple":0,"route":[1,11,8,4,2,3,16,10,9,7,6,5,15,14,13,12,1],"labels":[1,3,2,2,2,2,2,2,2,2,2,2,2,2,2,1,1],"bounds":[0,15,16]}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diagramas usam disposição esquemática fixa, sem escala. Traçado sólido: caminhão, incluindo drone embarcado. Pontilhado: apenas voos. Rótulos: Simple branco, Combined verde, Truck azul, Drone laranja. Depósito 1 em quadrado.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697a0837414d5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0e34a5779b44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2941da4bf54b9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823e9ad4f6465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d87d3079ff4c5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d1b80bbe40449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5e51b722e047b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68f52785534d5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ec3fd9877244f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e23ab133204a02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c2a30ca3584af2" /><Relationship Type="http://schemas.openxmlformats.org/officeDocument/2006/relationships/slideLayout" Target="/ppt/slideLayouts/slideLayout1.xml" Id="Ra900009955c146dc" /><Relationship Type="http://schemas.openxmlformats.org/officeDocument/2006/relationships/slideLayout" Target="/ppt/slideLayouts/slideLayout2.xml" Id="Rc3f268e521ec4b24" /><Relationship Type="http://schemas.openxmlformats.org/officeDocument/2006/relationships/slideLayout" Target="/ppt/slideLayouts/slideLayout3.xml" Id="R62c20280d0a74d74" /><Relationship Type="http://schemas.openxmlformats.org/officeDocument/2006/relationships/slideLayout" Target="/ppt/slideLayouts/slideLayout4.xml" Id="R70f7bcef29ad4fb7" /><Relationship Type="http://schemas.openxmlformats.org/officeDocument/2006/relationships/slideLayout" Target="/ppt/slideLayouts/slideLayout5.xml" Id="R4638d88b49c6404e" /><Relationship Type="http://schemas.openxmlformats.org/officeDocument/2006/relationships/slideLayout" Target="/ppt/slideLayouts/slideLayout6.xml" Id="R5ce2a0e98a894805" /><Relationship Type="http://schemas.openxmlformats.org/officeDocument/2006/relationships/slideLayout" Target="/ppt/slideLayouts/slideLayout7.xml" Id="R837e9173243a48e8" /><Relationship Type="http://schemas.openxmlformats.org/officeDocument/2006/relationships/slideLayout" Target="/ppt/slideLayouts/slideLayout8.xml" Id="R4060e9d91d05423a" /><Relationship Type="http://schemas.openxmlformats.org/officeDocument/2006/relationships/slideLayout" Target="/ppt/slideLayouts/slideLayout9.xml" Id="R322f841801a7444e" /><Relationship Type="http://schemas.openxmlformats.org/officeDocument/2006/relationships/slideLayout" Target="/ppt/slideLayouts/slideLayout10.xml" Id="R22d874add669451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00009955c146dc"/>
    <p:sldLayoutId xmlns:r="http://schemas.openxmlformats.org/officeDocument/2006/relationships" id="2147483650" r:id="Rc3f268e521ec4b24"/>
    <p:sldLayoutId xmlns:r="http://schemas.openxmlformats.org/officeDocument/2006/relationships" id="2147483651" r:id="R62c20280d0a74d74"/>
    <p:sldLayoutId xmlns:r="http://schemas.openxmlformats.org/officeDocument/2006/relationships" id="2147483652" r:id="R70f7bcef29ad4fb7"/>
    <p:sldLayoutId xmlns:r="http://schemas.openxmlformats.org/officeDocument/2006/relationships" id="2147483653" r:id="R4638d88b49c6404e"/>
    <p:sldLayoutId xmlns:r="http://schemas.openxmlformats.org/officeDocument/2006/relationships" id="2147483654" r:id="R5ce2a0e98a894805"/>
    <p:sldLayoutId xmlns:r="http://schemas.openxmlformats.org/officeDocument/2006/relationships" id="2147483655" r:id="R837e9173243a48e8"/>
    <p:sldLayoutId xmlns:r="http://schemas.openxmlformats.org/officeDocument/2006/relationships" id="2147483656" r:id="R4060e9d91d05423a"/>
    <p:sldLayoutId xmlns:r="http://schemas.openxmlformats.org/officeDocument/2006/relationships" id="2147483657" r:id="R322f841801a7444e"/>
    <p:sldLayoutId xmlns:r="http://schemas.openxmlformats.org/officeDocument/2006/relationships" id="2147483658" r:id="R22d874add669451a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114aa0c9347ac" /><Relationship Type="http://schemas.openxmlformats.org/officeDocument/2006/relationships/notesSlide" Target="/ppt/notesSlides/notesSlide1.xml" Id="R63a7c12407c74f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b2c0ea16b14838" /><Relationship Type="http://schemas.openxmlformats.org/officeDocument/2006/relationships/notesSlide" Target="/ppt/notesSlides/notesSlide2.xml" Id="Rec6239aa361747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8682aedd704e9d" /><Relationship Type="http://schemas.openxmlformats.org/officeDocument/2006/relationships/notesSlide" Target="/ppt/notesSlides/notesSlide3.xml" Id="Rd09254fab0d54d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7a57f16e46410a" /><Relationship Type="http://schemas.openxmlformats.org/officeDocument/2006/relationships/notesSlide" Target="/ppt/notesSlides/notesSlide4.xml" Id="Rdca684efcc1241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14a2bc82d047c6" /><Relationship Type="http://schemas.openxmlformats.org/officeDocument/2006/relationships/notesSlide" Target="/ppt/notesSlides/notesSlide5.xml" Id="Rdbe40e6203044e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80c7b6cf404c48" /><Relationship Type="http://schemas.openxmlformats.org/officeDocument/2006/relationships/notesSlide" Target="/ppt/notesSlides/notesSlide6.xml" Id="R9ca5107ce21f4e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f62e2a68354b57" /><Relationship Type="http://schemas.openxmlformats.org/officeDocument/2006/relationships/notesSlide" Target="/ppt/notesSlides/notesSlide7.xml" Id="Rf6c866f12ad440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687defb2624f5e" /><Relationship Type="http://schemas.openxmlformats.org/officeDocument/2006/relationships/notesSlide" Target="/ppt/notesSlides/notesSlide8.xml" Id="Rd2e574cd534840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f7c56ade774c35" /><Relationship Type="http://schemas.openxmlformats.org/officeDocument/2006/relationships/notesSlide" Target="/ppt/notesSlides/notesSlide9.xml" Id="R14e711d3b7b34c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dae9f66bfa4404" /><Relationship Type="http://schemas.openxmlformats.org/officeDocument/2006/relationships/notesSlide" Target="/ppt/notesSlides/notesSlide10.xml" Id="R9c6c55e92dc04e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9017b5756d441e" /><Relationship Type="http://schemas.openxmlformats.org/officeDocument/2006/relationships/notesSlide" Target="/ppt/notesSlides/notesSlide11.xml" Id="R16a36cf7f071477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b1adcd4b834166" /><Relationship Type="http://schemas.openxmlformats.org/officeDocument/2006/relationships/notesSlide" Target="/ppt/notesSlides/notesSlide12.xml" Id="R1d72ddaece96456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73ba8941544ce4" /><Relationship Type="http://schemas.openxmlformats.org/officeDocument/2006/relationships/notesSlide" Target="/ppt/notesSlides/notesSlide13.xml" Id="Rc62e4ba5486a4e5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e0f7e29c8f4757" /><Relationship Type="http://schemas.openxmlformats.org/officeDocument/2006/relationships/notesSlide" Target="/ppt/notesSlides/notesSlide14.xml" Id="Rf1c617bbcb37419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f60bc866e04bfe" /><Relationship Type="http://schemas.openxmlformats.org/officeDocument/2006/relationships/notesSlide" Target="/ppt/notesSlides/notesSlide15.xml" Id="R3149614aefa145b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596df3e96d489b" /><Relationship Type="http://schemas.openxmlformats.org/officeDocument/2006/relationships/notesSlide" Target="/ppt/notesSlides/notesSlide16.xml" Id="R32ae5c79a3924ff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73533fbd2544ed" /><Relationship Type="http://schemas.openxmlformats.org/officeDocument/2006/relationships/notesSlide" Target="/ppt/notesSlides/notesSlide17.xml" Id="Rde5fe99d99ae45e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30d4ed9f634cbf" /><Relationship Type="http://schemas.openxmlformats.org/officeDocument/2006/relationships/notesSlide" Target="/ppt/notesSlides/notesSlide18.xml" Id="Rfd8fa0bf123f464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0d2e5e05384afd" /><Relationship Type="http://schemas.openxmlformats.org/officeDocument/2006/relationships/notesSlide" Target="/ppt/notesSlides/notesSlide19.xml" Id="Rf6b6f351d612416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aca2aa7d034437" /><Relationship Type="http://schemas.openxmlformats.org/officeDocument/2006/relationships/notesSlide" Target="/ppt/notesSlides/notesSlide20.xml" Id="Refa903572f71447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1182c3661d48f1" /><Relationship Type="http://schemas.openxmlformats.org/officeDocument/2006/relationships/notesSlide" Target="/ppt/notesSlides/notesSlide21.xml" Id="R5421cfe97ac44c0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f91efc1bb24ec4" /><Relationship Type="http://schemas.openxmlformats.org/officeDocument/2006/relationships/notesSlide" Target="/ppt/notesSlides/notesSlide22.xml" Id="R23456cafb60946c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65d0db7af54c6a" /><Relationship Type="http://schemas.openxmlformats.org/officeDocument/2006/relationships/notesSlide" Target="/ppt/notesSlides/notesSlide23.xml" Id="R84a7f8ea5c594b0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f5876fda774f40" /><Relationship Type="http://schemas.openxmlformats.org/officeDocument/2006/relationships/notesSlide" Target="/ppt/notesSlides/notesSlide24.xml" Id="Rb4747a23259d404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65dc191c1b46e6" /><Relationship Type="http://schemas.openxmlformats.org/officeDocument/2006/relationships/notesSlide" Target="/ppt/notesSlides/notesSlide25.xml" Id="Rac47d21f3210489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cad576ec5341cf" /><Relationship Type="http://schemas.openxmlformats.org/officeDocument/2006/relationships/notesSlide" Target="/ppt/notesSlides/notesSlide26.xml" Id="R8f0d3cd5243c4df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621f0d334f4d4b" /><Relationship Type="http://schemas.openxmlformats.org/officeDocument/2006/relationships/notesSlide" Target="/ppt/notesSlides/notesSlide27.xml" Id="Raa090c68aa2948a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4e4e76a63b42a4" /><Relationship Type="http://schemas.openxmlformats.org/officeDocument/2006/relationships/notesSlide" Target="/ppt/notesSlides/notesSlide28.xml" Id="R2fa24251373846e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fc9d2a1d354a78" /><Relationship Type="http://schemas.openxmlformats.org/officeDocument/2006/relationships/notesSlide" Target="/ppt/notesSlides/notesSlide29.xml" Id="Ra3f49f5561c5425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14cf0f4ba544db" /><Relationship Type="http://schemas.openxmlformats.org/officeDocument/2006/relationships/notesSlide" Target="/ppt/notesSlides/notesSlide30.xml" Id="R3a0acee826f74f1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a7234076d94e1b" /><Relationship Type="http://schemas.openxmlformats.org/officeDocument/2006/relationships/notesSlide" Target="/ppt/notesSlides/notesSlide31.xml" Id="Rda3e5afe1c4748d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116e7989be464e" /><Relationship Type="http://schemas.openxmlformats.org/officeDocument/2006/relationships/notesSlide" Target="/ppt/notesSlides/notesSlide32.xml" Id="Ra1b84f42b5054c7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628e435d484703" /><Relationship Type="http://schemas.openxmlformats.org/officeDocument/2006/relationships/notesSlide" Target="/ppt/notesSlides/notesSlide33.xml" Id="Ra0a5a4252c56448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acb121e1324cbc" /><Relationship Type="http://schemas.openxmlformats.org/officeDocument/2006/relationships/notesSlide" Target="/ppt/notesSlides/notesSlide34.xml" Id="R7da87d9bb5a140a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36e79cce394d9c" /><Relationship Type="http://schemas.openxmlformats.org/officeDocument/2006/relationships/notesSlide" Target="/ppt/notesSlides/notesSlide35.xml" Id="R73a1f108509b41a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4f65f34a284c4c" /><Relationship Type="http://schemas.openxmlformats.org/officeDocument/2006/relationships/notesSlide" Target="/ppt/notesSlides/notesSlide36.xml" Id="Raa6ea13dcd1a40d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510eab8a234190" /><Relationship Type="http://schemas.openxmlformats.org/officeDocument/2006/relationships/notesSlide" Target="/ppt/notesSlides/notesSlide37.xml" Id="R444d23c11a504df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8480dfa1304bb0" /><Relationship Type="http://schemas.openxmlformats.org/officeDocument/2006/relationships/notesSlide" Target="/ppt/notesSlides/notesSlide38.xml" Id="Rb83a0a111863443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950dfbde8948a8" /><Relationship Type="http://schemas.openxmlformats.org/officeDocument/2006/relationships/notesSlide" Target="/ppt/notesSlides/notesSlide39.xml" Id="Rb7e499cd71a14bc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09174c6a3f47bf" /><Relationship Type="http://schemas.openxmlformats.org/officeDocument/2006/relationships/notesSlide" Target="/ppt/notesSlides/notesSlide40.xml" Id="Ra892c30c63cc4ff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d81195f98347fb" /><Relationship Type="http://schemas.openxmlformats.org/officeDocument/2006/relationships/notesSlide" Target="/ppt/notesSlides/notesSlide41.xml" Id="R989c9654150542d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f506f77f204770" /><Relationship Type="http://schemas.openxmlformats.org/officeDocument/2006/relationships/notesSlide" Target="/ppt/notesSlides/notesSlide42.xml" Id="R2182e9e180c74eb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ea2d6186824274" /><Relationship Type="http://schemas.openxmlformats.org/officeDocument/2006/relationships/notesSlide" Target="/ppt/notesSlides/notesSlide43.xml" Id="Rf7b0cd262a88455f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305626cd454b82" /><Relationship Type="http://schemas.openxmlformats.org/officeDocument/2006/relationships/notesSlide" Target="/ppt/notesSlides/notesSlide44.xml" Id="R3a168f5751cb429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6fc2abcdf44e0a" /><Relationship Type="http://schemas.openxmlformats.org/officeDocument/2006/relationships/notesSlide" Target="/ppt/notesSlides/notesSlide45.xml" Id="R88752e34a9fe400d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cef06278b64c86" /><Relationship Type="http://schemas.openxmlformats.org/officeDocument/2006/relationships/notesSlide" Target="/ppt/notesSlides/notesSlide46.xml" Id="R44ca002ad5c241e9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3d6db665824224" /><Relationship Type="http://schemas.openxmlformats.org/officeDocument/2006/relationships/notesSlide" Target="/ppt/notesSlides/notesSlide47.xml" Id="R33e979540b174b88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5fd8aa694e47eb" /><Relationship Type="http://schemas.openxmlformats.org/officeDocument/2006/relationships/notesSlide" Target="/ppt/notesSlides/notesSlide48.xml" Id="R782efbab5b1c46dc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ad151a67fb40b6" /><Relationship Type="http://schemas.openxmlformats.org/officeDocument/2006/relationships/notesSlide" Target="/ppt/notesSlides/notesSlide49.xml" Id="R27312b0b0df94b2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bd7ea0f98546bb" /><Relationship Type="http://schemas.openxmlformats.org/officeDocument/2006/relationships/notesSlide" Target="/ppt/notesSlides/notesSlide50.xml" Id="R2a8bc53c64d244d1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d04d3b83014f44" /><Relationship Type="http://schemas.openxmlformats.org/officeDocument/2006/relationships/notesSlide" Target="/ppt/notesSlides/notesSlide51.xml" Id="Rc3463f90a4564bf2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0d1913e0b64284" /><Relationship Type="http://schemas.openxmlformats.org/officeDocument/2006/relationships/notesSlide" Target="/ppt/notesSlides/notesSlide52.xml" Id="R5bda56d33bfe48fa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bfc0cefa204f29" /><Relationship Type="http://schemas.openxmlformats.org/officeDocument/2006/relationships/notesSlide" Target="/ppt/notesSlides/notesSlide53.xml" Id="Rb47f4a9740e94edb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3e4efbc4264618" /><Relationship Type="http://schemas.openxmlformats.org/officeDocument/2006/relationships/notesSlide" Target="/ppt/notesSlides/notesSlide54.xml" Id="R389d989f61f84bb6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24f716d7814300" /><Relationship Type="http://schemas.openxmlformats.org/officeDocument/2006/relationships/notesSlide" Target="/ppt/notesSlides/notesSlide55.xml" Id="Rf29546e5c57c4ef5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f7eed7ba6649c6" /><Relationship Type="http://schemas.openxmlformats.org/officeDocument/2006/relationships/notesSlide" Target="/ppt/notesSlides/notesSlide56.xml" Id="R13ed13fd26b34adf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1ef88c69494a76" /><Relationship Type="http://schemas.openxmlformats.org/officeDocument/2006/relationships/notesSlide" Target="/ppt/notesSlides/notesSlide57.xml" Id="Rdedee739a16942a8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5176dd77f04d18" /><Relationship Type="http://schemas.openxmlformats.org/officeDocument/2006/relationships/notesSlide" Target="/ppt/notesSlides/notesSlide58.xml" Id="R2fdfba125a554a01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f0877948154e79" /><Relationship Type="http://schemas.openxmlformats.org/officeDocument/2006/relationships/notesSlide" Target="/ppt/notesSlides/notesSlide59.xml" Id="Rcb244bdcf5cc4132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3ec834647c447c" /><Relationship Type="http://schemas.openxmlformats.org/officeDocument/2006/relationships/notesSlide" Target="/ppt/notesSlides/notesSlide60.xml" Id="Red65068ead444381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97b35ed00f493a" /><Relationship Type="http://schemas.openxmlformats.org/officeDocument/2006/relationships/notesSlide" Target="/ppt/notesSlides/notesSlide61.xml" Id="Rfd9f402ba9bb4d55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f7ab1cc1474dcf" /><Relationship Type="http://schemas.openxmlformats.org/officeDocument/2006/relationships/notesSlide" Target="/ppt/notesSlides/notesSlide62.xml" Id="Rf94901d0a0f94a90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3dc8d089864b60" /><Relationship Type="http://schemas.openxmlformats.org/officeDocument/2006/relationships/notesSlide" Target="/ppt/notesSlides/notesSlide63.xml" Id="R4ff049431a8741fb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76397ae99a45e9" /><Relationship Type="http://schemas.openxmlformats.org/officeDocument/2006/relationships/notesSlide" Target="/ppt/notesSlides/notesSlide64.xml" Id="Rd18e163bdfeb4da3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6cfec66dbc45cd" /><Relationship Type="http://schemas.openxmlformats.org/officeDocument/2006/relationships/notesSlide" Target="/ppt/notesSlides/notesSlide65.xml" Id="R53160364982f4df3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d17e337fe94467" /><Relationship Type="http://schemas.openxmlformats.org/officeDocument/2006/relationships/notesSlide" Target="/ppt/notesSlides/notesSlide66.xml" Id="R1a6d20e54c434d09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48ba3f3a36454c" /><Relationship Type="http://schemas.openxmlformats.org/officeDocument/2006/relationships/notesSlide" Target="/ppt/notesSlides/notesSlide67.xml" Id="R54cc9ec70a0c4cc6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ffdb22612f4b79" /><Relationship Type="http://schemas.openxmlformats.org/officeDocument/2006/relationships/notesSlide" Target="/ppt/notesSlides/notesSlide68.xml" Id="R04bef66d13f944bf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ec1968f3fa4f87" /><Relationship Type="http://schemas.openxmlformats.org/officeDocument/2006/relationships/notesSlide" Target="/ppt/notesSlides/notesSlide69.xml" Id="R77b9e4373de048e6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53997538b548c4" /><Relationship Type="http://schemas.openxmlformats.org/officeDocument/2006/relationships/notesSlide" Target="/ppt/notesSlides/notesSlide70.xml" Id="R8298728b1456442d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85074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225">
                <a:solidFill>
                  <a:srgbClr val="EDF5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6225">
                <a:solidFill>
                  <a:srgbClr val="EDF5FE"/>
                </a:solidFill>
                <a:latin typeface="Helvetica Neue"/>
                <a:ea typeface="Helvetica Neue"/>
                <a:cs typeface="Helvetica Neue"/>
              </a:rPr>
              <a:t>Greedy heuristic</a:t>
            </a:r>
          </a:p>
          <a:p xmlns:a="http://schemas.openxmlformats.org/drawingml/2006/main">
            <a:pPr>
              <a:defRPr sz="6225">
                <a:solidFill>
                  <a:srgbClr val="EDF5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6225">
                <a:solidFill>
                  <a:srgbClr val="EDF5FE"/>
                </a:solidFill>
                <a:latin typeface="Helvetica Neue"/>
                <a:ea typeface="Helvetica Neue"/>
                <a:cs typeface="Helvetica Neue"/>
              </a:rPr>
              <a:t>Ulysses16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170707"/>
            <a:ext cx="3568700" cy="6477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DF5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EDF5FE"/>
                </a:solidFill>
                <a:latin typeface="Helvetica Neue"/>
                <a:ea typeface="Helvetica Neue"/>
                <a:cs typeface="Helvetica Neue"/>
              </a:rPr>
              <a:t>Construção passo a passo</a:t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89" y="5170707"/>
            <a:ext cx="3568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800">
                <a:solidFill>
                  <a:srgbClr val="EDF5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EDF5FE"/>
                </a:solidFill>
                <a:latin typeface="Helvetica Neue"/>
                <a:ea typeface="Helvetica Neue"/>
                <a:cs typeface="Helvetica Neue"/>
              </a:rPr>
              <a:t>Caminhão e drone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28" y="623595"/>
            <a:ext cx="319923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TSPD</a:t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3595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Algoritmos de otimização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93EF0B2D-B0E9-4615-B56E-DDC1C0D1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7A8CA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5501912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instância e a representação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BDE4FF6D-180B-49D4-9F2A-46C11A86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ENTRADA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E714991B-F110-45ED-B16F-2E04D1B8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3049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36" name="Vértice 1">
            <a:extLst xmlns:a="http://schemas.openxmlformats.org/drawingml/2006/main">
              <a:ext uri="{FF2B5EF4-FFF2-40B4-BE49-F238E27FC236}">
                <a16:creationId xmlns:a16="http://schemas.microsoft.com/office/drawing/2014/main" id="{423958EF-8C43-4032-AB2E-C8067F6F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37" name="Vértice 2">
            <a:extLst xmlns:a="http://schemas.openxmlformats.org/drawingml/2006/main">
              <a:ext uri="{FF2B5EF4-FFF2-40B4-BE49-F238E27FC236}">
                <a16:creationId xmlns:a16="http://schemas.microsoft.com/office/drawing/2014/main" id="{C311DE48-1D52-47EC-AAE9-52B11AC7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38" name="Vértice 3">
            <a:extLst xmlns:a="http://schemas.openxmlformats.org/drawingml/2006/main">
              <a:ext uri="{FF2B5EF4-FFF2-40B4-BE49-F238E27FC236}">
                <a16:creationId xmlns:a16="http://schemas.microsoft.com/office/drawing/2014/main" id="{2B003132-ED69-49A6-96F2-7F80BA2D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39" name="Vértice 4">
            <a:extLst xmlns:a="http://schemas.openxmlformats.org/drawingml/2006/main">
              <a:ext uri="{FF2B5EF4-FFF2-40B4-BE49-F238E27FC236}">
                <a16:creationId xmlns:a16="http://schemas.microsoft.com/office/drawing/2014/main" id="{6B2D88E6-3B58-4069-9E33-261EC113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40" name="Vértice 5">
            <a:extLst xmlns:a="http://schemas.openxmlformats.org/drawingml/2006/main">
              <a:ext uri="{FF2B5EF4-FFF2-40B4-BE49-F238E27FC236}">
                <a16:creationId xmlns:a16="http://schemas.microsoft.com/office/drawing/2014/main" id="{E1F4C986-FC04-4F8D-9E7A-4961F2E5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41" name="Vértice 6">
            <a:extLst xmlns:a="http://schemas.openxmlformats.org/drawingml/2006/main">
              <a:ext uri="{FF2B5EF4-FFF2-40B4-BE49-F238E27FC236}">
                <a16:creationId xmlns:a16="http://schemas.microsoft.com/office/drawing/2014/main" id="{6C93EAD6-02C0-429B-9884-24729C28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42" name="Vértice 7">
            <a:extLst xmlns:a="http://schemas.openxmlformats.org/drawingml/2006/main">
              <a:ext uri="{FF2B5EF4-FFF2-40B4-BE49-F238E27FC236}">
                <a16:creationId xmlns:a16="http://schemas.microsoft.com/office/drawing/2014/main" id="{D096989F-79D7-4AC8-989C-1723BC50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43" name="Vértice 8">
            <a:extLst xmlns:a="http://schemas.openxmlformats.org/drawingml/2006/main">
              <a:ext uri="{FF2B5EF4-FFF2-40B4-BE49-F238E27FC236}">
                <a16:creationId xmlns:a16="http://schemas.microsoft.com/office/drawing/2014/main" id="{BA8BF72E-C446-48E9-8750-279D7FF9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44" name="Vértice 9">
            <a:extLst xmlns:a="http://schemas.openxmlformats.org/drawingml/2006/main">
              <a:ext uri="{FF2B5EF4-FFF2-40B4-BE49-F238E27FC236}">
                <a16:creationId xmlns:a16="http://schemas.microsoft.com/office/drawing/2014/main" id="{70374F3D-D7CE-406B-BD04-5AD686BA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45" name="Vértice 10">
            <a:extLst xmlns:a="http://schemas.openxmlformats.org/drawingml/2006/main">
              <a:ext uri="{FF2B5EF4-FFF2-40B4-BE49-F238E27FC236}">
                <a16:creationId xmlns:a16="http://schemas.microsoft.com/office/drawing/2014/main" id="{34572FF8-9873-4A4C-B327-46077709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46" name="Vértice 11">
            <a:extLst xmlns:a="http://schemas.openxmlformats.org/drawingml/2006/main">
              <a:ext uri="{FF2B5EF4-FFF2-40B4-BE49-F238E27FC236}">
                <a16:creationId xmlns:a16="http://schemas.microsoft.com/office/drawing/2014/main" id="{41D4BB14-BB2C-4580-B9CD-64F49537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47" name="Vértice 12">
            <a:extLst xmlns:a="http://schemas.openxmlformats.org/drawingml/2006/main">
              <a:ext uri="{FF2B5EF4-FFF2-40B4-BE49-F238E27FC236}">
                <a16:creationId xmlns:a16="http://schemas.microsoft.com/office/drawing/2014/main" id="{E0358309-1878-404F-95CC-42B51AEB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48" name="Vértice 13">
            <a:extLst xmlns:a="http://schemas.openxmlformats.org/drawingml/2006/main">
              <a:ext uri="{FF2B5EF4-FFF2-40B4-BE49-F238E27FC236}">
                <a16:creationId xmlns:a16="http://schemas.microsoft.com/office/drawing/2014/main" id="{F5C850B0-98B9-4B98-9CC9-90A11905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49" name="Vértice 14">
            <a:extLst xmlns:a="http://schemas.openxmlformats.org/drawingml/2006/main">
              <a:ext uri="{FF2B5EF4-FFF2-40B4-BE49-F238E27FC236}">
                <a16:creationId xmlns:a16="http://schemas.microsoft.com/office/drawing/2014/main" id="{467AEBC6-4719-4ADE-97F4-10B473B3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50" name="Vértice 15">
            <a:extLst xmlns:a="http://schemas.openxmlformats.org/drawingml/2006/main">
              <a:ext uri="{FF2B5EF4-FFF2-40B4-BE49-F238E27FC236}">
                <a16:creationId xmlns:a16="http://schemas.microsoft.com/office/drawing/2014/main" id="{472EA992-6B5A-43C2-87A0-DEFE1CD3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51" name="Vértice 16">
            <a:extLst xmlns:a="http://schemas.openxmlformats.org/drawingml/2006/main">
              <a:ext uri="{FF2B5EF4-FFF2-40B4-BE49-F238E27FC236}">
                <a16:creationId xmlns:a16="http://schemas.microsoft.com/office/drawing/2014/main" id="{4D593BDF-1BC1-4CD2-8FCC-B0066463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4F4309DA-FC9D-4F5F-9EA4-DFA49536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372688EC-35E2-4535-8A03-5247F358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045EBB69-CF81-490E-956D-7FF7D4C7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0672E6FF-6412-4A86-9535-CA87D65C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443C179A-3462-4E8C-B0B8-CFE71253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A6CA2044-7121-45D7-B86D-DFD800E5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 vértices, com o vértice 1 como depósito. O leitor cria as 120 arestas do grafo completo.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745B283B-BFCA-45A1-8137-CB0E8714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código usa distâncias GEO arredondadas para cima. Os custos exibidos são unidades do código.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2892E54E-3086-49C5-98FB-14F6D9F6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Os nós ficam em posições fixas no diagrama. O desenho é esquemático, sem escala geográfica.</a:t>
            </a:r>
          </a:p>
        </p:txBody>
      </p:sp>
    </p:spTree>
    <p:extLst>
      <p:ext uri="{BB962C8B-B14F-4D97-AF65-F5344CB8AC3E}">
        <p14:creationId xmlns:p14="http://schemas.microsoft.com/office/powerpoint/2010/main" val="8208737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01 · aresta 13–14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51014015-27BA-4CE5-8F1B-E4D31F81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0BAC961-85DB-4F41-B5AA-6F98270D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Vértice 1">
            <a:extLst xmlns:a="http://schemas.openxmlformats.org/drawingml/2006/main">
              <a:ext uri="{FF2B5EF4-FFF2-40B4-BE49-F238E27FC236}">
                <a16:creationId xmlns:a16="http://schemas.microsoft.com/office/drawing/2014/main" id="{FEB35B61-F44B-42A9-903C-A0CE6360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37" name="Vértice 2">
            <a:extLst xmlns:a="http://schemas.openxmlformats.org/drawingml/2006/main">
              <a:ext uri="{FF2B5EF4-FFF2-40B4-BE49-F238E27FC236}">
                <a16:creationId xmlns:a16="http://schemas.microsoft.com/office/drawing/2014/main" id="{08CE0CF7-20DB-4BE7-B1E8-D5857562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38" name="Vértice 3">
            <a:extLst xmlns:a="http://schemas.openxmlformats.org/drawingml/2006/main">
              <a:ext uri="{FF2B5EF4-FFF2-40B4-BE49-F238E27FC236}">
                <a16:creationId xmlns:a16="http://schemas.microsoft.com/office/drawing/2014/main" id="{754E012A-45F1-468C-822A-421BCF95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39" name="Vértice 4">
            <a:extLst xmlns:a="http://schemas.openxmlformats.org/drawingml/2006/main">
              <a:ext uri="{FF2B5EF4-FFF2-40B4-BE49-F238E27FC236}">
                <a16:creationId xmlns:a16="http://schemas.microsoft.com/office/drawing/2014/main" id="{617C2436-0C8C-4111-9263-11F9ADEF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40" name="Vértice 5">
            <a:extLst xmlns:a="http://schemas.openxmlformats.org/drawingml/2006/main">
              <a:ext uri="{FF2B5EF4-FFF2-40B4-BE49-F238E27FC236}">
                <a16:creationId xmlns:a16="http://schemas.microsoft.com/office/drawing/2014/main" id="{0E32CC57-0AF0-4C1A-8F68-BE12D3C3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41" name="Vértice 6">
            <a:extLst xmlns:a="http://schemas.openxmlformats.org/drawingml/2006/main">
              <a:ext uri="{FF2B5EF4-FFF2-40B4-BE49-F238E27FC236}">
                <a16:creationId xmlns:a16="http://schemas.microsoft.com/office/drawing/2014/main" id="{116F2CE3-F833-47DB-8693-708B3C49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42" name="Vértice 7">
            <a:extLst xmlns:a="http://schemas.openxmlformats.org/drawingml/2006/main">
              <a:ext uri="{FF2B5EF4-FFF2-40B4-BE49-F238E27FC236}">
                <a16:creationId xmlns:a16="http://schemas.microsoft.com/office/drawing/2014/main" id="{66A64D39-6661-4686-BF39-1962B677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43" name="Vértice 8">
            <a:extLst xmlns:a="http://schemas.openxmlformats.org/drawingml/2006/main">
              <a:ext uri="{FF2B5EF4-FFF2-40B4-BE49-F238E27FC236}">
                <a16:creationId xmlns:a16="http://schemas.microsoft.com/office/drawing/2014/main" id="{FAE16FD4-886C-4B3E-A914-BA6651DE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44" name="Vértice 9">
            <a:extLst xmlns:a="http://schemas.openxmlformats.org/drawingml/2006/main">
              <a:ext uri="{FF2B5EF4-FFF2-40B4-BE49-F238E27FC236}">
                <a16:creationId xmlns:a16="http://schemas.microsoft.com/office/drawing/2014/main" id="{A4EA59DA-39A1-4366-A2F6-4D5FB35D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45" name="Vértice 10">
            <a:extLst xmlns:a="http://schemas.openxmlformats.org/drawingml/2006/main">
              <a:ext uri="{FF2B5EF4-FFF2-40B4-BE49-F238E27FC236}">
                <a16:creationId xmlns:a16="http://schemas.microsoft.com/office/drawing/2014/main" id="{5229DE2E-96A1-4DD4-A6A6-5B806427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46" name="Vértice 11">
            <a:extLst xmlns:a="http://schemas.openxmlformats.org/drawingml/2006/main">
              <a:ext uri="{FF2B5EF4-FFF2-40B4-BE49-F238E27FC236}">
                <a16:creationId xmlns:a16="http://schemas.microsoft.com/office/drawing/2014/main" id="{6FA553F5-302B-4A59-9015-B0D88E5D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47" name="Vértice 12">
            <a:extLst xmlns:a="http://schemas.openxmlformats.org/drawingml/2006/main">
              <a:ext uri="{FF2B5EF4-FFF2-40B4-BE49-F238E27FC236}">
                <a16:creationId xmlns:a16="http://schemas.microsoft.com/office/drawing/2014/main" id="{85525644-5F1F-4DCA-A064-0EA7AE19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FC945670-3677-405D-B0E6-8504F90A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17" y="192984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49" name="Vértice 13">
            <a:extLst xmlns:a="http://schemas.openxmlformats.org/drawingml/2006/main">
              <a:ext uri="{FF2B5EF4-FFF2-40B4-BE49-F238E27FC236}">
                <a16:creationId xmlns:a16="http://schemas.microsoft.com/office/drawing/2014/main" id="{594A8D6D-1B45-4C0C-A8A2-6859E916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E64F50A5-4075-4B81-98D2-DFC1CAC2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89" y="262203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1" name="Vértice 14">
            <a:extLst xmlns:a="http://schemas.openxmlformats.org/drawingml/2006/main">
              <a:ext uri="{FF2B5EF4-FFF2-40B4-BE49-F238E27FC236}">
                <a16:creationId xmlns:a16="http://schemas.microsoft.com/office/drawing/2014/main" id="{2FF9BFAD-500D-483B-B5C2-F8E9A906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52" name="Vértice 15">
            <a:extLst xmlns:a="http://schemas.openxmlformats.org/drawingml/2006/main">
              <a:ext uri="{FF2B5EF4-FFF2-40B4-BE49-F238E27FC236}">
                <a16:creationId xmlns:a16="http://schemas.microsoft.com/office/drawing/2014/main" id="{CD2472B9-A03D-402D-8B66-31D2BE43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53" name="Vértice 16">
            <a:extLst xmlns:a="http://schemas.openxmlformats.org/drawingml/2006/main">
              <a:ext uri="{FF2B5EF4-FFF2-40B4-BE49-F238E27FC236}">
                <a16:creationId xmlns:a16="http://schemas.microsoft.com/office/drawing/2014/main" id="{DF06555D-2CA7-4854-A041-3AAE32F9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3B4E20D4-ECD5-43F0-BCAE-6CF576BC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FC441D50-510C-4D4E-BD1F-9A2B3809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C7BDCB52-9B48-45D2-BF77-F59F5EE4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3BE00981-53BB-4EE7-A760-1907F07E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16A9C745-E052-4846-987B-81A23A6A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35D329BC-4FB4-4407-BE11-593FECB5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13–14, de peso 52, porque conecta componentes diferentes.</a:t>
            </a:r>
          </a:p>
        </p:txBody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5C8B9135-B397-467B-991A-BEFB255D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1 de 15 arestas. Arestas que fecham ciclos são descartadas.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8518FD36-09A7-41AE-A309-E30A7D59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2E0CDFFA-4BC9-4682-A425-04AF4EE8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52</a:t>
            </a:r>
          </a:p>
        </p:txBody>
      </p:sp>
    </p:spTree>
    <p:extLst>
      <p:ext uri="{BB962C8B-B14F-4D97-AF65-F5344CB8AC3E}">
        <p14:creationId xmlns:p14="http://schemas.microsoft.com/office/powerpoint/2010/main" val="1254367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02 · aresta 1–8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94B30A58-5B72-4FF5-9A6E-F36815AE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5DAFD97B-9A6C-4138-8028-39C3E8DE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92EA7B2F-183D-40C2-8A4E-A09D9FC7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7B773D7D-91C1-4CD9-AC12-28828FC9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3049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38" name="Vértice 1">
            <a:extLst xmlns:a="http://schemas.openxmlformats.org/drawingml/2006/main">
              <a:ext uri="{FF2B5EF4-FFF2-40B4-BE49-F238E27FC236}">
                <a16:creationId xmlns:a16="http://schemas.microsoft.com/office/drawing/2014/main" id="{1B8478AD-1BC5-42AB-978D-264DC2CD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39" name="Vértice 2">
            <a:extLst xmlns:a="http://schemas.openxmlformats.org/drawingml/2006/main">
              <a:ext uri="{FF2B5EF4-FFF2-40B4-BE49-F238E27FC236}">
                <a16:creationId xmlns:a16="http://schemas.microsoft.com/office/drawing/2014/main" id="{D023A190-0BCE-4BAE-AE4B-186E1091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40" name="Vértice 3">
            <a:extLst xmlns:a="http://schemas.openxmlformats.org/drawingml/2006/main">
              <a:ext uri="{FF2B5EF4-FFF2-40B4-BE49-F238E27FC236}">
                <a16:creationId xmlns:a16="http://schemas.microsoft.com/office/drawing/2014/main" id="{923F4E3D-6FAC-4E4D-A2A8-A409CBC9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41" name="Vértice 4">
            <a:extLst xmlns:a="http://schemas.openxmlformats.org/drawingml/2006/main">
              <a:ext uri="{FF2B5EF4-FFF2-40B4-BE49-F238E27FC236}">
                <a16:creationId xmlns:a16="http://schemas.microsoft.com/office/drawing/2014/main" id="{10205771-4DB4-4713-8E0E-E3F845A8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42" name="Vértice 5">
            <a:extLst xmlns:a="http://schemas.openxmlformats.org/drawingml/2006/main">
              <a:ext uri="{FF2B5EF4-FFF2-40B4-BE49-F238E27FC236}">
                <a16:creationId xmlns:a16="http://schemas.microsoft.com/office/drawing/2014/main" id="{AEA41AE4-B0AD-4937-980A-7ACC10A9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43" name="Vértice 6">
            <a:extLst xmlns:a="http://schemas.openxmlformats.org/drawingml/2006/main">
              <a:ext uri="{FF2B5EF4-FFF2-40B4-BE49-F238E27FC236}">
                <a16:creationId xmlns:a16="http://schemas.microsoft.com/office/drawing/2014/main" id="{577CC053-8719-4A77-9B9B-5521FBC1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44" name="Vértice 7">
            <a:extLst xmlns:a="http://schemas.openxmlformats.org/drawingml/2006/main">
              <a:ext uri="{FF2B5EF4-FFF2-40B4-BE49-F238E27FC236}">
                <a16:creationId xmlns:a16="http://schemas.microsoft.com/office/drawing/2014/main" id="{EFA5EC69-2620-4F1F-B3FC-CF757A5A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AA097981-5CCC-49BA-87A0-64F0C69F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333" y="192984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46" name="Vértice 8">
            <a:extLst xmlns:a="http://schemas.openxmlformats.org/drawingml/2006/main">
              <a:ext uri="{FF2B5EF4-FFF2-40B4-BE49-F238E27FC236}">
                <a16:creationId xmlns:a16="http://schemas.microsoft.com/office/drawing/2014/main" id="{155D87F2-3D1E-49BC-A00D-5B60A669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47" name="Vértice 9">
            <a:extLst xmlns:a="http://schemas.openxmlformats.org/drawingml/2006/main">
              <a:ext uri="{FF2B5EF4-FFF2-40B4-BE49-F238E27FC236}">
                <a16:creationId xmlns:a16="http://schemas.microsoft.com/office/drawing/2014/main" id="{4F0E735F-A231-498A-81F5-958B487D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48" name="Vértice 10">
            <a:extLst xmlns:a="http://schemas.openxmlformats.org/drawingml/2006/main">
              <a:ext uri="{FF2B5EF4-FFF2-40B4-BE49-F238E27FC236}">
                <a16:creationId xmlns:a16="http://schemas.microsoft.com/office/drawing/2014/main" id="{1A075268-1F39-43C5-8021-F7F9C878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49" name="Vértice 11">
            <a:extLst xmlns:a="http://schemas.openxmlformats.org/drawingml/2006/main">
              <a:ext uri="{FF2B5EF4-FFF2-40B4-BE49-F238E27FC236}">
                <a16:creationId xmlns:a16="http://schemas.microsoft.com/office/drawing/2014/main" id="{B77D4F31-2F3B-4F52-8687-6420E8CE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50" name="Vértice 12">
            <a:extLst xmlns:a="http://schemas.openxmlformats.org/drawingml/2006/main">
              <a:ext uri="{FF2B5EF4-FFF2-40B4-BE49-F238E27FC236}">
                <a16:creationId xmlns:a16="http://schemas.microsoft.com/office/drawing/2014/main" id="{3B8C5212-4FD3-45C0-B1CA-1ADD195F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51" name="Vértice 13">
            <a:extLst xmlns:a="http://schemas.openxmlformats.org/drawingml/2006/main">
              <a:ext uri="{FF2B5EF4-FFF2-40B4-BE49-F238E27FC236}">
                <a16:creationId xmlns:a16="http://schemas.microsoft.com/office/drawing/2014/main" id="{78F56793-739F-471D-8872-31800F88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52" name="Vértice 14">
            <a:extLst xmlns:a="http://schemas.openxmlformats.org/drawingml/2006/main">
              <a:ext uri="{FF2B5EF4-FFF2-40B4-BE49-F238E27FC236}">
                <a16:creationId xmlns:a16="http://schemas.microsoft.com/office/drawing/2014/main" id="{22104824-CE36-4262-828E-DFCDC06C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53" name="Vértice 15">
            <a:extLst xmlns:a="http://schemas.openxmlformats.org/drawingml/2006/main">
              <a:ext uri="{FF2B5EF4-FFF2-40B4-BE49-F238E27FC236}">
                <a16:creationId xmlns:a16="http://schemas.microsoft.com/office/drawing/2014/main" id="{70E9447F-C9E0-4255-8913-202E6314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54" name="Vértice 16">
            <a:extLst xmlns:a="http://schemas.openxmlformats.org/drawingml/2006/main">
              <a:ext uri="{FF2B5EF4-FFF2-40B4-BE49-F238E27FC236}">
                <a16:creationId xmlns:a16="http://schemas.microsoft.com/office/drawing/2014/main" id="{2EEFB008-9B38-4584-8DED-A619F9A9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EBAFD7D6-60AC-441B-BEA0-66D7577D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730DD178-D038-434F-9581-C4400BA1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1594EF38-9F04-448F-B201-9A1BE434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935B526B-310E-400E-B1F5-F399DC4C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F225D68E-733D-4AE6-BD30-1B5BDDCB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6586A339-D27D-4D5A-B42A-EF3C8457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1–8, de peso 60, porque conecta componentes diferentes.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F81FD678-3FD2-4F6E-BA85-499C26D6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2 de 15 arestas. Arestas que fecham ciclos são descartadas.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3940BF0A-B526-4625-957A-F42319BC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10F1EFE1-6DE9-4255-AEF4-650214E8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112</a:t>
            </a:r>
          </a:p>
        </p:txBody>
      </p:sp>
    </p:spTree>
    <p:extLst>
      <p:ext uri="{BB962C8B-B14F-4D97-AF65-F5344CB8AC3E}">
        <p14:creationId xmlns:p14="http://schemas.microsoft.com/office/powerpoint/2010/main" val="43533398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03 · aresta 12–13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3EF0AF2D-16DD-4CE7-B2B1-8F5961ED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8CAC9EFB-CDFC-46A0-9628-439C7E5B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448084BC-A92A-4FEE-88D2-8409200D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3AA7227F-CDB0-4C73-A0F8-0B508942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Vértice 1">
            <a:extLst xmlns:a="http://schemas.openxmlformats.org/drawingml/2006/main">
              <a:ext uri="{FF2B5EF4-FFF2-40B4-BE49-F238E27FC236}">
                <a16:creationId xmlns:a16="http://schemas.microsoft.com/office/drawing/2014/main" id="{D3BF2558-38D3-40D2-93C0-1BB73A2B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39" name="Vértice 2">
            <a:extLst xmlns:a="http://schemas.openxmlformats.org/drawingml/2006/main">
              <a:ext uri="{FF2B5EF4-FFF2-40B4-BE49-F238E27FC236}">
                <a16:creationId xmlns:a16="http://schemas.microsoft.com/office/drawing/2014/main" id="{3D151934-BBAB-4851-B7F4-4E833DDD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40" name="Vértice 3">
            <a:extLst xmlns:a="http://schemas.openxmlformats.org/drawingml/2006/main">
              <a:ext uri="{FF2B5EF4-FFF2-40B4-BE49-F238E27FC236}">
                <a16:creationId xmlns:a16="http://schemas.microsoft.com/office/drawing/2014/main" id="{838F716D-05C5-4253-951E-BFBD9601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41" name="Vértice 4">
            <a:extLst xmlns:a="http://schemas.openxmlformats.org/drawingml/2006/main">
              <a:ext uri="{FF2B5EF4-FFF2-40B4-BE49-F238E27FC236}">
                <a16:creationId xmlns:a16="http://schemas.microsoft.com/office/drawing/2014/main" id="{6426D632-7FDD-4888-890E-5C40ECB8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42" name="Vértice 5">
            <a:extLst xmlns:a="http://schemas.openxmlformats.org/drawingml/2006/main">
              <a:ext uri="{FF2B5EF4-FFF2-40B4-BE49-F238E27FC236}">
                <a16:creationId xmlns:a16="http://schemas.microsoft.com/office/drawing/2014/main" id="{DF216534-E5BB-42DC-9D19-5AA22505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43" name="Vértice 6">
            <a:extLst xmlns:a="http://schemas.openxmlformats.org/drawingml/2006/main">
              <a:ext uri="{FF2B5EF4-FFF2-40B4-BE49-F238E27FC236}">
                <a16:creationId xmlns:a16="http://schemas.microsoft.com/office/drawing/2014/main" id="{5D15CCC4-8781-4C10-BF02-004768B8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44" name="Vértice 7">
            <a:extLst xmlns:a="http://schemas.openxmlformats.org/drawingml/2006/main">
              <a:ext uri="{FF2B5EF4-FFF2-40B4-BE49-F238E27FC236}">
                <a16:creationId xmlns:a16="http://schemas.microsoft.com/office/drawing/2014/main" id="{EA6F512D-214D-4CB2-BBC0-E2B55126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45" name="Vértice 8">
            <a:extLst xmlns:a="http://schemas.openxmlformats.org/drawingml/2006/main">
              <a:ext uri="{FF2B5EF4-FFF2-40B4-BE49-F238E27FC236}">
                <a16:creationId xmlns:a16="http://schemas.microsoft.com/office/drawing/2014/main" id="{63B4D61F-40DE-4238-B27F-A08F43ED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46" name="Vértice 9">
            <a:extLst xmlns:a="http://schemas.openxmlformats.org/drawingml/2006/main">
              <a:ext uri="{FF2B5EF4-FFF2-40B4-BE49-F238E27FC236}">
                <a16:creationId xmlns:a16="http://schemas.microsoft.com/office/drawing/2014/main" id="{0657E0B0-1151-42C2-9ACF-1F3693E2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47" name="Vértice 10">
            <a:extLst xmlns:a="http://schemas.openxmlformats.org/drawingml/2006/main">
              <a:ext uri="{FF2B5EF4-FFF2-40B4-BE49-F238E27FC236}">
                <a16:creationId xmlns:a16="http://schemas.microsoft.com/office/drawing/2014/main" id="{88340288-39E7-49D4-A6E3-80BA8B2E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48" name="Vértice 11">
            <a:extLst xmlns:a="http://schemas.openxmlformats.org/drawingml/2006/main">
              <a:ext uri="{FF2B5EF4-FFF2-40B4-BE49-F238E27FC236}">
                <a16:creationId xmlns:a16="http://schemas.microsoft.com/office/drawing/2014/main" id="{64BEC8AA-1AEF-450F-90E4-E451CCD2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CEB4AA05-FB6A-461C-83B9-CFEC1F63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257" y="1467336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0" name="Vértice 12">
            <a:extLst xmlns:a="http://schemas.openxmlformats.org/drawingml/2006/main">
              <a:ext uri="{FF2B5EF4-FFF2-40B4-BE49-F238E27FC236}">
                <a16:creationId xmlns:a16="http://schemas.microsoft.com/office/drawing/2014/main" id="{FF011CF7-85D6-4099-8493-A9C329C7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9FD5580B-E52A-4C9B-8B29-D855047B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17" y="192984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2" name="Vértice 13">
            <a:extLst xmlns:a="http://schemas.openxmlformats.org/drawingml/2006/main">
              <a:ext uri="{FF2B5EF4-FFF2-40B4-BE49-F238E27FC236}">
                <a16:creationId xmlns:a16="http://schemas.microsoft.com/office/drawing/2014/main" id="{DB8F5070-7C75-4CD4-8A5B-11855568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53" name="Vértice 14">
            <a:extLst xmlns:a="http://schemas.openxmlformats.org/drawingml/2006/main">
              <a:ext uri="{FF2B5EF4-FFF2-40B4-BE49-F238E27FC236}">
                <a16:creationId xmlns:a16="http://schemas.microsoft.com/office/drawing/2014/main" id="{84367306-D872-489A-B42F-5CCCED58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54" name="Vértice 15">
            <a:extLst xmlns:a="http://schemas.openxmlformats.org/drawingml/2006/main">
              <a:ext uri="{FF2B5EF4-FFF2-40B4-BE49-F238E27FC236}">
                <a16:creationId xmlns:a16="http://schemas.microsoft.com/office/drawing/2014/main" id="{717BA925-6368-421D-8214-38434009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55" name="Vértice 16">
            <a:extLst xmlns:a="http://schemas.openxmlformats.org/drawingml/2006/main">
              <a:ext uri="{FF2B5EF4-FFF2-40B4-BE49-F238E27FC236}">
                <a16:creationId xmlns:a16="http://schemas.microsoft.com/office/drawing/2014/main" id="{1939F7DD-0AEB-4EC2-9444-5DF1EC46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90F9F3D6-B247-4600-9040-C3A62962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D4058647-91EB-4B2D-8A21-B327E9AE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83873D71-0ACB-49B1-9912-6F1C2CC9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CC02743F-8961-49C0-9091-798872FE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0C4835C0-0526-46FE-B06F-CAA0DD11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B8A8D30E-8B53-4D60-85B5-397BE605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12–13, de peso 68, porque conecta componentes diferentes.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D1FA815A-739D-4818-A228-A3413D22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3 de 15 arestas. Arestas que fecham ciclos são descartadas.</a:t>
            </a:r>
          </a:p>
        </p:txBody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1C22419F-2575-47B8-AF39-1EB83DC5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98BA81E5-70EA-439A-9D70-795FBA07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180</a:t>
            </a:r>
          </a:p>
        </p:txBody>
      </p:sp>
    </p:spTree>
    <p:extLst>
      <p:ext uri="{BB962C8B-B14F-4D97-AF65-F5344CB8AC3E}">
        <p14:creationId xmlns:p14="http://schemas.microsoft.com/office/powerpoint/2010/main" val="11391402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04 · aresta 6–7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34DC9E94-983B-4C53-8DFE-AAF90314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6F01DE7E-BD80-44FB-9DDB-0694E365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F6B2F788-EC54-4054-80A6-5DF03C84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CCA81FBC-DBE9-48C4-B88E-FB3EB940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85257C01-3F7E-4A07-BA66-75C0EA83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Vértice 1">
            <a:extLst xmlns:a="http://schemas.openxmlformats.org/drawingml/2006/main">
              <a:ext uri="{FF2B5EF4-FFF2-40B4-BE49-F238E27FC236}">
                <a16:creationId xmlns:a16="http://schemas.microsoft.com/office/drawing/2014/main" id="{986609BC-EBF0-4025-9EF2-077750FB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40" name="Vértice 2">
            <a:extLst xmlns:a="http://schemas.openxmlformats.org/drawingml/2006/main">
              <a:ext uri="{FF2B5EF4-FFF2-40B4-BE49-F238E27FC236}">
                <a16:creationId xmlns:a16="http://schemas.microsoft.com/office/drawing/2014/main" id="{F4D6B5BF-1BF4-4392-8FA5-765D7F4F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41" name="Vértice 3">
            <a:extLst xmlns:a="http://schemas.openxmlformats.org/drawingml/2006/main">
              <a:ext uri="{FF2B5EF4-FFF2-40B4-BE49-F238E27FC236}">
                <a16:creationId xmlns:a16="http://schemas.microsoft.com/office/drawing/2014/main" id="{A9005EDA-2465-4816-954C-A45322F6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42" name="Vértice 4">
            <a:extLst xmlns:a="http://schemas.openxmlformats.org/drawingml/2006/main">
              <a:ext uri="{FF2B5EF4-FFF2-40B4-BE49-F238E27FC236}">
                <a16:creationId xmlns:a16="http://schemas.microsoft.com/office/drawing/2014/main" id="{C94CAC36-6D9A-428F-A84E-33B4B03C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43" name="Vértice 5">
            <a:extLst xmlns:a="http://schemas.openxmlformats.org/drawingml/2006/main">
              <a:ext uri="{FF2B5EF4-FFF2-40B4-BE49-F238E27FC236}">
                <a16:creationId xmlns:a16="http://schemas.microsoft.com/office/drawing/2014/main" id="{06F7A021-5AFA-4ADC-A7B2-0F2D4923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1B479A27-006F-45DA-BF72-E44A01D4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17" y="494720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45" name="Vértice 6">
            <a:extLst xmlns:a="http://schemas.openxmlformats.org/drawingml/2006/main">
              <a:ext uri="{FF2B5EF4-FFF2-40B4-BE49-F238E27FC236}">
                <a16:creationId xmlns:a16="http://schemas.microsoft.com/office/drawing/2014/main" id="{D769FC92-1DFA-46FA-80B7-99D28CCA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085B14B3-E513-44B4-B37F-0BE287C5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257" y="5409714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47" name="Vértice 7">
            <a:extLst xmlns:a="http://schemas.openxmlformats.org/drawingml/2006/main">
              <a:ext uri="{FF2B5EF4-FFF2-40B4-BE49-F238E27FC236}">
                <a16:creationId xmlns:a16="http://schemas.microsoft.com/office/drawing/2014/main" id="{546D211A-6C59-4552-B2E8-ED2432A7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48" name="Vértice 8">
            <a:extLst xmlns:a="http://schemas.openxmlformats.org/drawingml/2006/main">
              <a:ext uri="{FF2B5EF4-FFF2-40B4-BE49-F238E27FC236}">
                <a16:creationId xmlns:a16="http://schemas.microsoft.com/office/drawing/2014/main" id="{70503C41-ED4D-4DBC-AD3E-38170989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49" name="Vértice 9">
            <a:extLst xmlns:a="http://schemas.openxmlformats.org/drawingml/2006/main">
              <a:ext uri="{FF2B5EF4-FFF2-40B4-BE49-F238E27FC236}">
                <a16:creationId xmlns:a16="http://schemas.microsoft.com/office/drawing/2014/main" id="{DAF5FBDF-2CF2-4659-8463-45AB3FAE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50" name="Vértice 10">
            <a:extLst xmlns:a="http://schemas.openxmlformats.org/drawingml/2006/main">
              <a:ext uri="{FF2B5EF4-FFF2-40B4-BE49-F238E27FC236}">
                <a16:creationId xmlns:a16="http://schemas.microsoft.com/office/drawing/2014/main" id="{DF818385-1B6E-4BD9-BC45-BBC5A8A3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51" name="Vértice 11">
            <a:extLst xmlns:a="http://schemas.openxmlformats.org/drawingml/2006/main">
              <a:ext uri="{FF2B5EF4-FFF2-40B4-BE49-F238E27FC236}">
                <a16:creationId xmlns:a16="http://schemas.microsoft.com/office/drawing/2014/main" id="{92BED386-3172-4690-A502-A0625A3D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52" name="Vértice 12">
            <a:extLst xmlns:a="http://schemas.openxmlformats.org/drawingml/2006/main">
              <a:ext uri="{FF2B5EF4-FFF2-40B4-BE49-F238E27FC236}">
                <a16:creationId xmlns:a16="http://schemas.microsoft.com/office/drawing/2014/main" id="{803ABCF6-1F1E-4BCA-A276-E5B9D1EF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53" name="Vértice 13">
            <a:extLst xmlns:a="http://schemas.openxmlformats.org/drawingml/2006/main">
              <a:ext uri="{FF2B5EF4-FFF2-40B4-BE49-F238E27FC236}">
                <a16:creationId xmlns:a16="http://schemas.microsoft.com/office/drawing/2014/main" id="{DDA151DB-EC8D-43F4-9548-9343CD23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54" name="Vértice 14">
            <a:extLst xmlns:a="http://schemas.openxmlformats.org/drawingml/2006/main">
              <a:ext uri="{FF2B5EF4-FFF2-40B4-BE49-F238E27FC236}">
                <a16:creationId xmlns:a16="http://schemas.microsoft.com/office/drawing/2014/main" id="{1E3C7710-66C6-4659-9182-F8083FBF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55" name="Vértice 15">
            <a:extLst xmlns:a="http://schemas.openxmlformats.org/drawingml/2006/main">
              <a:ext uri="{FF2B5EF4-FFF2-40B4-BE49-F238E27FC236}">
                <a16:creationId xmlns:a16="http://schemas.microsoft.com/office/drawing/2014/main" id="{3649D3FB-1BC5-4DA7-9EAB-1E347EC4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56" name="Vértice 16">
            <a:extLst xmlns:a="http://schemas.openxmlformats.org/drawingml/2006/main">
              <a:ext uri="{FF2B5EF4-FFF2-40B4-BE49-F238E27FC236}">
                <a16:creationId xmlns:a16="http://schemas.microsoft.com/office/drawing/2014/main" id="{3F50EF3D-46D4-4E62-BE20-811D0634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7D0728A5-4C46-409F-80FB-CE2168A3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6D1F1113-D853-4764-8D00-B995E8BC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01DFC0F4-F949-485C-BA75-93E762F3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D1FC08EC-D819-48F8-BFAB-93B96C1B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67FBD60B-6B97-470B-B021-9036C262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01603C4F-64B2-4482-857A-4B3E7532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6–7, de peso 115, porque conecta componentes diferentes.</a:t>
            </a:r>
          </a:p>
        </p:txBody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6F7E31CE-E796-4C4C-9C94-334D645B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4 de 15 arestas. Arestas que fecham ciclos são descartadas.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37F00675-873F-4C88-AFBA-A4B1AB23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B7A08F39-3B68-48BB-B591-05CDB81C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295</a:t>
            </a:r>
          </a:p>
        </p:txBody>
      </p:sp>
    </p:spTree>
    <p:extLst>
      <p:ext uri="{BB962C8B-B14F-4D97-AF65-F5344CB8AC3E}">
        <p14:creationId xmlns:p14="http://schemas.microsoft.com/office/powerpoint/2010/main" val="19002397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05 · aresta 2–3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4E7E31C9-DCFE-4C13-9BBB-C28B02F9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7256187D-EF96-4FFF-AA0A-DD9221F6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8A9E2174-3161-433F-82F6-07AF0D2F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484C4416-F020-44F2-9995-07E3DE56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AEB396E4-B401-405B-A73F-B18EDE5A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063DE6C7-9FB6-44B3-8AD1-9EBE7B41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Vértice 1">
            <a:extLst xmlns:a="http://schemas.openxmlformats.org/drawingml/2006/main">
              <a:ext uri="{FF2B5EF4-FFF2-40B4-BE49-F238E27FC236}">
                <a16:creationId xmlns:a16="http://schemas.microsoft.com/office/drawing/2014/main" id="{B8245260-B681-4037-9F96-610378D2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DC648709-7D28-4980-8FA8-89D3EE8A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4385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42" name="Vértice 2">
            <a:extLst xmlns:a="http://schemas.openxmlformats.org/drawingml/2006/main">
              <a:ext uri="{FF2B5EF4-FFF2-40B4-BE49-F238E27FC236}">
                <a16:creationId xmlns:a16="http://schemas.microsoft.com/office/drawing/2014/main" id="{D363C6CD-2DA7-4B4D-81B0-EA4E6B25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1B155FA8-B5CF-4EA0-BD53-0063FC6C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3761" y="425501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44" name="Vértice 3">
            <a:extLst xmlns:a="http://schemas.openxmlformats.org/drawingml/2006/main">
              <a:ext uri="{FF2B5EF4-FFF2-40B4-BE49-F238E27FC236}">
                <a16:creationId xmlns:a16="http://schemas.microsoft.com/office/drawing/2014/main" id="{901E5BE4-4A67-4B0C-8DC8-36125B9B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45" name="Vértice 4">
            <a:extLst xmlns:a="http://schemas.openxmlformats.org/drawingml/2006/main">
              <a:ext uri="{FF2B5EF4-FFF2-40B4-BE49-F238E27FC236}">
                <a16:creationId xmlns:a16="http://schemas.microsoft.com/office/drawing/2014/main" id="{B0B9A5BE-A4D4-4C5C-B5EC-95108150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46" name="Vértice 5">
            <a:extLst xmlns:a="http://schemas.openxmlformats.org/drawingml/2006/main">
              <a:ext uri="{FF2B5EF4-FFF2-40B4-BE49-F238E27FC236}">
                <a16:creationId xmlns:a16="http://schemas.microsoft.com/office/drawing/2014/main" id="{5BAA6130-ECE7-436B-85AC-08FCEDCC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47" name="Vértice 6">
            <a:extLst xmlns:a="http://schemas.openxmlformats.org/drawingml/2006/main">
              <a:ext uri="{FF2B5EF4-FFF2-40B4-BE49-F238E27FC236}">
                <a16:creationId xmlns:a16="http://schemas.microsoft.com/office/drawing/2014/main" id="{89E908D2-C9BC-4F04-8504-35DED200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48" name="Vértice 7">
            <a:extLst xmlns:a="http://schemas.openxmlformats.org/drawingml/2006/main">
              <a:ext uri="{FF2B5EF4-FFF2-40B4-BE49-F238E27FC236}">
                <a16:creationId xmlns:a16="http://schemas.microsoft.com/office/drawing/2014/main" id="{16DCBAC9-B112-4D91-8166-F4CB4F37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49" name="Vértice 8">
            <a:extLst xmlns:a="http://schemas.openxmlformats.org/drawingml/2006/main">
              <a:ext uri="{FF2B5EF4-FFF2-40B4-BE49-F238E27FC236}">
                <a16:creationId xmlns:a16="http://schemas.microsoft.com/office/drawing/2014/main" id="{18DC8F96-DD0A-4873-9AF1-B3857915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0" name="Vértice 9">
            <a:extLst xmlns:a="http://schemas.openxmlformats.org/drawingml/2006/main">
              <a:ext uri="{FF2B5EF4-FFF2-40B4-BE49-F238E27FC236}">
                <a16:creationId xmlns:a16="http://schemas.microsoft.com/office/drawing/2014/main" id="{5F516568-D460-4CEF-A1AA-7C5BF017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5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1D453D5B-9BCB-4CB8-BAA9-E97F261E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52" name="Vértice 11">
            <a:extLst xmlns:a="http://schemas.openxmlformats.org/drawingml/2006/main">
              <a:ext uri="{FF2B5EF4-FFF2-40B4-BE49-F238E27FC236}">
                <a16:creationId xmlns:a16="http://schemas.microsoft.com/office/drawing/2014/main" id="{5DF53B15-BF00-4E92-9A2D-DF6B3D94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53" name="Vértice 12">
            <a:extLst xmlns:a="http://schemas.openxmlformats.org/drawingml/2006/main">
              <a:ext uri="{FF2B5EF4-FFF2-40B4-BE49-F238E27FC236}">
                <a16:creationId xmlns:a16="http://schemas.microsoft.com/office/drawing/2014/main" id="{285DACD0-FC75-4B1F-B62F-D36D5090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54" name="Vértice 13">
            <a:extLst xmlns:a="http://schemas.openxmlformats.org/drawingml/2006/main">
              <a:ext uri="{FF2B5EF4-FFF2-40B4-BE49-F238E27FC236}">
                <a16:creationId xmlns:a16="http://schemas.microsoft.com/office/drawing/2014/main" id="{F599F7A3-B534-44C5-B495-F8384650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55" name="Vértice 14">
            <a:extLst xmlns:a="http://schemas.openxmlformats.org/drawingml/2006/main">
              <a:ext uri="{FF2B5EF4-FFF2-40B4-BE49-F238E27FC236}">
                <a16:creationId xmlns:a16="http://schemas.microsoft.com/office/drawing/2014/main" id="{852EAD26-E308-4D5C-8589-F59C5BFD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56" name="Vértice 15">
            <a:extLst xmlns:a="http://schemas.openxmlformats.org/drawingml/2006/main">
              <a:ext uri="{FF2B5EF4-FFF2-40B4-BE49-F238E27FC236}">
                <a16:creationId xmlns:a16="http://schemas.microsoft.com/office/drawing/2014/main" id="{FB07FC70-8543-4C0C-9C2E-4AEB0F7B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57" name="Vértice 16">
            <a:extLst xmlns:a="http://schemas.openxmlformats.org/drawingml/2006/main">
              <a:ext uri="{FF2B5EF4-FFF2-40B4-BE49-F238E27FC236}">
                <a16:creationId xmlns:a16="http://schemas.microsoft.com/office/drawing/2014/main" id="{26B042A6-7161-42E2-A32A-2494191E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C4309619-EFB9-4EBB-8FA7-15CE9597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86B440FD-AA7A-4F4B-8916-127481D8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F47D51B5-608F-438E-BA52-0120C33C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29CE84F9-ADAE-4402-9319-24937348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E429EF31-6264-4168-9BED-A61C8CF2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1B7090C3-F726-40FB-AB63-00D5CF35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2–3, de peso 126, porque conecta componentes diferentes.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EAB9B8E4-733D-4D2D-A96D-135E27E2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5 de 15 arestas. Arestas que fecham ciclos são descartadas.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8654188E-E39A-4314-8245-848F141E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DAD92011-6EDA-44F0-BA65-9C55A234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421</a:t>
            </a:r>
          </a:p>
        </p:txBody>
      </p:sp>
    </p:spTree>
    <p:extLst>
      <p:ext uri="{BB962C8B-B14F-4D97-AF65-F5344CB8AC3E}">
        <p14:creationId xmlns:p14="http://schemas.microsoft.com/office/powerpoint/2010/main" val="68377733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06 · aresta 1–16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74F6E18D-51BD-4F90-97E4-D4A143DA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5A7CC224-C94B-4011-AF1D-982E1D8A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9B5CBA54-024C-47E4-B661-7F2F4424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5F2B72C3-30E0-4A4B-B130-21616A97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1A939588-F55B-4A75-AA54-DA6DB0E0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7258AAB9-08EE-48B5-AAC7-E9704080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D1621F5B-7AD3-44AB-BFC0-25512C5D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10D9EC90-E37F-4F2A-89C6-78A78B22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3049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42" name="Vértice 1">
            <a:extLst xmlns:a="http://schemas.openxmlformats.org/drawingml/2006/main">
              <a:ext uri="{FF2B5EF4-FFF2-40B4-BE49-F238E27FC236}">
                <a16:creationId xmlns:a16="http://schemas.microsoft.com/office/drawing/2014/main" id="{1ECCBD7C-DB2B-45A2-84E7-647FEC1D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43" name="Vértice 2">
            <a:extLst xmlns:a="http://schemas.openxmlformats.org/drawingml/2006/main">
              <a:ext uri="{FF2B5EF4-FFF2-40B4-BE49-F238E27FC236}">
                <a16:creationId xmlns:a16="http://schemas.microsoft.com/office/drawing/2014/main" id="{4E870F56-345D-4E00-BCD6-F6EC6267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44" name="Vértice 3">
            <a:extLst xmlns:a="http://schemas.openxmlformats.org/drawingml/2006/main">
              <a:ext uri="{FF2B5EF4-FFF2-40B4-BE49-F238E27FC236}">
                <a16:creationId xmlns:a16="http://schemas.microsoft.com/office/drawing/2014/main" id="{610A3612-C43C-486B-BDAE-D38EF22F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45" name="Vértice 4">
            <a:extLst xmlns:a="http://schemas.openxmlformats.org/drawingml/2006/main">
              <a:ext uri="{FF2B5EF4-FFF2-40B4-BE49-F238E27FC236}">
                <a16:creationId xmlns:a16="http://schemas.microsoft.com/office/drawing/2014/main" id="{D1B66837-6EBF-458E-8900-04EAED87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46" name="Vértice 5">
            <a:extLst xmlns:a="http://schemas.openxmlformats.org/drawingml/2006/main">
              <a:ext uri="{FF2B5EF4-FFF2-40B4-BE49-F238E27FC236}">
                <a16:creationId xmlns:a16="http://schemas.microsoft.com/office/drawing/2014/main" id="{151ABE92-79EA-4258-BDD3-53A66F36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47" name="Vértice 6">
            <a:extLst xmlns:a="http://schemas.openxmlformats.org/drawingml/2006/main">
              <a:ext uri="{FF2B5EF4-FFF2-40B4-BE49-F238E27FC236}">
                <a16:creationId xmlns:a16="http://schemas.microsoft.com/office/drawing/2014/main" id="{3B1DDB31-2271-476A-885B-B05BC737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48" name="Vértice 7">
            <a:extLst xmlns:a="http://schemas.openxmlformats.org/drawingml/2006/main">
              <a:ext uri="{FF2B5EF4-FFF2-40B4-BE49-F238E27FC236}">
                <a16:creationId xmlns:a16="http://schemas.microsoft.com/office/drawing/2014/main" id="{004D796D-E188-42C4-8CEA-D2B8087F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49" name="Vértice 8">
            <a:extLst xmlns:a="http://schemas.openxmlformats.org/drawingml/2006/main">
              <a:ext uri="{FF2B5EF4-FFF2-40B4-BE49-F238E27FC236}">
                <a16:creationId xmlns:a16="http://schemas.microsoft.com/office/drawing/2014/main" id="{B8F325D0-EC07-45DE-AFDF-17F61149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0" name="Vértice 9">
            <a:extLst xmlns:a="http://schemas.openxmlformats.org/drawingml/2006/main">
              <a:ext uri="{FF2B5EF4-FFF2-40B4-BE49-F238E27FC236}">
                <a16:creationId xmlns:a16="http://schemas.microsoft.com/office/drawing/2014/main" id="{6A90BE45-B025-4804-A624-704FEF5A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5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B5465543-005C-49D0-8D22-E9260E2C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52" name="Vértice 11">
            <a:extLst xmlns:a="http://schemas.openxmlformats.org/drawingml/2006/main">
              <a:ext uri="{FF2B5EF4-FFF2-40B4-BE49-F238E27FC236}">
                <a16:creationId xmlns:a16="http://schemas.microsoft.com/office/drawing/2014/main" id="{915D50B7-F013-4804-A756-70E93868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53" name="Vértice 12">
            <a:extLst xmlns:a="http://schemas.openxmlformats.org/drawingml/2006/main">
              <a:ext uri="{FF2B5EF4-FFF2-40B4-BE49-F238E27FC236}">
                <a16:creationId xmlns:a16="http://schemas.microsoft.com/office/drawing/2014/main" id="{B981DBB3-FB86-4455-8DB3-BE3B787E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54" name="Vértice 13">
            <a:extLst xmlns:a="http://schemas.openxmlformats.org/drawingml/2006/main">
              <a:ext uri="{FF2B5EF4-FFF2-40B4-BE49-F238E27FC236}">
                <a16:creationId xmlns:a16="http://schemas.microsoft.com/office/drawing/2014/main" id="{5466C498-A649-424D-BF6F-98B6F0A7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55" name="Vértice 14">
            <a:extLst xmlns:a="http://schemas.openxmlformats.org/drawingml/2006/main">
              <a:ext uri="{FF2B5EF4-FFF2-40B4-BE49-F238E27FC236}">
                <a16:creationId xmlns:a16="http://schemas.microsoft.com/office/drawing/2014/main" id="{3FFDA64C-B6C0-4143-8348-196951F7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56" name="Vértice 15">
            <a:extLst xmlns:a="http://schemas.openxmlformats.org/drawingml/2006/main">
              <a:ext uri="{FF2B5EF4-FFF2-40B4-BE49-F238E27FC236}">
                <a16:creationId xmlns:a16="http://schemas.microsoft.com/office/drawing/2014/main" id="{938E650F-EEC5-4CF0-B686-64F4B991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10B5F35D-66EF-4808-8D9B-E2EE4264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333" y="494720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7A7EFD5A-B70D-4B5C-B885-BF645276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FC01917A-E679-4A6C-B294-051559C1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D8A30E29-2C83-41AB-8BC3-263F1429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5989571E-BCE4-4DF2-BB50-CB1E8D2C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0260EA11-01C2-4F58-ADDE-1FC7AED6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41D1AFD4-1528-4057-885A-0FCBA824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3B219079-C080-4C94-AED7-0B366AF4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1–16, de peso 150, porque conecta componentes diferentes.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2C5AFD14-F4B6-4AEE-A944-2AC49BE9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6 de 15 arestas. Arestas que fecham ciclos são descartadas.</a:t>
            </a:r>
          </a:p>
        </p:txBody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BFA24F96-2BF8-484D-ACDE-196AC8DD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370E8E0F-7F2E-4BDE-8600-20D7CF00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571</a:t>
            </a:r>
          </a:p>
        </p:txBody>
      </p:sp>
    </p:spTree>
    <p:extLst>
      <p:ext uri="{BB962C8B-B14F-4D97-AF65-F5344CB8AC3E}">
        <p14:creationId xmlns:p14="http://schemas.microsoft.com/office/powerpoint/2010/main" val="16797331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07 · aresta 7–12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A60B8CCD-57AB-422B-8A76-91542BB0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6956435D-E994-4EC7-B705-EB30AF18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A2CD672E-5654-47D1-B252-6D630D5E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AEA9770F-E491-401E-A31D-E2D53F77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0A9A5879-C38E-40D1-81CD-59BF119F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F6CC96AF-984E-4DC4-A228-560EFA6F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86E9287F-E0DF-4B1F-BD2E-1ACB2838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A2EBA8B7-D95C-4A7E-B9E4-2905D286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Vértice 1">
            <a:extLst xmlns:a="http://schemas.openxmlformats.org/drawingml/2006/main">
              <a:ext uri="{FF2B5EF4-FFF2-40B4-BE49-F238E27FC236}">
                <a16:creationId xmlns:a16="http://schemas.microsoft.com/office/drawing/2014/main" id="{581DB740-3A61-40DA-8DFE-10260AE7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43" name="Vértice 2">
            <a:extLst xmlns:a="http://schemas.openxmlformats.org/drawingml/2006/main">
              <a:ext uri="{FF2B5EF4-FFF2-40B4-BE49-F238E27FC236}">
                <a16:creationId xmlns:a16="http://schemas.microsoft.com/office/drawing/2014/main" id="{2432601A-D0CB-4326-8D1D-CCDAA6FD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44" name="Vértice 3">
            <a:extLst xmlns:a="http://schemas.openxmlformats.org/drawingml/2006/main">
              <a:ext uri="{FF2B5EF4-FFF2-40B4-BE49-F238E27FC236}">
                <a16:creationId xmlns:a16="http://schemas.microsoft.com/office/drawing/2014/main" id="{C9A621C9-2D03-44A1-83C1-CB717856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45" name="Vértice 4">
            <a:extLst xmlns:a="http://schemas.openxmlformats.org/drawingml/2006/main">
              <a:ext uri="{FF2B5EF4-FFF2-40B4-BE49-F238E27FC236}">
                <a16:creationId xmlns:a16="http://schemas.microsoft.com/office/drawing/2014/main" id="{DD1A6BE0-60D4-4E27-A3B2-A3507CB4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46" name="Vértice 5">
            <a:extLst xmlns:a="http://schemas.openxmlformats.org/drawingml/2006/main">
              <a:ext uri="{FF2B5EF4-FFF2-40B4-BE49-F238E27FC236}">
                <a16:creationId xmlns:a16="http://schemas.microsoft.com/office/drawing/2014/main" id="{E8B06391-CCA5-464A-A39A-78D4AAF7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47" name="Vértice 6">
            <a:extLst xmlns:a="http://schemas.openxmlformats.org/drawingml/2006/main">
              <a:ext uri="{FF2B5EF4-FFF2-40B4-BE49-F238E27FC236}">
                <a16:creationId xmlns:a16="http://schemas.microsoft.com/office/drawing/2014/main" id="{12DECF58-BD8A-4BCD-8213-E2EB2751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4532E52D-B5C0-46EE-9CC2-F50F9848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257" y="5409714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49" name="Vértice 7">
            <a:extLst xmlns:a="http://schemas.openxmlformats.org/drawingml/2006/main">
              <a:ext uri="{FF2B5EF4-FFF2-40B4-BE49-F238E27FC236}">
                <a16:creationId xmlns:a16="http://schemas.microsoft.com/office/drawing/2014/main" id="{7F6CF934-6694-4A6E-87A3-A9EF939E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0" name="Vértice 8">
            <a:extLst xmlns:a="http://schemas.openxmlformats.org/drawingml/2006/main">
              <a:ext uri="{FF2B5EF4-FFF2-40B4-BE49-F238E27FC236}">
                <a16:creationId xmlns:a16="http://schemas.microsoft.com/office/drawing/2014/main" id="{573362E6-DFBC-4F1E-B570-2EC3B7D4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1" name="Vértice 9">
            <a:extLst xmlns:a="http://schemas.openxmlformats.org/drawingml/2006/main">
              <a:ext uri="{FF2B5EF4-FFF2-40B4-BE49-F238E27FC236}">
                <a16:creationId xmlns:a16="http://schemas.microsoft.com/office/drawing/2014/main" id="{A6E9F550-328E-4849-94EE-47F94BAB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5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374E9237-C507-49ED-9506-7B3A35AD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5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B8CC85BE-0B82-4300-853A-DDE7E06C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86740D08-4288-414B-9755-6AE482CB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257" y="1467336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5" name="Vértice 12">
            <a:extLst xmlns:a="http://schemas.openxmlformats.org/drawingml/2006/main">
              <a:ext uri="{FF2B5EF4-FFF2-40B4-BE49-F238E27FC236}">
                <a16:creationId xmlns:a16="http://schemas.microsoft.com/office/drawing/2014/main" id="{18433B9F-96B6-42A5-A827-69BDE313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5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F1704DF3-6FD2-4438-A9C3-F142B0A1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5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E62D0573-2131-400F-B32D-3B86F96C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5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D8330F90-3791-47BE-BE1A-E59ADB07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5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1C58A424-7362-4195-8940-6126EE95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2BE1DA6C-0A65-4122-BA02-0B162E53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F7F94E69-B96D-4003-9417-6D8D909C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A2B3D025-5D2D-45F5-81AE-E9DFD932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32847A01-E96B-4A38-878D-3CBD5250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AA2207E4-62FA-4A46-98EE-3D23EA01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8C5C8DD7-E0C6-4210-8E5B-00CB6BC0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7–12, de peso 177, porque conecta componentes diferentes.</a:t>
            </a:r>
          </a:p>
        </p:txBody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D0209812-4FE7-4533-A6C1-D84C44F1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7 de 15 arestas. Arestas que fecham ciclos são descartadas.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5ED831AC-2CC0-4356-8147-BDB229C5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6DC84846-8CB3-4B3C-B1B5-926D1E20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748</a:t>
            </a:r>
          </a:p>
        </p:txBody>
      </p:sp>
    </p:spTree>
    <p:extLst>
      <p:ext uri="{BB962C8B-B14F-4D97-AF65-F5344CB8AC3E}">
        <p14:creationId xmlns:p14="http://schemas.microsoft.com/office/powerpoint/2010/main" val="126739662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08 · aresta 14–15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2204CF21-82D8-4B8D-AB23-F85B4B13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71B8F418-F61F-46A0-A6CA-9D2DC3D6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525F149E-41AF-4B17-9730-DFAF8266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EE8B0233-B3B2-46FD-981B-DF723EDF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4BC7574B-6C3C-44E9-B8DD-522BB027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D90A010F-5942-4505-833D-9B9DC972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3F35C1CC-8198-464D-8F27-AADA8BAE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E5E4E8E7-D8D1-4C5F-8422-75C135B8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EA6BBF32-0810-4EA0-A735-6DF22CB4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Vértice 1">
            <a:extLst xmlns:a="http://schemas.openxmlformats.org/drawingml/2006/main">
              <a:ext uri="{FF2B5EF4-FFF2-40B4-BE49-F238E27FC236}">
                <a16:creationId xmlns:a16="http://schemas.microsoft.com/office/drawing/2014/main" id="{0933B303-32EB-452C-8691-93604E32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44" name="Vértice 2">
            <a:extLst xmlns:a="http://schemas.openxmlformats.org/drawingml/2006/main">
              <a:ext uri="{FF2B5EF4-FFF2-40B4-BE49-F238E27FC236}">
                <a16:creationId xmlns:a16="http://schemas.microsoft.com/office/drawing/2014/main" id="{33A62EF1-4E62-41BE-8D71-10F4D8EC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45" name="Vértice 3">
            <a:extLst xmlns:a="http://schemas.openxmlformats.org/drawingml/2006/main">
              <a:ext uri="{FF2B5EF4-FFF2-40B4-BE49-F238E27FC236}">
                <a16:creationId xmlns:a16="http://schemas.microsoft.com/office/drawing/2014/main" id="{A2A0CA72-E778-4D01-9B4C-EE698D26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46" name="Vértice 4">
            <a:extLst xmlns:a="http://schemas.openxmlformats.org/drawingml/2006/main">
              <a:ext uri="{FF2B5EF4-FFF2-40B4-BE49-F238E27FC236}">
                <a16:creationId xmlns:a16="http://schemas.microsoft.com/office/drawing/2014/main" id="{B7B32C54-75E9-4718-82F9-5D19FD03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47" name="Vértice 5">
            <a:extLst xmlns:a="http://schemas.openxmlformats.org/drawingml/2006/main">
              <a:ext uri="{FF2B5EF4-FFF2-40B4-BE49-F238E27FC236}">
                <a16:creationId xmlns:a16="http://schemas.microsoft.com/office/drawing/2014/main" id="{37817DEF-3845-4D24-A900-1566A989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48" name="Vértice 6">
            <a:extLst xmlns:a="http://schemas.openxmlformats.org/drawingml/2006/main">
              <a:ext uri="{FF2B5EF4-FFF2-40B4-BE49-F238E27FC236}">
                <a16:creationId xmlns:a16="http://schemas.microsoft.com/office/drawing/2014/main" id="{65F9652E-8D31-4A50-B582-02F7E524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49" name="Vértice 7">
            <a:extLst xmlns:a="http://schemas.openxmlformats.org/drawingml/2006/main">
              <a:ext uri="{FF2B5EF4-FFF2-40B4-BE49-F238E27FC236}">
                <a16:creationId xmlns:a16="http://schemas.microsoft.com/office/drawing/2014/main" id="{6308DE9F-BA2C-45CD-831F-B0D45369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0" name="Vértice 8">
            <a:extLst xmlns:a="http://schemas.openxmlformats.org/drawingml/2006/main">
              <a:ext uri="{FF2B5EF4-FFF2-40B4-BE49-F238E27FC236}">
                <a16:creationId xmlns:a16="http://schemas.microsoft.com/office/drawing/2014/main" id="{EFE81450-2FE3-48D4-923A-5DE105C3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1" name="Vértice 9">
            <a:extLst xmlns:a="http://schemas.openxmlformats.org/drawingml/2006/main">
              <a:ext uri="{FF2B5EF4-FFF2-40B4-BE49-F238E27FC236}">
                <a16:creationId xmlns:a16="http://schemas.microsoft.com/office/drawing/2014/main" id="{3A24CC42-67FF-4569-958D-88A258A0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5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3A286480-1B5A-44B9-A09F-EF50D88A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5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BABC6A5A-BE39-4A91-9292-9A26A1FE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5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5E4E2032-813E-44F7-8D8C-8588B5DF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5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886704FB-0018-479F-9C07-4EB5313E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64CD747B-5440-45A7-9683-7DC660E0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89" y="262203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76174922-4BDE-436B-8E10-D4C66567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366D254D-DCF8-4A5E-8153-E90B7E7C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385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9" name="Vértice 15">
            <a:extLst xmlns:a="http://schemas.openxmlformats.org/drawingml/2006/main">
              <a:ext uri="{FF2B5EF4-FFF2-40B4-BE49-F238E27FC236}">
                <a16:creationId xmlns:a16="http://schemas.microsoft.com/office/drawing/2014/main" id="{D73D8E63-160A-4634-AE77-BE650A0E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0" name="Vértice 16">
            <a:extLst xmlns:a="http://schemas.openxmlformats.org/drawingml/2006/main">
              <a:ext uri="{FF2B5EF4-FFF2-40B4-BE49-F238E27FC236}">
                <a16:creationId xmlns:a16="http://schemas.microsoft.com/office/drawing/2014/main" id="{D7E23D82-79A7-4568-839D-0607529B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E5B1D604-D875-4A44-A116-2DF24B24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4B9D83F2-C6E1-48A7-8A1F-EBF09A80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9271BB7A-73E5-4DFC-9FD7-209A1318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CBAA9D57-FE04-41A2-AF29-89656A3F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38305B3C-3890-491D-8512-CE2DA153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6A9E9EED-FEB0-47A6-9C09-B8BF0D02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14–15, de peso 237, porque conecta componentes diferentes.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F50DC44E-BCAE-40B4-BFAB-1F4845DD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8 de 15 arestas. Arestas que fecham ciclos são descartadas.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35B49315-AE6A-49D7-9209-61F4523C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796A7FC0-ED65-4305-9256-3CA84090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985</a:t>
            </a:r>
          </a:p>
        </p:txBody>
      </p:sp>
    </p:spTree>
    <p:extLst>
      <p:ext uri="{BB962C8B-B14F-4D97-AF65-F5344CB8AC3E}">
        <p14:creationId xmlns:p14="http://schemas.microsoft.com/office/powerpoint/2010/main" val="54345782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09 · aresta 4–8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9F9686C3-A00E-400F-A539-3C6F3778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A8DB200D-FC14-4166-AFC0-23414C4E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E12BDFB3-D72E-4D06-81B8-7D8C62F8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83358D49-AC8B-4330-86D5-C5EB7CA3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81093F8C-5115-496E-88ED-23B06FBB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7C1ADC11-BC7A-470D-B6AA-5E89767D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15D54841-7C64-475D-A1C2-FA3D9735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62EA541F-FFCC-4B57-850F-DD433FF5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9FE6FAF1-B284-4747-9405-E13C30F1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DA3FD40D-D709-47CA-82F0-8B34FFCE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Vértice 1">
            <a:extLst xmlns:a="http://schemas.openxmlformats.org/drawingml/2006/main">
              <a:ext uri="{FF2B5EF4-FFF2-40B4-BE49-F238E27FC236}">
                <a16:creationId xmlns:a16="http://schemas.microsoft.com/office/drawing/2014/main" id="{F40E64E0-4BDF-45E4-9C75-1E17266A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45" name="Vértice 2">
            <a:extLst xmlns:a="http://schemas.openxmlformats.org/drawingml/2006/main">
              <a:ext uri="{FF2B5EF4-FFF2-40B4-BE49-F238E27FC236}">
                <a16:creationId xmlns:a16="http://schemas.microsoft.com/office/drawing/2014/main" id="{AED84B33-F94A-4DA8-96AB-DF2857EE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46" name="Vértice 3">
            <a:extLst xmlns:a="http://schemas.openxmlformats.org/drawingml/2006/main">
              <a:ext uri="{FF2B5EF4-FFF2-40B4-BE49-F238E27FC236}">
                <a16:creationId xmlns:a16="http://schemas.microsoft.com/office/drawing/2014/main" id="{FD083183-FEC9-4502-9DF7-2A3D06B5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BF104ABB-9BFB-41AF-B2FE-F9390AFD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3761" y="262203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48" name="Vértice 4">
            <a:extLst xmlns:a="http://schemas.openxmlformats.org/drawingml/2006/main">
              <a:ext uri="{FF2B5EF4-FFF2-40B4-BE49-F238E27FC236}">
                <a16:creationId xmlns:a16="http://schemas.microsoft.com/office/drawing/2014/main" id="{7C5EA827-02C8-4249-A08E-6530E96A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49" name="Vértice 5">
            <a:extLst xmlns:a="http://schemas.openxmlformats.org/drawingml/2006/main">
              <a:ext uri="{FF2B5EF4-FFF2-40B4-BE49-F238E27FC236}">
                <a16:creationId xmlns:a16="http://schemas.microsoft.com/office/drawing/2014/main" id="{6AEA8DD1-CA15-4EE9-8035-F260BB8F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0" name="Vértice 6">
            <a:extLst xmlns:a="http://schemas.openxmlformats.org/drawingml/2006/main">
              <a:ext uri="{FF2B5EF4-FFF2-40B4-BE49-F238E27FC236}">
                <a16:creationId xmlns:a16="http://schemas.microsoft.com/office/drawing/2014/main" id="{CC7CCD7B-46D6-4C8A-AF6C-7DAB9C09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1" name="Vértice 7">
            <a:extLst xmlns:a="http://schemas.openxmlformats.org/drawingml/2006/main">
              <a:ext uri="{FF2B5EF4-FFF2-40B4-BE49-F238E27FC236}">
                <a16:creationId xmlns:a16="http://schemas.microsoft.com/office/drawing/2014/main" id="{3F02A6D4-CC40-4A01-95F4-3FB1A9F3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9403AB41-0AB8-4672-9AE8-C17E3CEC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333" y="192984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3" name="Vértice 8">
            <a:extLst xmlns:a="http://schemas.openxmlformats.org/drawingml/2006/main">
              <a:ext uri="{FF2B5EF4-FFF2-40B4-BE49-F238E27FC236}">
                <a16:creationId xmlns:a16="http://schemas.microsoft.com/office/drawing/2014/main" id="{50180BD9-62C8-4ECB-BC8D-DE1E3E2C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4" name="Vértice 9">
            <a:extLst xmlns:a="http://schemas.openxmlformats.org/drawingml/2006/main">
              <a:ext uri="{FF2B5EF4-FFF2-40B4-BE49-F238E27FC236}">
                <a16:creationId xmlns:a16="http://schemas.microsoft.com/office/drawing/2014/main" id="{9061C1CB-E3AC-4ECE-A9DB-BA05C132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55" name="Vértice 10">
            <a:extLst xmlns:a="http://schemas.openxmlformats.org/drawingml/2006/main">
              <a:ext uri="{FF2B5EF4-FFF2-40B4-BE49-F238E27FC236}">
                <a16:creationId xmlns:a16="http://schemas.microsoft.com/office/drawing/2014/main" id="{045B0084-1A28-434B-BE6F-C1AAB015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56" name="Vértice 11">
            <a:extLst xmlns:a="http://schemas.openxmlformats.org/drawingml/2006/main">
              <a:ext uri="{FF2B5EF4-FFF2-40B4-BE49-F238E27FC236}">
                <a16:creationId xmlns:a16="http://schemas.microsoft.com/office/drawing/2014/main" id="{6EFD6BC3-2010-41D9-A179-C3A373C7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57" name="Vértice 12">
            <a:extLst xmlns:a="http://schemas.openxmlformats.org/drawingml/2006/main">
              <a:ext uri="{FF2B5EF4-FFF2-40B4-BE49-F238E27FC236}">
                <a16:creationId xmlns:a16="http://schemas.microsoft.com/office/drawing/2014/main" id="{E92ED40C-0744-4AB5-BAC6-CB85EA9F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58" name="Vértice 13">
            <a:extLst xmlns:a="http://schemas.openxmlformats.org/drawingml/2006/main">
              <a:ext uri="{FF2B5EF4-FFF2-40B4-BE49-F238E27FC236}">
                <a16:creationId xmlns:a16="http://schemas.microsoft.com/office/drawing/2014/main" id="{FBC69BD4-C63C-48C5-AA7C-197BC997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59" name="Vértice 14">
            <a:extLst xmlns:a="http://schemas.openxmlformats.org/drawingml/2006/main">
              <a:ext uri="{FF2B5EF4-FFF2-40B4-BE49-F238E27FC236}">
                <a16:creationId xmlns:a16="http://schemas.microsoft.com/office/drawing/2014/main" id="{7E4C1B8B-FE28-4A19-8910-B6AC9775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0" name="Vértice 15">
            <a:extLst xmlns:a="http://schemas.openxmlformats.org/drawingml/2006/main">
              <a:ext uri="{FF2B5EF4-FFF2-40B4-BE49-F238E27FC236}">
                <a16:creationId xmlns:a16="http://schemas.microsoft.com/office/drawing/2014/main" id="{795FAF14-8ACD-4B4F-8BEB-E970AFD9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1" name="Vértice 16">
            <a:extLst xmlns:a="http://schemas.openxmlformats.org/drawingml/2006/main">
              <a:ext uri="{FF2B5EF4-FFF2-40B4-BE49-F238E27FC236}">
                <a16:creationId xmlns:a16="http://schemas.microsoft.com/office/drawing/2014/main" id="{B00AFD46-A1CD-4858-9F47-ED178FD8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52FAFCF7-8699-4B9A-94B0-99ED388E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420746B6-B90A-48DD-A3C0-C98CD8FD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5B5A0E9D-D543-4518-AE13-3488A05A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4A9100C4-566C-44D6-AE72-02170025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EB4C6128-5364-432F-9D0F-01669790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182D398A-06DA-46BA-8E3A-34888759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4–8, de peso 271, porque conecta componentes diferentes.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32DF5168-9ED0-44F9-A302-0C63B824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9 de 15 arestas. Arestas que fecham ciclos são descartadas.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A683ECF8-26FC-4366-9F33-C17EE9CE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21F8C441-0457-4853-855D-E28B6894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1256</a:t>
            </a:r>
          </a:p>
        </p:txBody>
      </p:sp>
    </p:spTree>
    <p:extLst>
      <p:ext uri="{BB962C8B-B14F-4D97-AF65-F5344CB8AC3E}">
        <p14:creationId xmlns:p14="http://schemas.microsoft.com/office/powerpoint/2010/main" val="83119378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10 · aresta 7–10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B3617498-7D41-4DBA-9FAE-7F27F839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3B11B7F0-6EF3-428C-9F47-FB1F6113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3F87A385-E254-4980-9822-36FDBA80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D343F38F-B994-4DF8-956A-28A72A1E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F5C182A1-0ED8-4CCD-9B8C-20DA1036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98BC4091-6500-4E3E-9DEA-22EEDBF5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74BE4E11-66B1-4C17-BD23-743312AB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A68CBB22-C065-494F-9892-753CFAAB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7B23227B-FA68-4F41-954E-B344226F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179C13B9-CB83-4A9E-874E-B87FABC0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1F1CFEE4-9F0A-4D20-B148-D6BC7F40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Vértice 1">
            <a:extLst xmlns:a="http://schemas.openxmlformats.org/drawingml/2006/main">
              <a:ext uri="{FF2B5EF4-FFF2-40B4-BE49-F238E27FC236}">
                <a16:creationId xmlns:a16="http://schemas.microsoft.com/office/drawing/2014/main" id="{32D9854D-E21C-4C41-BCD7-92720218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46" name="Vértice 2">
            <a:extLst xmlns:a="http://schemas.openxmlformats.org/drawingml/2006/main">
              <a:ext uri="{FF2B5EF4-FFF2-40B4-BE49-F238E27FC236}">
                <a16:creationId xmlns:a16="http://schemas.microsoft.com/office/drawing/2014/main" id="{5ABFB0CE-2481-43E9-AFDE-4B8228DC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47" name="Vértice 3">
            <a:extLst xmlns:a="http://schemas.openxmlformats.org/drawingml/2006/main">
              <a:ext uri="{FF2B5EF4-FFF2-40B4-BE49-F238E27FC236}">
                <a16:creationId xmlns:a16="http://schemas.microsoft.com/office/drawing/2014/main" id="{2AE010D6-2978-49AC-8014-82DA4275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48" name="Vértice 4">
            <a:extLst xmlns:a="http://schemas.openxmlformats.org/drawingml/2006/main">
              <a:ext uri="{FF2B5EF4-FFF2-40B4-BE49-F238E27FC236}">
                <a16:creationId xmlns:a16="http://schemas.microsoft.com/office/drawing/2014/main" id="{90F88FE7-0C4F-4F62-8A84-5DBEF342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49" name="Vértice 5">
            <a:extLst xmlns:a="http://schemas.openxmlformats.org/drawingml/2006/main">
              <a:ext uri="{FF2B5EF4-FFF2-40B4-BE49-F238E27FC236}">
                <a16:creationId xmlns:a16="http://schemas.microsoft.com/office/drawing/2014/main" id="{EB57D7EF-B0BA-4975-84D0-682A68C9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0" name="Vértice 6">
            <a:extLst xmlns:a="http://schemas.openxmlformats.org/drawingml/2006/main">
              <a:ext uri="{FF2B5EF4-FFF2-40B4-BE49-F238E27FC236}">
                <a16:creationId xmlns:a16="http://schemas.microsoft.com/office/drawing/2014/main" id="{57FEABE5-FDE2-48E9-A968-43F81BE3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02081F3B-B7D2-49A1-8170-C44E8DAD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257" y="5409714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2" name="Vértice 7">
            <a:extLst xmlns:a="http://schemas.openxmlformats.org/drawingml/2006/main">
              <a:ext uri="{FF2B5EF4-FFF2-40B4-BE49-F238E27FC236}">
                <a16:creationId xmlns:a16="http://schemas.microsoft.com/office/drawing/2014/main" id="{BF0CFCE8-2261-469B-9A5F-41995653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3" name="Vértice 8">
            <a:extLst xmlns:a="http://schemas.openxmlformats.org/drawingml/2006/main">
              <a:ext uri="{FF2B5EF4-FFF2-40B4-BE49-F238E27FC236}">
                <a16:creationId xmlns:a16="http://schemas.microsoft.com/office/drawing/2014/main" id="{57D9AE01-8F4E-46D3-AAF3-AC24FE46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4" name="Vértice 9">
            <a:extLst xmlns:a="http://schemas.openxmlformats.org/drawingml/2006/main">
              <a:ext uri="{FF2B5EF4-FFF2-40B4-BE49-F238E27FC236}">
                <a16:creationId xmlns:a16="http://schemas.microsoft.com/office/drawing/2014/main" id="{B94C240F-21A2-4F0A-B884-AD96FE63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48706506-6E53-4C47-B1B9-D1B7E1A7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93" y="5409714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6" name="Vértice 10">
            <a:extLst xmlns:a="http://schemas.openxmlformats.org/drawingml/2006/main">
              <a:ext uri="{FF2B5EF4-FFF2-40B4-BE49-F238E27FC236}">
                <a16:creationId xmlns:a16="http://schemas.microsoft.com/office/drawing/2014/main" id="{6D5F2CD3-F681-460C-BFFD-E73A2FCD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57" name="Vértice 11">
            <a:extLst xmlns:a="http://schemas.openxmlformats.org/drawingml/2006/main">
              <a:ext uri="{FF2B5EF4-FFF2-40B4-BE49-F238E27FC236}">
                <a16:creationId xmlns:a16="http://schemas.microsoft.com/office/drawing/2014/main" id="{850A5772-1C2A-4D52-BCC2-D315ECA0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58" name="Vértice 12">
            <a:extLst xmlns:a="http://schemas.openxmlformats.org/drawingml/2006/main">
              <a:ext uri="{FF2B5EF4-FFF2-40B4-BE49-F238E27FC236}">
                <a16:creationId xmlns:a16="http://schemas.microsoft.com/office/drawing/2014/main" id="{858EA817-50DB-4C08-AA4D-30E1DF36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59" name="Vértice 13">
            <a:extLst xmlns:a="http://schemas.openxmlformats.org/drawingml/2006/main">
              <a:ext uri="{FF2B5EF4-FFF2-40B4-BE49-F238E27FC236}">
                <a16:creationId xmlns:a16="http://schemas.microsoft.com/office/drawing/2014/main" id="{18BE1653-45B9-4EF9-A119-1CE048BE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0" name="Vértice 14">
            <a:extLst xmlns:a="http://schemas.openxmlformats.org/drawingml/2006/main">
              <a:ext uri="{FF2B5EF4-FFF2-40B4-BE49-F238E27FC236}">
                <a16:creationId xmlns:a16="http://schemas.microsoft.com/office/drawing/2014/main" id="{DE4B9751-C98D-4E8C-8ABD-36E41F4E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1" name="Vértice 15">
            <a:extLst xmlns:a="http://schemas.openxmlformats.org/drawingml/2006/main">
              <a:ext uri="{FF2B5EF4-FFF2-40B4-BE49-F238E27FC236}">
                <a16:creationId xmlns:a16="http://schemas.microsoft.com/office/drawing/2014/main" id="{3A2B8552-1D93-4526-89D0-F85C2CCB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2" name="Vértice 16">
            <a:extLst xmlns:a="http://schemas.openxmlformats.org/drawingml/2006/main">
              <a:ext uri="{FF2B5EF4-FFF2-40B4-BE49-F238E27FC236}">
                <a16:creationId xmlns:a16="http://schemas.microsoft.com/office/drawing/2014/main" id="{6ACBB3D2-976C-4BAB-B276-82DF5DE5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A84F9E2C-15A3-4496-8FCF-612B7B6A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4E1824CD-5084-4653-966F-5E82CA68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A6F53AE9-5917-44D4-A7F9-7B89BBD4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835B3FD4-6DA0-409C-A990-BFA5DB10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29EDDB95-17F3-4C28-A1B4-2C79ED94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BB130596-E565-45F9-8C02-48FD8507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7–10, de peso 288, porque conecta componentes diferentes.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35868499-F54B-42B5-9B19-429C860D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10 de 15 arestas. Arestas que fecham ciclos são descartadas.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4B558747-0AB9-468A-9571-DA080B42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082747E4-1E4D-4284-A1DE-6696DC88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1544</a:t>
            </a:r>
          </a:p>
        </p:txBody>
      </p:sp>
    </p:spTree>
    <p:extLst>
      <p:ext uri="{BB962C8B-B14F-4D97-AF65-F5344CB8AC3E}">
        <p14:creationId xmlns:p14="http://schemas.microsoft.com/office/powerpoint/2010/main" val="200252974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11 · aresta 9–10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4C72B2BA-390B-4CA7-8AEC-017304D1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CABEA8B5-EE24-417A-A80C-7CB35CC4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59D9001C-30E6-4B61-8ED9-89E49192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56C44DEF-A3DA-46D8-931A-DD776016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178DA50D-CCCD-4174-8B54-4D2F9BBD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884490B2-373A-45B6-A592-413F1C21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C00FE579-4D6E-4781-9DD3-1788645D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D9A01B53-337B-48D4-8431-7E56BC16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AB046571-00E3-4F6B-A439-BF8EC54C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D41BAED8-F8BC-4E58-82A6-84E43151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477E4616-D3EB-4A47-AF7A-E292AFD1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7CDF8EB1-CBA8-43D8-AFF1-2DF1149C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Vértice 1">
            <a:extLst xmlns:a="http://schemas.openxmlformats.org/drawingml/2006/main">
              <a:ext uri="{FF2B5EF4-FFF2-40B4-BE49-F238E27FC236}">
                <a16:creationId xmlns:a16="http://schemas.microsoft.com/office/drawing/2014/main" id="{D93BCFA6-2CD6-4A45-B3FD-D2348BFD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47" name="Vértice 2">
            <a:extLst xmlns:a="http://schemas.openxmlformats.org/drawingml/2006/main">
              <a:ext uri="{FF2B5EF4-FFF2-40B4-BE49-F238E27FC236}">
                <a16:creationId xmlns:a16="http://schemas.microsoft.com/office/drawing/2014/main" id="{E2EDE511-8A88-4A4A-882A-4E6E6730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48" name="Vértice 3">
            <a:extLst xmlns:a="http://schemas.openxmlformats.org/drawingml/2006/main">
              <a:ext uri="{FF2B5EF4-FFF2-40B4-BE49-F238E27FC236}">
                <a16:creationId xmlns:a16="http://schemas.microsoft.com/office/drawing/2014/main" id="{8838EA1B-66C0-4319-9221-FE6E7AAD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49" name="Vértice 4">
            <a:extLst xmlns:a="http://schemas.openxmlformats.org/drawingml/2006/main">
              <a:ext uri="{FF2B5EF4-FFF2-40B4-BE49-F238E27FC236}">
                <a16:creationId xmlns:a16="http://schemas.microsoft.com/office/drawing/2014/main" id="{A118EAE0-706A-49E1-AC12-A307A8F9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0" name="Vértice 5">
            <a:extLst xmlns:a="http://schemas.openxmlformats.org/drawingml/2006/main">
              <a:ext uri="{FF2B5EF4-FFF2-40B4-BE49-F238E27FC236}">
                <a16:creationId xmlns:a16="http://schemas.microsoft.com/office/drawing/2014/main" id="{0C97B3F4-84FB-4017-B2A9-C2E1556A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1" name="Vértice 6">
            <a:extLst xmlns:a="http://schemas.openxmlformats.org/drawingml/2006/main">
              <a:ext uri="{FF2B5EF4-FFF2-40B4-BE49-F238E27FC236}">
                <a16:creationId xmlns:a16="http://schemas.microsoft.com/office/drawing/2014/main" id="{CF73DF52-9EED-4A24-B503-B98DA271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2" name="Vértice 7">
            <a:extLst xmlns:a="http://schemas.openxmlformats.org/drawingml/2006/main">
              <a:ext uri="{FF2B5EF4-FFF2-40B4-BE49-F238E27FC236}">
                <a16:creationId xmlns:a16="http://schemas.microsoft.com/office/drawing/2014/main" id="{87BBBC33-4904-42C0-9B61-2AF4307A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3" name="Vértice 8">
            <a:extLst xmlns:a="http://schemas.openxmlformats.org/drawingml/2006/main">
              <a:ext uri="{FF2B5EF4-FFF2-40B4-BE49-F238E27FC236}">
                <a16:creationId xmlns:a16="http://schemas.microsoft.com/office/drawing/2014/main" id="{96D5E34C-7EE6-487E-9A6A-56794241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0C9965E1-FBE8-4F87-A856-34B8D5D3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5721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5" name="Vértice 9">
            <a:extLst xmlns:a="http://schemas.openxmlformats.org/drawingml/2006/main">
              <a:ext uri="{FF2B5EF4-FFF2-40B4-BE49-F238E27FC236}">
                <a16:creationId xmlns:a16="http://schemas.microsoft.com/office/drawing/2014/main" id="{6375AD02-D8FB-4417-AB50-4AE21D20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689CFACE-07AC-4D19-9E16-2E73526A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93" y="5409714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7" name="Vértice 10">
            <a:extLst xmlns:a="http://schemas.openxmlformats.org/drawingml/2006/main">
              <a:ext uri="{FF2B5EF4-FFF2-40B4-BE49-F238E27FC236}">
                <a16:creationId xmlns:a16="http://schemas.microsoft.com/office/drawing/2014/main" id="{5F5C98D1-C89B-4487-87BB-CA9BCCB5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58" name="Vértice 11">
            <a:extLst xmlns:a="http://schemas.openxmlformats.org/drawingml/2006/main">
              <a:ext uri="{FF2B5EF4-FFF2-40B4-BE49-F238E27FC236}">
                <a16:creationId xmlns:a16="http://schemas.microsoft.com/office/drawing/2014/main" id="{31D60EE3-31AE-40B9-90D0-C03F6EDF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59" name="Vértice 12">
            <a:extLst xmlns:a="http://schemas.openxmlformats.org/drawingml/2006/main">
              <a:ext uri="{FF2B5EF4-FFF2-40B4-BE49-F238E27FC236}">
                <a16:creationId xmlns:a16="http://schemas.microsoft.com/office/drawing/2014/main" id="{998012D7-283A-4A2A-81BD-A1F4A3BB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0" name="Vértice 13">
            <a:extLst xmlns:a="http://schemas.openxmlformats.org/drawingml/2006/main">
              <a:ext uri="{FF2B5EF4-FFF2-40B4-BE49-F238E27FC236}">
                <a16:creationId xmlns:a16="http://schemas.microsoft.com/office/drawing/2014/main" id="{9DE01C9C-4B5D-4479-8359-0EE8373F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1" name="Vértice 14">
            <a:extLst xmlns:a="http://schemas.openxmlformats.org/drawingml/2006/main">
              <a:ext uri="{FF2B5EF4-FFF2-40B4-BE49-F238E27FC236}">
                <a16:creationId xmlns:a16="http://schemas.microsoft.com/office/drawing/2014/main" id="{573DF1D9-CE6B-4296-AC01-702048C5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2" name="Vértice 15">
            <a:extLst xmlns:a="http://schemas.openxmlformats.org/drawingml/2006/main">
              <a:ext uri="{FF2B5EF4-FFF2-40B4-BE49-F238E27FC236}">
                <a16:creationId xmlns:a16="http://schemas.microsoft.com/office/drawing/2014/main" id="{E9018948-115C-41A3-B4EC-9E08CAD4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3" name="Vértice 16">
            <a:extLst xmlns:a="http://schemas.openxmlformats.org/drawingml/2006/main">
              <a:ext uri="{FF2B5EF4-FFF2-40B4-BE49-F238E27FC236}">
                <a16:creationId xmlns:a16="http://schemas.microsoft.com/office/drawing/2014/main" id="{A3565A16-223A-401E-9C50-4B8EC283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C81EFD22-D1E4-4829-ADDC-07EB5CC6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93DC807C-57F7-45BC-AE8E-3C5F2647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9DE653E2-54CF-4A79-8A62-D904C7F3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B5085674-BCF0-4153-8D1C-21DAAC5D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9EA9FE8A-5A93-48C4-9686-4BE38690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947CBD32-5A8A-41B8-A8A6-E23678A4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9–10, de peso 328, porque conecta componentes diferentes.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36B6F6E1-06D3-4E76-AB02-ACD14463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11 de 15 arestas. Arestas que fecham ciclos são descartadas.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63017CFB-8877-4CCB-B925-82E95C24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2D69C6BA-BED7-4575-BB38-DA3FCD5F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1872</a:t>
            </a:r>
          </a:p>
        </p:txBody>
      </p:sp>
    </p:spTree>
    <p:extLst>
      <p:ext uri="{BB962C8B-B14F-4D97-AF65-F5344CB8AC3E}">
        <p14:creationId xmlns:p14="http://schemas.microsoft.com/office/powerpoint/2010/main" val="3033767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12 · aresta 5–15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BDEB73D1-65B2-44B4-B95A-63B1E4F0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3B36D94C-311A-47E8-998E-EA360DB6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BD1EFF33-D2A6-49F3-8A3A-0DF8E371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2B6CFCB9-3819-4A4C-9CF7-C50B0A86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7998E56E-9C76-41FC-A352-CE4A6404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1E687183-6E42-4139-AC5F-CEF8B81C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F8FDECE9-AFA2-48B5-BCA8-9961981E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E7795805-B496-4B62-98DD-CCD3A396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ED26FDA2-A173-4DBF-A9FD-19629DF1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DFC23DDB-62D2-4727-AFB9-8C71BE4F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7EC2CBB8-509B-4CE2-87A3-E8355B4A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57CE763A-A2D4-49AC-954F-B48301EA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17A7572F-E4B5-4DAD-9817-A4D70D3F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Vértice 1">
            <a:extLst xmlns:a="http://schemas.openxmlformats.org/drawingml/2006/main">
              <a:ext uri="{FF2B5EF4-FFF2-40B4-BE49-F238E27FC236}">
                <a16:creationId xmlns:a16="http://schemas.microsoft.com/office/drawing/2014/main" id="{51480198-FD59-4C8F-9543-7592E677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48" name="Vértice 2">
            <a:extLst xmlns:a="http://schemas.openxmlformats.org/drawingml/2006/main">
              <a:ext uri="{FF2B5EF4-FFF2-40B4-BE49-F238E27FC236}">
                <a16:creationId xmlns:a16="http://schemas.microsoft.com/office/drawing/2014/main" id="{96336F30-F8B6-4431-9867-9FDECCC5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49" name="Vértice 3">
            <a:extLst xmlns:a="http://schemas.openxmlformats.org/drawingml/2006/main">
              <a:ext uri="{FF2B5EF4-FFF2-40B4-BE49-F238E27FC236}">
                <a16:creationId xmlns:a16="http://schemas.microsoft.com/office/drawing/2014/main" id="{6E8DC70B-47E6-410E-9F34-DC9CB7FA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0" name="Vértice 4">
            <a:extLst xmlns:a="http://schemas.openxmlformats.org/drawingml/2006/main">
              <a:ext uri="{FF2B5EF4-FFF2-40B4-BE49-F238E27FC236}">
                <a16:creationId xmlns:a16="http://schemas.microsoft.com/office/drawing/2014/main" id="{865DB531-CAB3-4558-A13E-38A90307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B883DF75-33F0-4EC3-8C4C-26ED4BCB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89" y="425501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2" name="Vértice 5">
            <a:extLst xmlns:a="http://schemas.openxmlformats.org/drawingml/2006/main">
              <a:ext uri="{FF2B5EF4-FFF2-40B4-BE49-F238E27FC236}">
                <a16:creationId xmlns:a16="http://schemas.microsoft.com/office/drawing/2014/main" id="{B94C2A92-E13C-4908-80C1-981DCCC4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3" name="Vértice 6">
            <a:extLst xmlns:a="http://schemas.openxmlformats.org/drawingml/2006/main">
              <a:ext uri="{FF2B5EF4-FFF2-40B4-BE49-F238E27FC236}">
                <a16:creationId xmlns:a16="http://schemas.microsoft.com/office/drawing/2014/main" id="{BE77C2D9-CE96-4767-9A32-50A59304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4" name="Vértice 7">
            <a:extLst xmlns:a="http://schemas.openxmlformats.org/drawingml/2006/main">
              <a:ext uri="{FF2B5EF4-FFF2-40B4-BE49-F238E27FC236}">
                <a16:creationId xmlns:a16="http://schemas.microsoft.com/office/drawing/2014/main" id="{522A8685-6A21-45A6-B0FC-629B8573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5" name="Vértice 8">
            <a:extLst xmlns:a="http://schemas.openxmlformats.org/drawingml/2006/main">
              <a:ext uri="{FF2B5EF4-FFF2-40B4-BE49-F238E27FC236}">
                <a16:creationId xmlns:a16="http://schemas.microsoft.com/office/drawing/2014/main" id="{91FCE33D-2E4C-4134-9A32-D2983D9A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6" name="Vértice 9">
            <a:extLst xmlns:a="http://schemas.openxmlformats.org/drawingml/2006/main">
              <a:ext uri="{FF2B5EF4-FFF2-40B4-BE49-F238E27FC236}">
                <a16:creationId xmlns:a16="http://schemas.microsoft.com/office/drawing/2014/main" id="{0B03853F-B2D8-46DB-ADB6-17D276B1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57" name="Vértice 10">
            <a:extLst xmlns:a="http://schemas.openxmlformats.org/drawingml/2006/main">
              <a:ext uri="{FF2B5EF4-FFF2-40B4-BE49-F238E27FC236}">
                <a16:creationId xmlns:a16="http://schemas.microsoft.com/office/drawing/2014/main" id="{95D54FDF-930E-4D28-A6E9-4CB437DD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58" name="Vértice 11">
            <a:extLst xmlns:a="http://schemas.openxmlformats.org/drawingml/2006/main">
              <a:ext uri="{FF2B5EF4-FFF2-40B4-BE49-F238E27FC236}">
                <a16:creationId xmlns:a16="http://schemas.microsoft.com/office/drawing/2014/main" id="{A6C9C914-8A63-4C4A-80BF-B241D547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59" name="Vértice 12">
            <a:extLst xmlns:a="http://schemas.openxmlformats.org/drawingml/2006/main">
              <a:ext uri="{FF2B5EF4-FFF2-40B4-BE49-F238E27FC236}">
                <a16:creationId xmlns:a16="http://schemas.microsoft.com/office/drawing/2014/main" id="{6AE0AF4E-A29A-4DAB-86C5-6E1C0104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0" name="Vértice 13">
            <a:extLst xmlns:a="http://schemas.openxmlformats.org/drawingml/2006/main">
              <a:ext uri="{FF2B5EF4-FFF2-40B4-BE49-F238E27FC236}">
                <a16:creationId xmlns:a16="http://schemas.microsoft.com/office/drawing/2014/main" id="{23A7AED3-53FF-4E8A-A8B1-59CF2B68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1" name="Vértice 14">
            <a:extLst xmlns:a="http://schemas.openxmlformats.org/drawingml/2006/main">
              <a:ext uri="{FF2B5EF4-FFF2-40B4-BE49-F238E27FC236}">
                <a16:creationId xmlns:a16="http://schemas.microsoft.com/office/drawing/2014/main" id="{E710968C-19DC-412B-9B5D-EDCA4E21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E5452D27-7A4E-4A15-8D8D-CFB04C70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385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3" name="Vértice 15">
            <a:extLst xmlns:a="http://schemas.openxmlformats.org/drawingml/2006/main">
              <a:ext uri="{FF2B5EF4-FFF2-40B4-BE49-F238E27FC236}">
                <a16:creationId xmlns:a16="http://schemas.microsoft.com/office/drawing/2014/main" id="{85FA843D-141A-46AC-AE79-35FF5F85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4" name="Vértice 16">
            <a:extLst xmlns:a="http://schemas.openxmlformats.org/drawingml/2006/main">
              <a:ext uri="{FF2B5EF4-FFF2-40B4-BE49-F238E27FC236}">
                <a16:creationId xmlns:a16="http://schemas.microsoft.com/office/drawing/2014/main" id="{83AD2851-007C-41A0-BD5F-22F3C4B7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95BD5119-DC66-495B-B5E9-6618AFEE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89E2973C-2BBE-415A-9D4C-53B8529E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75C59260-A152-48D3-AA34-A841A300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1FFD97FB-218B-40A9-926F-5756028E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52D98910-583A-46F4-97CF-9285B192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74EE7FA2-04A3-43A7-8040-3334367D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5–15, de peso 401, porque conecta componentes diferentes.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19373806-43CE-4620-BDC8-F2562586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12 de 15 arestas. Arestas que fecham ciclos são descartadas.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9F53AE73-1EAC-47BE-9308-44EA49FD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7C45B4CE-BDFF-4AEF-A135-6548937E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2273</a:t>
            </a:r>
          </a:p>
        </p:txBody>
      </p:sp>
    </p:spTree>
    <p:extLst>
      <p:ext uri="{BB962C8B-B14F-4D97-AF65-F5344CB8AC3E}">
        <p14:creationId xmlns:p14="http://schemas.microsoft.com/office/powerpoint/2010/main" val="51017339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13 · aresta 13–16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21411C1C-B7F8-4790-B9E5-D700DEC9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430F9545-0FC6-4CF1-ADA4-2E33E3AD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CD51D909-AD19-463A-8B3C-F3FABBED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33D4FFF1-A4E4-443D-8795-B967F570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76AB777D-1173-43EE-87F6-CDF05A42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F813410A-B1E5-4802-AEDF-1C220450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59B104FD-5DBF-4E8D-ABAE-EC3C367E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0B2AFC3E-D465-49F8-ABAD-BD47733E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F064F86D-50DD-4A75-9ECE-D21EA920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AB056B82-20D9-4F84-9C14-954975D2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1454A31A-FB81-418B-B959-1376567B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921759D6-40E7-446F-9AE7-5B474D66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0D744331-3E18-4BC7-AFD5-44C0B915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EEC3DE40-6305-47F3-B915-8B049697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Vértice 1">
            <a:extLst xmlns:a="http://schemas.openxmlformats.org/drawingml/2006/main">
              <a:ext uri="{FF2B5EF4-FFF2-40B4-BE49-F238E27FC236}">
                <a16:creationId xmlns:a16="http://schemas.microsoft.com/office/drawing/2014/main" id="{98B3C593-F48A-4AC6-AD62-A792560C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49" name="Vértice 2">
            <a:extLst xmlns:a="http://schemas.openxmlformats.org/drawingml/2006/main">
              <a:ext uri="{FF2B5EF4-FFF2-40B4-BE49-F238E27FC236}">
                <a16:creationId xmlns:a16="http://schemas.microsoft.com/office/drawing/2014/main" id="{DDA1801E-01E5-4CAE-8143-C0B2AD90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0" name="Vértice 3">
            <a:extLst xmlns:a="http://schemas.openxmlformats.org/drawingml/2006/main">
              <a:ext uri="{FF2B5EF4-FFF2-40B4-BE49-F238E27FC236}">
                <a16:creationId xmlns:a16="http://schemas.microsoft.com/office/drawing/2014/main" id="{0BC831A9-EA67-4875-B83D-B908D71B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1" name="Vértice 4">
            <a:extLst xmlns:a="http://schemas.openxmlformats.org/drawingml/2006/main">
              <a:ext uri="{FF2B5EF4-FFF2-40B4-BE49-F238E27FC236}">
                <a16:creationId xmlns:a16="http://schemas.microsoft.com/office/drawing/2014/main" id="{256889E4-5048-4AA7-8C44-BDA5E5BE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2" name="Vértice 5">
            <a:extLst xmlns:a="http://schemas.openxmlformats.org/drawingml/2006/main">
              <a:ext uri="{FF2B5EF4-FFF2-40B4-BE49-F238E27FC236}">
                <a16:creationId xmlns:a16="http://schemas.microsoft.com/office/drawing/2014/main" id="{2CCDA928-E110-4387-84B1-CC9761DD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3" name="Vértice 6">
            <a:extLst xmlns:a="http://schemas.openxmlformats.org/drawingml/2006/main">
              <a:ext uri="{FF2B5EF4-FFF2-40B4-BE49-F238E27FC236}">
                <a16:creationId xmlns:a16="http://schemas.microsoft.com/office/drawing/2014/main" id="{097C4288-2C3A-4D29-8547-7DF0AC77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4" name="Vértice 7">
            <a:extLst xmlns:a="http://schemas.openxmlformats.org/drawingml/2006/main">
              <a:ext uri="{FF2B5EF4-FFF2-40B4-BE49-F238E27FC236}">
                <a16:creationId xmlns:a16="http://schemas.microsoft.com/office/drawing/2014/main" id="{04F1D9EF-5393-4D7F-AB08-F58CC1D4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5" name="Vértice 8">
            <a:extLst xmlns:a="http://schemas.openxmlformats.org/drawingml/2006/main">
              <a:ext uri="{FF2B5EF4-FFF2-40B4-BE49-F238E27FC236}">
                <a16:creationId xmlns:a16="http://schemas.microsoft.com/office/drawing/2014/main" id="{D448FE55-641D-4AD6-A4C3-E8205AC2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6" name="Vértice 9">
            <a:extLst xmlns:a="http://schemas.openxmlformats.org/drawingml/2006/main">
              <a:ext uri="{FF2B5EF4-FFF2-40B4-BE49-F238E27FC236}">
                <a16:creationId xmlns:a16="http://schemas.microsoft.com/office/drawing/2014/main" id="{75856963-C3DD-4ECF-8658-3B649B26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57" name="Vértice 10">
            <a:extLst xmlns:a="http://schemas.openxmlformats.org/drawingml/2006/main">
              <a:ext uri="{FF2B5EF4-FFF2-40B4-BE49-F238E27FC236}">
                <a16:creationId xmlns:a16="http://schemas.microsoft.com/office/drawing/2014/main" id="{CDADB8BF-A7A5-47F9-9480-6CE78C96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58" name="Vértice 11">
            <a:extLst xmlns:a="http://schemas.openxmlformats.org/drawingml/2006/main">
              <a:ext uri="{FF2B5EF4-FFF2-40B4-BE49-F238E27FC236}">
                <a16:creationId xmlns:a16="http://schemas.microsoft.com/office/drawing/2014/main" id="{13C0E9DA-6097-454B-91E6-1857B97C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59" name="Vértice 12">
            <a:extLst xmlns:a="http://schemas.openxmlformats.org/drawingml/2006/main">
              <a:ext uri="{FF2B5EF4-FFF2-40B4-BE49-F238E27FC236}">
                <a16:creationId xmlns:a16="http://schemas.microsoft.com/office/drawing/2014/main" id="{548F693D-D209-4C62-87C7-472347D5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8523C465-F858-4578-929E-965971B2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17" y="192984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1" name="Vértice 13">
            <a:extLst xmlns:a="http://schemas.openxmlformats.org/drawingml/2006/main">
              <a:ext uri="{FF2B5EF4-FFF2-40B4-BE49-F238E27FC236}">
                <a16:creationId xmlns:a16="http://schemas.microsoft.com/office/drawing/2014/main" id="{302CB5B4-3D03-4838-9A30-E00C0B48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2" name="Vértice 14">
            <a:extLst xmlns:a="http://schemas.openxmlformats.org/drawingml/2006/main">
              <a:ext uri="{FF2B5EF4-FFF2-40B4-BE49-F238E27FC236}">
                <a16:creationId xmlns:a16="http://schemas.microsoft.com/office/drawing/2014/main" id="{2C5B946D-332D-4736-A814-69A03407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3" name="Vértice 15">
            <a:extLst xmlns:a="http://schemas.openxmlformats.org/drawingml/2006/main">
              <a:ext uri="{FF2B5EF4-FFF2-40B4-BE49-F238E27FC236}">
                <a16:creationId xmlns:a16="http://schemas.microsoft.com/office/drawing/2014/main" id="{021211E9-488E-4155-905D-3A0BC232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140D3B4E-ECB2-4D89-80F9-4D011783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333" y="494720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5" name="Vértice 16">
            <a:extLst xmlns:a="http://schemas.openxmlformats.org/drawingml/2006/main">
              <a:ext uri="{FF2B5EF4-FFF2-40B4-BE49-F238E27FC236}">
                <a16:creationId xmlns:a16="http://schemas.microsoft.com/office/drawing/2014/main" id="{E7CF7E63-2CAE-4C51-86F9-4FB1BFBD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099B0031-3A69-417C-8D65-50AC8E6F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2A8CFF86-56C1-4306-89B8-C63FC1F7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04831049-7901-4C7F-A7CF-12DB5EE4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89223659-A1AB-49AB-A659-2E018F8A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D4AA7825-F7AC-4E74-B1B9-5BDF6D82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D1E4D97D-6B48-459B-BC00-0FDA4B92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13–16, de peso 406, porque conecta componentes diferentes.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194BFB75-521B-4AFB-B0B5-21630153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13 de 15 arestas. Arestas que fecham ciclos são descartadas.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3B07AB00-BAE6-4AB8-8CA7-1C5BF29D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F94FEF7A-4471-4BEA-B7E9-62E73FA4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2679</a:t>
            </a:r>
          </a:p>
        </p:txBody>
      </p:sp>
    </p:spTree>
    <p:extLst>
      <p:ext uri="{BB962C8B-B14F-4D97-AF65-F5344CB8AC3E}">
        <p14:creationId xmlns:p14="http://schemas.microsoft.com/office/powerpoint/2010/main" val="36520987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14 · aresta 2–4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7327E6B5-B804-4764-A5DE-4EDFA8B0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60B6566-9C9D-40AF-8EDC-1C389E22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FF6098FF-8056-415B-9EEE-A51AB3D6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CF9C6C72-D3B8-4B39-8190-3CE33E63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854CA8CE-05E4-4BEC-AE66-CE7ABEBB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9AB81DD5-0E8D-4A3C-BDCA-DBF8D444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082EC1FD-C062-4133-94F2-7459101B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4230B584-7F60-4398-8EA1-520F452E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4B4EF992-9823-4162-A040-40166584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5C1144E3-2741-4D95-8E9B-3C7584FE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344CE78F-1318-44F9-8A34-D31336C7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38520483-9C24-4728-A31F-8C627EFB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C1C25F04-F657-4128-814D-7659EE14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316CF647-1921-4143-A900-93D8E2C2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F07ABDDE-F5BC-41B7-B4F4-8F201781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Vértice 1">
            <a:extLst xmlns:a="http://schemas.openxmlformats.org/drawingml/2006/main">
              <a:ext uri="{FF2B5EF4-FFF2-40B4-BE49-F238E27FC236}">
                <a16:creationId xmlns:a16="http://schemas.microsoft.com/office/drawing/2014/main" id="{B2392BBB-162D-46ED-A694-76CAC0A9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5C23226B-2624-4AF7-9B1A-9E660C5C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4385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1" name="Vértice 2">
            <a:extLst xmlns:a="http://schemas.openxmlformats.org/drawingml/2006/main">
              <a:ext uri="{FF2B5EF4-FFF2-40B4-BE49-F238E27FC236}">
                <a16:creationId xmlns:a16="http://schemas.microsoft.com/office/drawing/2014/main" id="{81DBA8D6-C925-4520-B7DE-BE535CBC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2" name="Vértice 3">
            <a:extLst xmlns:a="http://schemas.openxmlformats.org/drawingml/2006/main">
              <a:ext uri="{FF2B5EF4-FFF2-40B4-BE49-F238E27FC236}">
                <a16:creationId xmlns:a16="http://schemas.microsoft.com/office/drawing/2014/main" id="{EC50C2ED-CA23-4964-B73C-B04F4CDB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97DCED7A-D1CF-4997-BC18-1D9E6C8F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3761" y="262203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4" name="Vértice 4">
            <a:extLst xmlns:a="http://schemas.openxmlformats.org/drawingml/2006/main">
              <a:ext uri="{FF2B5EF4-FFF2-40B4-BE49-F238E27FC236}">
                <a16:creationId xmlns:a16="http://schemas.microsoft.com/office/drawing/2014/main" id="{8E96A03A-3327-451E-AF4C-9465BBBE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5" name="Vértice 5">
            <a:extLst xmlns:a="http://schemas.openxmlformats.org/drawingml/2006/main">
              <a:ext uri="{FF2B5EF4-FFF2-40B4-BE49-F238E27FC236}">
                <a16:creationId xmlns:a16="http://schemas.microsoft.com/office/drawing/2014/main" id="{90B7556E-E62E-4A2E-9EE2-C9CD7090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6" name="Vértice 6">
            <a:extLst xmlns:a="http://schemas.openxmlformats.org/drawingml/2006/main">
              <a:ext uri="{FF2B5EF4-FFF2-40B4-BE49-F238E27FC236}">
                <a16:creationId xmlns:a16="http://schemas.microsoft.com/office/drawing/2014/main" id="{414F8214-CAFB-4A94-8948-B74C5908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7" name="Vértice 7">
            <a:extLst xmlns:a="http://schemas.openxmlformats.org/drawingml/2006/main">
              <a:ext uri="{FF2B5EF4-FFF2-40B4-BE49-F238E27FC236}">
                <a16:creationId xmlns:a16="http://schemas.microsoft.com/office/drawing/2014/main" id="{D0868CED-6CD8-484E-9684-9185A87F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8" name="Vértice 8">
            <a:extLst xmlns:a="http://schemas.openxmlformats.org/drawingml/2006/main">
              <a:ext uri="{FF2B5EF4-FFF2-40B4-BE49-F238E27FC236}">
                <a16:creationId xmlns:a16="http://schemas.microsoft.com/office/drawing/2014/main" id="{EB157D40-5E95-4F66-9F87-178C2113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9" name="Vértice 9">
            <a:extLst xmlns:a="http://schemas.openxmlformats.org/drawingml/2006/main">
              <a:ext uri="{FF2B5EF4-FFF2-40B4-BE49-F238E27FC236}">
                <a16:creationId xmlns:a16="http://schemas.microsoft.com/office/drawing/2014/main" id="{CEE6D85B-D820-4074-BBA0-F621E881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0" name="Vértice 10">
            <a:extLst xmlns:a="http://schemas.openxmlformats.org/drawingml/2006/main">
              <a:ext uri="{FF2B5EF4-FFF2-40B4-BE49-F238E27FC236}">
                <a16:creationId xmlns:a16="http://schemas.microsoft.com/office/drawing/2014/main" id="{0CDCE56E-924F-49A2-A860-E42075D6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1" name="Vértice 11">
            <a:extLst xmlns:a="http://schemas.openxmlformats.org/drawingml/2006/main">
              <a:ext uri="{FF2B5EF4-FFF2-40B4-BE49-F238E27FC236}">
                <a16:creationId xmlns:a16="http://schemas.microsoft.com/office/drawing/2014/main" id="{F6AF2E21-C002-4B7B-924B-0D236B86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2" name="Vértice 12">
            <a:extLst xmlns:a="http://schemas.openxmlformats.org/drawingml/2006/main">
              <a:ext uri="{FF2B5EF4-FFF2-40B4-BE49-F238E27FC236}">
                <a16:creationId xmlns:a16="http://schemas.microsoft.com/office/drawing/2014/main" id="{10D54553-5957-4DFF-BABC-A675B9D9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3" name="Vértice 13">
            <a:extLst xmlns:a="http://schemas.openxmlformats.org/drawingml/2006/main">
              <a:ext uri="{FF2B5EF4-FFF2-40B4-BE49-F238E27FC236}">
                <a16:creationId xmlns:a16="http://schemas.microsoft.com/office/drawing/2014/main" id="{67846E70-DF7E-493D-A6C0-895638E6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4" name="Vértice 14">
            <a:extLst xmlns:a="http://schemas.openxmlformats.org/drawingml/2006/main">
              <a:ext uri="{FF2B5EF4-FFF2-40B4-BE49-F238E27FC236}">
                <a16:creationId xmlns:a16="http://schemas.microsoft.com/office/drawing/2014/main" id="{C36B2EBB-3598-439B-8315-BC0C5611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5" name="Vértice 15">
            <a:extLst xmlns:a="http://schemas.openxmlformats.org/drawingml/2006/main">
              <a:ext uri="{FF2B5EF4-FFF2-40B4-BE49-F238E27FC236}">
                <a16:creationId xmlns:a16="http://schemas.microsoft.com/office/drawing/2014/main" id="{E8CFB36C-06E8-46E0-9BF0-30C47C01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6" name="Vértice 16">
            <a:extLst xmlns:a="http://schemas.openxmlformats.org/drawingml/2006/main">
              <a:ext uri="{FF2B5EF4-FFF2-40B4-BE49-F238E27FC236}">
                <a16:creationId xmlns:a16="http://schemas.microsoft.com/office/drawing/2014/main" id="{B44BCD8D-118B-42A9-B400-CAAB4CD2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45758C01-729C-42C9-8208-C02F2809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BADC6E7F-4D6D-41CC-8AD2-144E3BCC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13B49DF0-D472-4B47-B22F-F8019138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1BEBA28F-AF00-488B-98FC-CF32EC8D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05DAB53E-3904-482C-AF9E-5F8AC116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DC24F0DC-1376-4F12-9751-681ADE10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2–4, de peso 474, porque conecta componentes diferentes.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DE3CBD26-5E32-409D-9E01-FBE08804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14 de 15 arestas. Arestas que fecham ciclos são descartadas.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38D57DC2-A605-4DCA-8705-9CF4B2FA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próxima decisão considera a ordem crescente de peso.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F2D16171-3C79-419E-817E-8D8B520F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3153</a:t>
            </a:r>
          </a:p>
        </p:txBody>
      </p:sp>
    </p:spTree>
    <p:extLst>
      <p:ext uri="{BB962C8B-B14F-4D97-AF65-F5344CB8AC3E}">
        <p14:creationId xmlns:p14="http://schemas.microsoft.com/office/powerpoint/2010/main" val="99666225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Kruskal 15 · aresta 9–11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0F7333B-44AC-F7E9-D49D-FE92F45E0477}" type="slidenum">
              <a:t>17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370DF852-7CF9-4CDD-A18E-3AA63372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ÁRVORE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37077FB5-8825-4F5B-900D-04932FF9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E80DE538-03FF-4A28-9E26-7FEFC459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6AC01264-377D-42A2-ACC2-7DBED71E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68B92083-2037-4A7C-96B2-2BDE5947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432ABB28-E393-4FBD-A23B-0C3D4944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DCAD6957-5FCA-45FD-BACD-B0B96487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D940EC1F-8947-4A4E-AFDD-164B484C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0523FF91-4348-4D45-86FC-3EA2541A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616B948F-4377-42A9-B0FB-7FA1D68D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4240F22F-C8FC-42B0-96F9-25F6B882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819D2B8D-A61E-4104-8A92-A9150280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61704CAE-6A45-4442-A38E-4290E39D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CA31E184-3EA6-4E5D-A996-A0339566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50C970C4-5CC8-44FA-B674-D7FFC63D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C3A221B1-70CA-4E9B-A878-EC13B51E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Vértice 1">
            <a:extLst xmlns:a="http://schemas.openxmlformats.org/drawingml/2006/main">
              <a:ext uri="{FF2B5EF4-FFF2-40B4-BE49-F238E27FC236}">
                <a16:creationId xmlns:a16="http://schemas.microsoft.com/office/drawing/2014/main" id="{348716A4-5211-448A-9562-60EC57F1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1" name="Vértice 2">
            <a:extLst xmlns:a="http://schemas.openxmlformats.org/drawingml/2006/main">
              <a:ext uri="{FF2B5EF4-FFF2-40B4-BE49-F238E27FC236}">
                <a16:creationId xmlns:a16="http://schemas.microsoft.com/office/drawing/2014/main" id="{09389CBC-6D9C-466C-A522-7036D6DB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2" name="Vértice 3">
            <a:extLst xmlns:a="http://schemas.openxmlformats.org/drawingml/2006/main">
              <a:ext uri="{FF2B5EF4-FFF2-40B4-BE49-F238E27FC236}">
                <a16:creationId xmlns:a16="http://schemas.microsoft.com/office/drawing/2014/main" id="{621C8B14-3DA8-474E-96FC-634FEA6D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3" name="Vértice 4">
            <a:extLst xmlns:a="http://schemas.openxmlformats.org/drawingml/2006/main">
              <a:ext uri="{FF2B5EF4-FFF2-40B4-BE49-F238E27FC236}">
                <a16:creationId xmlns:a16="http://schemas.microsoft.com/office/drawing/2014/main" id="{F9092B6C-8759-41D1-8711-B90CE548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4" name="Vértice 5">
            <a:extLst xmlns:a="http://schemas.openxmlformats.org/drawingml/2006/main">
              <a:ext uri="{FF2B5EF4-FFF2-40B4-BE49-F238E27FC236}">
                <a16:creationId xmlns:a16="http://schemas.microsoft.com/office/drawing/2014/main" id="{38786B36-55AE-4B64-B0E9-1AEB257E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5" name="Vértice 6">
            <a:extLst xmlns:a="http://schemas.openxmlformats.org/drawingml/2006/main">
              <a:ext uri="{FF2B5EF4-FFF2-40B4-BE49-F238E27FC236}">
                <a16:creationId xmlns:a16="http://schemas.microsoft.com/office/drawing/2014/main" id="{33598B20-A5EA-4B9E-BD59-FAC0756C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6" name="Vértice 7">
            <a:extLst xmlns:a="http://schemas.openxmlformats.org/drawingml/2006/main">
              <a:ext uri="{FF2B5EF4-FFF2-40B4-BE49-F238E27FC236}">
                <a16:creationId xmlns:a16="http://schemas.microsoft.com/office/drawing/2014/main" id="{A9A80960-5A24-4DF8-9B9D-E6538CFD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7" name="Vértice 8">
            <a:extLst xmlns:a="http://schemas.openxmlformats.org/drawingml/2006/main">
              <a:ext uri="{FF2B5EF4-FFF2-40B4-BE49-F238E27FC236}">
                <a16:creationId xmlns:a16="http://schemas.microsoft.com/office/drawing/2014/main" id="{291E153F-E9D2-481D-8E02-451D30F8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83C0F97E-C0A1-4F45-AA8F-E77E7214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5721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9" name="Vértice 9">
            <a:extLst xmlns:a="http://schemas.openxmlformats.org/drawingml/2006/main">
              <a:ext uri="{FF2B5EF4-FFF2-40B4-BE49-F238E27FC236}">
                <a16:creationId xmlns:a16="http://schemas.microsoft.com/office/drawing/2014/main" id="{19B9D4A6-8BBD-4530-B9F8-51B9A32B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0" name="Vértice 10">
            <a:extLst xmlns:a="http://schemas.openxmlformats.org/drawingml/2006/main">
              <a:ext uri="{FF2B5EF4-FFF2-40B4-BE49-F238E27FC236}">
                <a16:creationId xmlns:a16="http://schemas.microsoft.com/office/drawing/2014/main" id="{79EC0BB6-F975-4E3C-A5D7-A603DAB0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CD34E614-C5D7-4948-AACD-DEC5EA24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93" y="1467336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2" name="Vértice 11">
            <a:extLst xmlns:a="http://schemas.openxmlformats.org/drawingml/2006/main">
              <a:ext uri="{FF2B5EF4-FFF2-40B4-BE49-F238E27FC236}">
                <a16:creationId xmlns:a16="http://schemas.microsoft.com/office/drawing/2014/main" id="{71D88483-ACAA-4E8F-900D-680222B1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3" name="Vértice 12">
            <a:extLst xmlns:a="http://schemas.openxmlformats.org/drawingml/2006/main">
              <a:ext uri="{FF2B5EF4-FFF2-40B4-BE49-F238E27FC236}">
                <a16:creationId xmlns:a16="http://schemas.microsoft.com/office/drawing/2014/main" id="{B8B90BBD-EB7C-45A2-94D8-CEE304F5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4" name="Vértice 13">
            <a:extLst xmlns:a="http://schemas.openxmlformats.org/drawingml/2006/main">
              <a:ext uri="{FF2B5EF4-FFF2-40B4-BE49-F238E27FC236}">
                <a16:creationId xmlns:a16="http://schemas.microsoft.com/office/drawing/2014/main" id="{07EE05D6-1048-46A5-9CA6-4D181F06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5" name="Vértice 14">
            <a:extLst xmlns:a="http://schemas.openxmlformats.org/drawingml/2006/main">
              <a:ext uri="{FF2B5EF4-FFF2-40B4-BE49-F238E27FC236}">
                <a16:creationId xmlns:a16="http://schemas.microsoft.com/office/drawing/2014/main" id="{FF618B54-EB6A-4430-94C8-A0CD2917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6" name="Vértice 15">
            <a:extLst xmlns:a="http://schemas.openxmlformats.org/drawingml/2006/main">
              <a:ext uri="{FF2B5EF4-FFF2-40B4-BE49-F238E27FC236}">
                <a16:creationId xmlns:a16="http://schemas.microsoft.com/office/drawing/2014/main" id="{CEA67A60-2353-42DC-83FD-CC564A7A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7" name="Vértice 16">
            <a:extLst xmlns:a="http://schemas.openxmlformats.org/drawingml/2006/main">
              <a:ext uri="{FF2B5EF4-FFF2-40B4-BE49-F238E27FC236}">
                <a16:creationId xmlns:a16="http://schemas.microsoft.com/office/drawing/2014/main" id="{459AF881-EB88-4E24-A0B3-41EF0A70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6B7CA388-DACB-426A-A07B-3BEC7529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BA89BAF0-02B4-499D-BBCB-D627B474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9CC5EBEF-391A-4396-B3A0-9569024B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F1757A70-3D5B-4003-9854-81B19A5E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6984538B-4F63-4659-A2E2-54FC4694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173C281D-C729-410A-988B-368636FE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aresta 9–11, de peso 1387, porque conecta componentes diferentes.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1688F500-A8D0-4075-9E91-D89F64D5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árvore acumula 15 de 15 arestas. Arestas que fecham ciclos são descartadas.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0484A297-C31A-4571-B70B-E76E083D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Com 15 arestas, Kruskal encerra a construção.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BADCF3F7-EC45-4591-BA75-58837B98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Peso da árvore: 4540</a:t>
            </a:r>
          </a:p>
        </p:txBody>
      </p:sp>
    </p:spTree>
    <p:extLst>
      <p:ext uri="{BB962C8B-B14F-4D97-AF65-F5344CB8AC3E}">
        <p14:creationId xmlns:p14="http://schemas.microsoft.com/office/powerpoint/2010/main" val="996796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01 · visita ao vértice 1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C6C81E-38B9-7560-621D-5A151A79DF9B}" type="slidenum">
              <a:t>18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7D5952F1-50C1-4886-A0E0-40A9E7F1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70A91BDE-C892-4895-A78C-178AC67E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B3E6249D-9C42-467A-93E4-62C5C462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930A4D84-F30A-476A-97FF-6F097520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08F200E8-1959-426D-97E3-F57FD736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B0C50D47-7EAE-4EBC-BDB2-CF7D55B5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02430CD6-0944-4624-A145-9493509C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0A089E82-8BD0-4299-B4BD-19C6915C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39AA2E01-5EE0-4A63-84A6-306D82BB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253C010A-BEC5-4A86-9CD5-D1CC9696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4004CE8E-8853-401C-8336-8B9DF9F5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18593311-2B1D-4AEB-A6B0-9DA52763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11F68199-53C1-458A-9BD2-AC677715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DF1166A2-DE3C-429C-B673-65E635DC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D4D091CF-2117-42D5-925E-C7DF1CC5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B0A793EA-8A68-4B30-9ED9-6B232D44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C1FC0C94-5B04-4E3B-99E8-44C2558D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3049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1" name="Vértice 1">
            <a:extLst xmlns:a="http://schemas.openxmlformats.org/drawingml/2006/main">
              <a:ext uri="{FF2B5EF4-FFF2-40B4-BE49-F238E27FC236}">
                <a16:creationId xmlns:a16="http://schemas.microsoft.com/office/drawing/2014/main" id="{94369BDB-647D-44F0-A780-065A9B34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2" name="Vértice 2">
            <a:extLst xmlns:a="http://schemas.openxmlformats.org/drawingml/2006/main">
              <a:ext uri="{FF2B5EF4-FFF2-40B4-BE49-F238E27FC236}">
                <a16:creationId xmlns:a16="http://schemas.microsoft.com/office/drawing/2014/main" id="{68BB7086-DF67-4B02-8D42-7497AA4E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3" name="Vértice 3">
            <a:extLst xmlns:a="http://schemas.openxmlformats.org/drawingml/2006/main">
              <a:ext uri="{FF2B5EF4-FFF2-40B4-BE49-F238E27FC236}">
                <a16:creationId xmlns:a16="http://schemas.microsoft.com/office/drawing/2014/main" id="{06DCF01A-BC5C-401E-842E-9BB89E38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4" name="Vértice 4">
            <a:extLst xmlns:a="http://schemas.openxmlformats.org/drawingml/2006/main">
              <a:ext uri="{FF2B5EF4-FFF2-40B4-BE49-F238E27FC236}">
                <a16:creationId xmlns:a16="http://schemas.microsoft.com/office/drawing/2014/main" id="{5DC6B1DE-7966-4F86-9F6D-D1CC5651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5" name="Vértice 5">
            <a:extLst xmlns:a="http://schemas.openxmlformats.org/drawingml/2006/main">
              <a:ext uri="{FF2B5EF4-FFF2-40B4-BE49-F238E27FC236}">
                <a16:creationId xmlns:a16="http://schemas.microsoft.com/office/drawing/2014/main" id="{EBD5D2FF-C7B7-4845-A3B2-582851B9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6" name="Vértice 6">
            <a:extLst xmlns:a="http://schemas.openxmlformats.org/drawingml/2006/main">
              <a:ext uri="{FF2B5EF4-FFF2-40B4-BE49-F238E27FC236}">
                <a16:creationId xmlns:a16="http://schemas.microsoft.com/office/drawing/2014/main" id="{3845CBA9-AFDD-4C1A-86D2-863616BD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7" name="Vértice 7">
            <a:extLst xmlns:a="http://schemas.openxmlformats.org/drawingml/2006/main">
              <a:ext uri="{FF2B5EF4-FFF2-40B4-BE49-F238E27FC236}">
                <a16:creationId xmlns:a16="http://schemas.microsoft.com/office/drawing/2014/main" id="{E83B5CFB-D820-4790-BE46-C3D72368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8" name="Vértice 8">
            <a:extLst xmlns:a="http://schemas.openxmlformats.org/drawingml/2006/main">
              <a:ext uri="{FF2B5EF4-FFF2-40B4-BE49-F238E27FC236}">
                <a16:creationId xmlns:a16="http://schemas.microsoft.com/office/drawing/2014/main" id="{C7F86FE9-B8B2-4A86-A4F5-A5F7F6B9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9" name="Vértice 9">
            <a:extLst xmlns:a="http://schemas.openxmlformats.org/drawingml/2006/main">
              <a:ext uri="{FF2B5EF4-FFF2-40B4-BE49-F238E27FC236}">
                <a16:creationId xmlns:a16="http://schemas.microsoft.com/office/drawing/2014/main" id="{59537D16-E6A1-471A-9AB0-A878390A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0" name="Vértice 10">
            <a:extLst xmlns:a="http://schemas.openxmlformats.org/drawingml/2006/main">
              <a:ext uri="{FF2B5EF4-FFF2-40B4-BE49-F238E27FC236}">
                <a16:creationId xmlns:a16="http://schemas.microsoft.com/office/drawing/2014/main" id="{4355E69F-56DC-4F60-A7FB-43B0DB9A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1" name="Vértice 11">
            <a:extLst xmlns:a="http://schemas.openxmlformats.org/drawingml/2006/main">
              <a:ext uri="{FF2B5EF4-FFF2-40B4-BE49-F238E27FC236}">
                <a16:creationId xmlns:a16="http://schemas.microsoft.com/office/drawing/2014/main" id="{64379E33-6FFA-4626-806C-4835FAA7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2" name="Vértice 12">
            <a:extLst xmlns:a="http://schemas.openxmlformats.org/drawingml/2006/main">
              <a:ext uri="{FF2B5EF4-FFF2-40B4-BE49-F238E27FC236}">
                <a16:creationId xmlns:a16="http://schemas.microsoft.com/office/drawing/2014/main" id="{47C2201B-0BAC-4886-8AFD-6CDB86F9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3" name="Vértice 13">
            <a:extLst xmlns:a="http://schemas.openxmlformats.org/drawingml/2006/main">
              <a:ext uri="{FF2B5EF4-FFF2-40B4-BE49-F238E27FC236}">
                <a16:creationId xmlns:a16="http://schemas.microsoft.com/office/drawing/2014/main" id="{AEECFED0-94FC-4317-84B2-1773656E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4" name="Vértice 14">
            <a:extLst xmlns:a="http://schemas.openxmlformats.org/drawingml/2006/main">
              <a:ext uri="{FF2B5EF4-FFF2-40B4-BE49-F238E27FC236}">
                <a16:creationId xmlns:a16="http://schemas.microsoft.com/office/drawing/2014/main" id="{601755F9-6FAA-4D25-9E62-658DD88C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5" name="Vértice 15">
            <a:extLst xmlns:a="http://schemas.openxmlformats.org/drawingml/2006/main">
              <a:ext uri="{FF2B5EF4-FFF2-40B4-BE49-F238E27FC236}">
                <a16:creationId xmlns:a16="http://schemas.microsoft.com/office/drawing/2014/main" id="{8DE3FD34-AE60-45FF-91AC-10AB9BF5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6" name="Vértice 16">
            <a:extLst xmlns:a="http://schemas.openxmlformats.org/drawingml/2006/main">
              <a:ext uri="{FF2B5EF4-FFF2-40B4-BE49-F238E27FC236}">
                <a16:creationId xmlns:a16="http://schemas.microsoft.com/office/drawing/2014/main" id="{AB3A57C9-DF96-465C-81DA-44C4F774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7BD7A252-5DCA-4161-A46B-CDCF00FC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3E9F72B9-D742-4548-AF87-D55D98BD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ADB16EB2-CA7D-48EC-BF2F-D01D4EE1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2DCC288B-4B98-4E9D-9121-D4F63851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847BA2E9-322A-4A6A-A0AE-0BCDC307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8DE35C66-BE78-4222-9E57-D79C8AF0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1 como visitado e o acrescenta à pré-ordem.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28424409-1C78-42A3-85CF-D1965C6C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49CA831E-6597-415F-A8EB-60BC4300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2DB3DC85-763D-4DCA-81C4-03138D48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1/16</a:t>
            </a:r>
          </a:p>
        </p:txBody>
      </p:sp>
    </p:spTree>
    <p:extLst>
      <p:ext uri="{BB962C8B-B14F-4D97-AF65-F5344CB8AC3E}">
        <p14:creationId xmlns:p14="http://schemas.microsoft.com/office/powerpoint/2010/main" val="64124165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02 · visita ao vértice 8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F91274-D221-1BB4-3BF9-836E3AD31EBE}" type="slidenum">
              <a:t>19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939C994C-6FE1-41AA-BED8-93B5F549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026D3F6A-BB39-4201-BB97-FD6347ED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82792640-107D-4259-AFD0-85949E19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53C55EA4-CDCF-4AFB-BEB7-FCDCFF0C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EED452C3-D4BD-4845-BC98-1DC99B3A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C1D46F79-6A4E-4C7C-BF20-1ACE7053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064362C7-E9F1-4B58-B616-C44DD0C9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169365F8-2680-4027-B838-F996B838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5CD16472-6C58-4657-9B6D-E26D70B9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431262CB-915F-4AC5-8B96-95589461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5C80A5FE-90D4-44DD-86EC-DB5CB2F5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F544C452-5BEA-49BA-84F4-81029514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09D4BF62-B8A3-4718-B2EA-14129339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33319160-6682-47FD-8566-359CBE76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F6B349A2-F0C8-4415-A4E0-C4F0BD70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357EE2C0-1D01-46C2-949F-1DEC5DDB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9F5F513F-B9FF-4D4B-A4EA-623885DA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Vértice 1">
            <a:extLst xmlns:a="http://schemas.openxmlformats.org/drawingml/2006/main">
              <a:ext uri="{FF2B5EF4-FFF2-40B4-BE49-F238E27FC236}">
                <a16:creationId xmlns:a16="http://schemas.microsoft.com/office/drawing/2014/main" id="{720D6CA3-7BC8-4DEF-98E4-D552C486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2" name="Vértice 2">
            <a:extLst xmlns:a="http://schemas.openxmlformats.org/drawingml/2006/main">
              <a:ext uri="{FF2B5EF4-FFF2-40B4-BE49-F238E27FC236}">
                <a16:creationId xmlns:a16="http://schemas.microsoft.com/office/drawing/2014/main" id="{E9F44B45-2A8E-4E4A-B318-BA7990A1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3" name="Vértice 3">
            <a:extLst xmlns:a="http://schemas.openxmlformats.org/drawingml/2006/main">
              <a:ext uri="{FF2B5EF4-FFF2-40B4-BE49-F238E27FC236}">
                <a16:creationId xmlns:a16="http://schemas.microsoft.com/office/drawing/2014/main" id="{115F36C7-EE37-4B96-A456-7125C060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4" name="Vértice 4">
            <a:extLst xmlns:a="http://schemas.openxmlformats.org/drawingml/2006/main">
              <a:ext uri="{FF2B5EF4-FFF2-40B4-BE49-F238E27FC236}">
                <a16:creationId xmlns:a16="http://schemas.microsoft.com/office/drawing/2014/main" id="{77ECB91D-EA07-4438-AC8F-D123A617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5" name="Vértice 5">
            <a:extLst xmlns:a="http://schemas.openxmlformats.org/drawingml/2006/main">
              <a:ext uri="{FF2B5EF4-FFF2-40B4-BE49-F238E27FC236}">
                <a16:creationId xmlns:a16="http://schemas.microsoft.com/office/drawing/2014/main" id="{8C6CEDFF-89E5-4037-B0E0-81001F85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6" name="Vértice 6">
            <a:extLst xmlns:a="http://schemas.openxmlformats.org/drawingml/2006/main">
              <a:ext uri="{FF2B5EF4-FFF2-40B4-BE49-F238E27FC236}">
                <a16:creationId xmlns:a16="http://schemas.microsoft.com/office/drawing/2014/main" id="{FC0C1B4C-4611-40C4-A3D1-5F361502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7" name="Vértice 7">
            <a:extLst xmlns:a="http://schemas.openxmlformats.org/drawingml/2006/main">
              <a:ext uri="{FF2B5EF4-FFF2-40B4-BE49-F238E27FC236}">
                <a16:creationId xmlns:a16="http://schemas.microsoft.com/office/drawing/2014/main" id="{055099D6-BFE8-4E0C-8E4A-E1FBFF21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EF0391AF-5A84-4CBC-A6F4-09E4575B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333" y="192984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9" name="Vértice 8">
            <a:extLst xmlns:a="http://schemas.openxmlformats.org/drawingml/2006/main">
              <a:ext uri="{FF2B5EF4-FFF2-40B4-BE49-F238E27FC236}">
                <a16:creationId xmlns:a16="http://schemas.microsoft.com/office/drawing/2014/main" id="{A3A1D201-3C07-4601-96D7-0806C287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0" name="Vértice 9">
            <a:extLst xmlns:a="http://schemas.openxmlformats.org/drawingml/2006/main">
              <a:ext uri="{FF2B5EF4-FFF2-40B4-BE49-F238E27FC236}">
                <a16:creationId xmlns:a16="http://schemas.microsoft.com/office/drawing/2014/main" id="{4D1D8B6A-2141-4699-93E3-E8806344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1D4F5EB1-E098-4801-A35F-76585F83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2" name="Vértice 11">
            <a:extLst xmlns:a="http://schemas.openxmlformats.org/drawingml/2006/main">
              <a:ext uri="{FF2B5EF4-FFF2-40B4-BE49-F238E27FC236}">
                <a16:creationId xmlns:a16="http://schemas.microsoft.com/office/drawing/2014/main" id="{42464C93-127D-4273-AB1F-39A5ADE1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3" name="Vértice 12">
            <a:extLst xmlns:a="http://schemas.openxmlformats.org/drawingml/2006/main">
              <a:ext uri="{FF2B5EF4-FFF2-40B4-BE49-F238E27FC236}">
                <a16:creationId xmlns:a16="http://schemas.microsoft.com/office/drawing/2014/main" id="{B8826706-FF26-4DDB-8BBA-DCE898F1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4" name="Vértice 13">
            <a:extLst xmlns:a="http://schemas.openxmlformats.org/drawingml/2006/main">
              <a:ext uri="{FF2B5EF4-FFF2-40B4-BE49-F238E27FC236}">
                <a16:creationId xmlns:a16="http://schemas.microsoft.com/office/drawing/2014/main" id="{9CEAA4B7-79CF-4D3A-B12E-90DE2F3A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5" name="Vértice 14">
            <a:extLst xmlns:a="http://schemas.openxmlformats.org/drawingml/2006/main">
              <a:ext uri="{FF2B5EF4-FFF2-40B4-BE49-F238E27FC236}">
                <a16:creationId xmlns:a16="http://schemas.microsoft.com/office/drawing/2014/main" id="{FBACC9BE-330A-4794-8CF8-0786D331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6" name="Vértice 15">
            <a:extLst xmlns:a="http://schemas.openxmlformats.org/drawingml/2006/main">
              <a:ext uri="{FF2B5EF4-FFF2-40B4-BE49-F238E27FC236}">
                <a16:creationId xmlns:a16="http://schemas.microsoft.com/office/drawing/2014/main" id="{A9522169-A889-42BE-884B-4B5CDAC0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7" name="Vértice 16">
            <a:extLst xmlns:a="http://schemas.openxmlformats.org/drawingml/2006/main">
              <a:ext uri="{FF2B5EF4-FFF2-40B4-BE49-F238E27FC236}">
                <a16:creationId xmlns:a16="http://schemas.microsoft.com/office/drawing/2014/main" id="{7112CD1D-6F65-4306-9731-D8A7A183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B5DC32FE-1CD6-442F-93A4-0D7A2064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2CC05E7A-274C-41D6-9823-FDC5AE01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E1B97E74-7145-4DB2-97B5-7F269E7F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46C22111-822C-4B06-AC53-C4A950BA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4775C201-F053-4514-94D7-9EE5E998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B062A106-D871-4465-94F9-096619E1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8 como visitado e o acrescenta à pré-ordem.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62918D07-E9BB-4253-AB90-E4CD598B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D2D85E83-B517-4D81-8A14-D8EEDA25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C1D854A3-61C7-4F24-A6D6-3E5EDE22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2/16</a:t>
            </a:r>
          </a:p>
        </p:txBody>
      </p:sp>
    </p:spTree>
    <p:extLst>
      <p:ext uri="{BB962C8B-B14F-4D97-AF65-F5344CB8AC3E}">
        <p14:creationId xmlns:p14="http://schemas.microsoft.com/office/powerpoint/2010/main" val="140979990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03 · visita ao vértice 4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4E025A-983C-6D44-79C6-4612AACD43FC}" type="slidenum">
              <a:t>20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E6BE155E-BDF1-4969-BCDF-1B0D8EDB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03F0CD4C-BB8D-41A1-AB65-23282FE3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60B436D4-1222-4F7F-8B16-D3996D03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37FA2F51-4F54-4BB7-A484-468C4A10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1F5521F8-0366-4853-BD12-DC3BE603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B0B6F4FD-1031-4011-B1AC-34A3AA2B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E47631A6-976A-475A-86D9-88BB3F67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2F67C6FD-C0C0-444A-82DA-44615FBD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E7172E37-4807-4F18-A5C6-352DEDC4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FC671F3E-FBD1-44CA-B9CF-73C8563B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7EA0EC58-3649-4B1B-A65B-BE4964AE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1D5C2744-65E1-4EAE-8C53-3C94D005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8FCADC2E-D4AF-4AB1-BBEC-184C7556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C4DBF000-E872-4C04-AFCA-AA291CE8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1E78CD2F-DDA9-4D66-A92A-C190C26B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C7F9C169-B4C2-4F3B-B3BF-447B00E4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725BB03F-53E5-422B-9D4E-98E7B5D6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F5E55AB3-4398-47C2-9362-95784410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0BBCEBD6-4E33-48E0-9C6C-06151C10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6FDCD53A-878C-4EC6-B2D7-69BB93D6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B0C377EA-9B17-47AB-A3C8-E30DDB7D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FAEE4ACC-F7B8-466D-80D3-A5DF1D6E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3761" y="262203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99DCD796-DCF9-49D4-889F-C473D192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EE9D78BC-DB33-400E-9C1A-5D50D2F3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8B64CF0F-F64A-4834-B8C5-7A1B92AB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C4541676-6939-4C91-9357-F612E5B2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70C70405-7AB4-436F-A951-58F20947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48F005BA-52F9-4DD1-9D6C-216FCCC3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740BC57A-9D28-4549-95A4-A834EAA7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EEE634DD-E3DC-4668-83F2-DDC2FE24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A2350E46-CA73-493E-B93F-B001C9CB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1461DE97-2E58-4592-84CE-82BF1E24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6DB89A61-EAFE-4BAB-91DF-52437E59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AAC33358-0C9D-468B-9FB3-8BC5B720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34EDB9C5-FED7-4970-BC1E-FF1680FC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EC5926A8-A360-47BB-9A71-575D25F2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98421020-1C1C-4B26-A990-18B9DEC6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4B43BBE9-78FF-48BA-A429-BCC4A06C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3F60206B-7181-476D-AFC3-BB27F07B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E1F9D032-CF8A-4EAB-BADA-3DBA544D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1E507F6A-F8A5-4F32-85A0-AD7A3762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4 como visitado e o acrescenta à pré-ordem.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8605A0EE-ADFA-4495-A781-B6DE67A6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D475B636-90D5-40D6-A165-5B242E4E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CB619935-602F-49CD-9D06-CD3F036C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3/16</a:t>
            </a:r>
          </a:p>
        </p:txBody>
      </p:sp>
    </p:spTree>
    <p:extLst>
      <p:ext uri="{BB962C8B-B14F-4D97-AF65-F5344CB8AC3E}">
        <p14:creationId xmlns:p14="http://schemas.microsoft.com/office/powerpoint/2010/main" val="54115984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04 · visita ao vértice 2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F2BE2-2DFA-1C03-677D-BDC2260D6D92}" type="slidenum">
              <a:t>21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F3C8C0D7-EFF4-44DC-A1EC-F6EBB623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ED32FB64-0525-4886-AB67-3B05D11B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6F7A8DBD-0B3F-443A-8759-8E879D41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76D2CF39-69A1-4728-AB8E-D731A9A4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21F1CA2C-CBA6-48C2-A5FC-F954EEEC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D1B8BF8C-1F98-4F13-AE44-81BC4751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0EFA46AA-141C-492C-9BB6-EC048CDB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1126EFD3-13B1-4C4B-A7DA-3E49556D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1AD80C36-BDD5-4377-857E-7F79C1B8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055C96B2-07AD-4D27-B4A1-3C49E463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78AD2C67-C0C0-487F-8325-26577DF8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F81DD192-8867-49F5-8EC2-5BE6F5B6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482F3B70-0EDA-4B71-AA03-EAF58450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CBE6F3AF-BBAA-4CAD-8BE2-A294AE31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EEB31C66-E012-49E6-BF97-0ED36A82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581FE6FE-79E5-4780-B84C-08EB1D29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622C8258-056B-48C9-816C-405C9DE3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BA14058B-F1F5-45C2-9F78-3F860073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20A6956F-5064-4671-A69F-0D49348D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Vértice 1">
            <a:extLst xmlns:a="http://schemas.openxmlformats.org/drawingml/2006/main">
              <a:ext uri="{FF2B5EF4-FFF2-40B4-BE49-F238E27FC236}">
                <a16:creationId xmlns:a16="http://schemas.microsoft.com/office/drawing/2014/main" id="{C5E7DD87-E955-4038-A9D2-B60C08CF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0937CCCE-4F33-4197-BAF4-1D0E3A36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4385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5" name="Vértice 2">
            <a:extLst xmlns:a="http://schemas.openxmlformats.org/drawingml/2006/main">
              <a:ext uri="{FF2B5EF4-FFF2-40B4-BE49-F238E27FC236}">
                <a16:creationId xmlns:a16="http://schemas.microsoft.com/office/drawing/2014/main" id="{D58914A2-C77A-4241-829F-1B5270A1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6" name="Vértice 3">
            <a:extLst xmlns:a="http://schemas.openxmlformats.org/drawingml/2006/main">
              <a:ext uri="{FF2B5EF4-FFF2-40B4-BE49-F238E27FC236}">
                <a16:creationId xmlns:a16="http://schemas.microsoft.com/office/drawing/2014/main" id="{F4B8373C-AE71-43F7-A2EB-28163751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7" name="Vértice 4">
            <a:extLst xmlns:a="http://schemas.openxmlformats.org/drawingml/2006/main">
              <a:ext uri="{FF2B5EF4-FFF2-40B4-BE49-F238E27FC236}">
                <a16:creationId xmlns:a16="http://schemas.microsoft.com/office/drawing/2014/main" id="{7152D2B3-F0BC-43E6-9305-6C2907A6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8" name="Vértice 5">
            <a:extLst xmlns:a="http://schemas.openxmlformats.org/drawingml/2006/main">
              <a:ext uri="{FF2B5EF4-FFF2-40B4-BE49-F238E27FC236}">
                <a16:creationId xmlns:a16="http://schemas.microsoft.com/office/drawing/2014/main" id="{A9B3CC9B-44C8-4C37-8C09-A1D0DAFD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9" name="Vértice 6">
            <a:extLst xmlns:a="http://schemas.openxmlformats.org/drawingml/2006/main">
              <a:ext uri="{FF2B5EF4-FFF2-40B4-BE49-F238E27FC236}">
                <a16:creationId xmlns:a16="http://schemas.microsoft.com/office/drawing/2014/main" id="{99571FD2-E2EE-4F92-ABDF-E683DD8E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0" name="Vértice 7">
            <a:extLst xmlns:a="http://schemas.openxmlformats.org/drawingml/2006/main">
              <a:ext uri="{FF2B5EF4-FFF2-40B4-BE49-F238E27FC236}">
                <a16:creationId xmlns:a16="http://schemas.microsoft.com/office/drawing/2014/main" id="{85CC3360-3424-472B-AB41-C38AE113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1" name="Vértice 8">
            <a:extLst xmlns:a="http://schemas.openxmlformats.org/drawingml/2006/main">
              <a:ext uri="{FF2B5EF4-FFF2-40B4-BE49-F238E27FC236}">
                <a16:creationId xmlns:a16="http://schemas.microsoft.com/office/drawing/2014/main" id="{7A8D81FA-FE4C-4301-AB5E-3603C846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2" name="Vértice 9">
            <a:extLst xmlns:a="http://schemas.openxmlformats.org/drawingml/2006/main">
              <a:ext uri="{FF2B5EF4-FFF2-40B4-BE49-F238E27FC236}">
                <a16:creationId xmlns:a16="http://schemas.microsoft.com/office/drawing/2014/main" id="{B4BD0195-A74E-4CEF-91B9-D2653BBE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3" name="Vértice 10">
            <a:extLst xmlns:a="http://schemas.openxmlformats.org/drawingml/2006/main">
              <a:ext uri="{FF2B5EF4-FFF2-40B4-BE49-F238E27FC236}">
                <a16:creationId xmlns:a16="http://schemas.microsoft.com/office/drawing/2014/main" id="{8BB1E7CD-A093-468E-BF21-C5D64C22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4" name="Vértice 11">
            <a:extLst xmlns:a="http://schemas.openxmlformats.org/drawingml/2006/main">
              <a:ext uri="{FF2B5EF4-FFF2-40B4-BE49-F238E27FC236}">
                <a16:creationId xmlns:a16="http://schemas.microsoft.com/office/drawing/2014/main" id="{92315EEC-10E3-43E4-9066-C471A934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5" name="Vértice 12">
            <a:extLst xmlns:a="http://schemas.openxmlformats.org/drawingml/2006/main">
              <a:ext uri="{FF2B5EF4-FFF2-40B4-BE49-F238E27FC236}">
                <a16:creationId xmlns:a16="http://schemas.microsoft.com/office/drawing/2014/main" id="{DB412B97-4100-4755-B5A2-0CB9F289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49860578-B049-42BE-9C43-D1B7C5E6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DAD6D3E6-C6AB-492F-A13A-03436581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7C68582D-D12D-4647-8ECF-773A1BF6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AEA87A18-AB87-4DCA-8473-81B8C77E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CB317C2F-84C4-44EF-A33F-623F863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B00E65EC-BB4F-45B0-8AD2-A7ACBD3D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4B4E7F75-1B85-4AD8-BA94-9EBE0131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BDBF4A89-550F-4C8A-9047-18A5E015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0EC6EC8A-6942-4965-ACA5-16A13454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3656B5E3-BFC6-42A0-A761-5D75B6CF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2 como visitado e o acrescenta à pré-ordem.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CE2D7B71-C1D6-4E70-A7C6-C4DF8481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473E4B93-C3DD-4A3D-BB87-6A2C29A5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089DB095-843A-4E24-91E9-F5E7E62F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4/16</a:t>
            </a:r>
          </a:p>
        </p:txBody>
      </p:sp>
    </p:spTree>
    <p:extLst>
      <p:ext uri="{BB962C8B-B14F-4D97-AF65-F5344CB8AC3E}">
        <p14:creationId xmlns:p14="http://schemas.microsoft.com/office/powerpoint/2010/main" val="1308257138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05 · visita ao vértice 3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B18BA8-60F4-C50D-CD9B-1BB87D3E8506}" type="slidenum">
              <a:t>22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5E8FCFD5-F839-49FD-874B-859EDFC6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57574405-C6F9-4B1C-AF5C-EB75E95C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75BF0A8F-D237-43D1-BFF1-7C7BC992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EA27DF65-EB90-422E-94E3-B11033AD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8F9C2269-D31B-469A-928E-9585FC8D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DE69BC48-EE3D-465B-B036-EEEDFD66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920C2138-A073-41E7-BE7E-F127C4EF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41BE3D76-D7DA-4678-BEB7-F95D51D2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EC6B1F6F-2090-46AD-BA86-79838B2B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D35156C8-288A-4A5D-B948-6FA3D1E6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82F94BC6-E293-4DFF-9560-454A4CE0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F5911808-534A-4360-80EB-EF488337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35CB0E3A-A759-44F1-B43D-17625EB0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75263EAF-91DB-4DB2-904C-6330D78B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D700FF76-9726-4C15-B0FE-A9FA628B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91F5D17B-F160-433A-B9A9-72B90514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1AC33C3A-E80A-499E-89D3-0E02C2C8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BCD378E6-7200-4DD7-B823-BD2512C9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137709AE-9466-47E6-85DA-26F3B7B8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61629D73-3377-4318-8665-FF82B9AF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Vértice 1">
            <a:extLst xmlns:a="http://schemas.openxmlformats.org/drawingml/2006/main">
              <a:ext uri="{FF2B5EF4-FFF2-40B4-BE49-F238E27FC236}">
                <a16:creationId xmlns:a16="http://schemas.microsoft.com/office/drawing/2014/main" id="{1AC5701F-2C16-4DB5-B992-0AD162D6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5" name="Vértice 2">
            <a:extLst xmlns:a="http://schemas.openxmlformats.org/drawingml/2006/main">
              <a:ext uri="{FF2B5EF4-FFF2-40B4-BE49-F238E27FC236}">
                <a16:creationId xmlns:a16="http://schemas.microsoft.com/office/drawing/2014/main" id="{AFEF450E-1357-4E57-98B7-65007ED7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5FC1B65F-EFCB-4CD2-A7C5-6EEEDB9E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3761" y="425501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7" name="Vértice 3">
            <a:extLst xmlns:a="http://schemas.openxmlformats.org/drawingml/2006/main">
              <a:ext uri="{FF2B5EF4-FFF2-40B4-BE49-F238E27FC236}">
                <a16:creationId xmlns:a16="http://schemas.microsoft.com/office/drawing/2014/main" id="{E36774D5-492F-433D-A9F1-8B5D21B5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8" name="Vértice 4">
            <a:extLst xmlns:a="http://schemas.openxmlformats.org/drawingml/2006/main">
              <a:ext uri="{FF2B5EF4-FFF2-40B4-BE49-F238E27FC236}">
                <a16:creationId xmlns:a16="http://schemas.microsoft.com/office/drawing/2014/main" id="{D361F368-C9A1-40A3-94E6-F410B43C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9" name="Vértice 5">
            <a:extLst xmlns:a="http://schemas.openxmlformats.org/drawingml/2006/main">
              <a:ext uri="{FF2B5EF4-FFF2-40B4-BE49-F238E27FC236}">
                <a16:creationId xmlns:a16="http://schemas.microsoft.com/office/drawing/2014/main" id="{281F9F8B-03D2-44FB-ABA5-28708B97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0" name="Vértice 6">
            <a:extLst xmlns:a="http://schemas.openxmlformats.org/drawingml/2006/main">
              <a:ext uri="{FF2B5EF4-FFF2-40B4-BE49-F238E27FC236}">
                <a16:creationId xmlns:a16="http://schemas.microsoft.com/office/drawing/2014/main" id="{98D718B9-8ADF-4168-97DB-5693020B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1" name="Vértice 7">
            <a:extLst xmlns:a="http://schemas.openxmlformats.org/drawingml/2006/main">
              <a:ext uri="{FF2B5EF4-FFF2-40B4-BE49-F238E27FC236}">
                <a16:creationId xmlns:a16="http://schemas.microsoft.com/office/drawing/2014/main" id="{D1EF14A7-80CD-4E6C-835D-0F552A66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2" name="Vértice 8">
            <a:extLst xmlns:a="http://schemas.openxmlformats.org/drawingml/2006/main">
              <a:ext uri="{FF2B5EF4-FFF2-40B4-BE49-F238E27FC236}">
                <a16:creationId xmlns:a16="http://schemas.microsoft.com/office/drawing/2014/main" id="{4AE8D42F-F46C-4BAD-942A-1E991670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3" name="Vértice 9">
            <a:extLst xmlns:a="http://schemas.openxmlformats.org/drawingml/2006/main">
              <a:ext uri="{FF2B5EF4-FFF2-40B4-BE49-F238E27FC236}">
                <a16:creationId xmlns:a16="http://schemas.microsoft.com/office/drawing/2014/main" id="{4885101A-0F43-4625-882F-1030B999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4" name="Vértice 10">
            <a:extLst xmlns:a="http://schemas.openxmlformats.org/drawingml/2006/main">
              <a:ext uri="{FF2B5EF4-FFF2-40B4-BE49-F238E27FC236}">
                <a16:creationId xmlns:a16="http://schemas.microsoft.com/office/drawing/2014/main" id="{94E4F078-FB84-44D4-A702-AC546CD9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5" name="Vértice 11">
            <a:extLst xmlns:a="http://schemas.openxmlformats.org/drawingml/2006/main">
              <a:ext uri="{FF2B5EF4-FFF2-40B4-BE49-F238E27FC236}">
                <a16:creationId xmlns:a16="http://schemas.microsoft.com/office/drawing/2014/main" id="{FCDA1B16-0E58-4500-A5AE-F001BE75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6" name="Vértice 12">
            <a:extLst xmlns:a="http://schemas.openxmlformats.org/drawingml/2006/main">
              <a:ext uri="{FF2B5EF4-FFF2-40B4-BE49-F238E27FC236}">
                <a16:creationId xmlns:a16="http://schemas.microsoft.com/office/drawing/2014/main" id="{E6A4316B-52A8-4751-9AE1-9B9FD01C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7" name="Vértice 13">
            <a:extLst xmlns:a="http://schemas.openxmlformats.org/drawingml/2006/main">
              <a:ext uri="{FF2B5EF4-FFF2-40B4-BE49-F238E27FC236}">
                <a16:creationId xmlns:a16="http://schemas.microsoft.com/office/drawing/2014/main" id="{59F74A47-FA76-47CE-A731-C12C51A9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8" name="Vértice 14">
            <a:extLst xmlns:a="http://schemas.openxmlformats.org/drawingml/2006/main">
              <a:ext uri="{FF2B5EF4-FFF2-40B4-BE49-F238E27FC236}">
                <a16:creationId xmlns:a16="http://schemas.microsoft.com/office/drawing/2014/main" id="{BF9E0868-A6C3-402E-A623-2B90D811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9" name="Vértice 15">
            <a:extLst xmlns:a="http://schemas.openxmlformats.org/drawingml/2006/main">
              <a:ext uri="{FF2B5EF4-FFF2-40B4-BE49-F238E27FC236}">
                <a16:creationId xmlns:a16="http://schemas.microsoft.com/office/drawing/2014/main" id="{741C2FD0-E7AA-42BE-9FEF-50F4B263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0" name="Vértice 16">
            <a:extLst xmlns:a="http://schemas.openxmlformats.org/drawingml/2006/main">
              <a:ext uri="{FF2B5EF4-FFF2-40B4-BE49-F238E27FC236}">
                <a16:creationId xmlns:a16="http://schemas.microsoft.com/office/drawing/2014/main" id="{957693ED-0E3E-4431-9902-624607CF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9F7FEE6E-5616-424D-AEA6-02404E47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E050F08E-6726-4CC3-81CC-B46E9F39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81AC9188-DE2D-4836-BBC3-B6DB6911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9C785FAF-DA14-499B-A535-7A4BFB3B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218CA919-BA72-4136-A95F-D9EF5D3C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1692E376-79E1-4AFB-8ACB-EB897F10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3 como visitado e o acrescenta à pré-ordem.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7851DD8C-A322-4AFC-AC60-F9D4BCFF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00D46B51-685A-4440-9834-D9912FF6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75A5D21A-72A4-40FE-B86D-D8F47C0D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5/16</a:t>
            </a:r>
          </a:p>
        </p:txBody>
      </p:sp>
    </p:spTree>
    <p:extLst>
      <p:ext uri="{BB962C8B-B14F-4D97-AF65-F5344CB8AC3E}">
        <p14:creationId xmlns:p14="http://schemas.microsoft.com/office/powerpoint/2010/main" val="132730810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06 · visita ao vértice 16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4E99CEF-AF55-BA3C-ADF8-4E52E186DD8F}" type="slidenum">
              <a:t>23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32673F42-1429-4F69-BA86-1702CADF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4DEE9726-24C5-48ED-AF8A-D40B35C3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1563CF25-6F63-41A6-8001-17377F71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211900F8-72B5-479C-9574-1D5875E6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7DCA8841-C4D2-42C3-918B-D9FD5556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EC8A3FC8-0906-4383-AF20-8EDB8D3F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E59EBCB8-3284-405F-A2B9-8435C640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5D33B8A4-1677-4F2D-A174-235071F1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F8A3AD53-F474-4598-AA19-75FB2622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01466C54-AB2F-4116-82D9-60A0C591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24CDBAC9-33F9-4E10-AC5D-460DAAFB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469DC1E0-7BC7-40CE-8E21-5CD0AFEF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2CCE0CF9-808B-449C-851C-FE516907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4475EB57-8EA4-42F7-BA6E-773D47E5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CE954CBF-FF41-444B-8C16-155F00AA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8EC84886-4064-44EC-AB30-4D2C61DC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9B92B45C-77F1-4161-9D74-DFC1A2AD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61EFC9E9-236C-4BD8-886B-DFC0B192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3A20ECED-268B-459F-B3F3-53B22834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881E87C2-C01E-4B77-856D-12524723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F677048D-0EAC-4998-8DE2-E9256CD3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Vértice 1">
            <a:extLst xmlns:a="http://schemas.openxmlformats.org/drawingml/2006/main">
              <a:ext uri="{FF2B5EF4-FFF2-40B4-BE49-F238E27FC236}">
                <a16:creationId xmlns:a16="http://schemas.microsoft.com/office/drawing/2014/main" id="{B4C22508-6321-4022-B3B4-19AD7E1F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6" name="Vértice 2">
            <a:extLst xmlns:a="http://schemas.openxmlformats.org/drawingml/2006/main">
              <a:ext uri="{FF2B5EF4-FFF2-40B4-BE49-F238E27FC236}">
                <a16:creationId xmlns:a16="http://schemas.microsoft.com/office/drawing/2014/main" id="{3D48F840-2BCF-4EB8-A242-075ABC03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7" name="Vértice 3">
            <a:extLst xmlns:a="http://schemas.openxmlformats.org/drawingml/2006/main">
              <a:ext uri="{FF2B5EF4-FFF2-40B4-BE49-F238E27FC236}">
                <a16:creationId xmlns:a16="http://schemas.microsoft.com/office/drawing/2014/main" id="{B3FAA3ED-24AA-4246-B5AA-A1E369FA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8" name="Vértice 4">
            <a:extLst xmlns:a="http://schemas.openxmlformats.org/drawingml/2006/main">
              <a:ext uri="{FF2B5EF4-FFF2-40B4-BE49-F238E27FC236}">
                <a16:creationId xmlns:a16="http://schemas.microsoft.com/office/drawing/2014/main" id="{90C03D89-35B7-4D25-8FB1-07DDAEFC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9" name="Vértice 5">
            <a:extLst xmlns:a="http://schemas.openxmlformats.org/drawingml/2006/main">
              <a:ext uri="{FF2B5EF4-FFF2-40B4-BE49-F238E27FC236}">
                <a16:creationId xmlns:a16="http://schemas.microsoft.com/office/drawing/2014/main" id="{FEBEB014-D8F6-4D94-AA08-16F2D396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0" name="Vértice 6">
            <a:extLst xmlns:a="http://schemas.openxmlformats.org/drawingml/2006/main">
              <a:ext uri="{FF2B5EF4-FFF2-40B4-BE49-F238E27FC236}">
                <a16:creationId xmlns:a16="http://schemas.microsoft.com/office/drawing/2014/main" id="{B87540CC-1E89-403C-929A-3F67C9B1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1" name="Vértice 7">
            <a:extLst xmlns:a="http://schemas.openxmlformats.org/drawingml/2006/main">
              <a:ext uri="{FF2B5EF4-FFF2-40B4-BE49-F238E27FC236}">
                <a16:creationId xmlns:a16="http://schemas.microsoft.com/office/drawing/2014/main" id="{66721788-9DE0-42DC-A060-3A06C69B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2" name="Vértice 8">
            <a:extLst xmlns:a="http://schemas.openxmlformats.org/drawingml/2006/main">
              <a:ext uri="{FF2B5EF4-FFF2-40B4-BE49-F238E27FC236}">
                <a16:creationId xmlns:a16="http://schemas.microsoft.com/office/drawing/2014/main" id="{6878B5AF-3861-45F0-A2B4-19BCCA56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3" name="Vértice 9">
            <a:extLst xmlns:a="http://schemas.openxmlformats.org/drawingml/2006/main">
              <a:ext uri="{FF2B5EF4-FFF2-40B4-BE49-F238E27FC236}">
                <a16:creationId xmlns:a16="http://schemas.microsoft.com/office/drawing/2014/main" id="{AFFF8B3A-393B-4E77-AE0A-0F0B3425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4" name="Vértice 10">
            <a:extLst xmlns:a="http://schemas.openxmlformats.org/drawingml/2006/main">
              <a:ext uri="{FF2B5EF4-FFF2-40B4-BE49-F238E27FC236}">
                <a16:creationId xmlns:a16="http://schemas.microsoft.com/office/drawing/2014/main" id="{E154FA2C-C237-4EA8-91FF-D6AB89D7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5" name="Vértice 11">
            <a:extLst xmlns:a="http://schemas.openxmlformats.org/drawingml/2006/main">
              <a:ext uri="{FF2B5EF4-FFF2-40B4-BE49-F238E27FC236}">
                <a16:creationId xmlns:a16="http://schemas.microsoft.com/office/drawing/2014/main" id="{CD5EA46A-5CE1-4AC5-BBF9-F6B746E9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6" name="Vértice 12">
            <a:extLst xmlns:a="http://schemas.openxmlformats.org/drawingml/2006/main">
              <a:ext uri="{FF2B5EF4-FFF2-40B4-BE49-F238E27FC236}">
                <a16:creationId xmlns:a16="http://schemas.microsoft.com/office/drawing/2014/main" id="{E4E70A60-3A59-4EC4-94DA-9163E9CD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7" name="Vértice 13">
            <a:extLst xmlns:a="http://schemas.openxmlformats.org/drawingml/2006/main">
              <a:ext uri="{FF2B5EF4-FFF2-40B4-BE49-F238E27FC236}">
                <a16:creationId xmlns:a16="http://schemas.microsoft.com/office/drawing/2014/main" id="{CABA1013-34FF-43F3-AC78-527C0C82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8" name="Vértice 14">
            <a:extLst xmlns:a="http://schemas.openxmlformats.org/drawingml/2006/main">
              <a:ext uri="{FF2B5EF4-FFF2-40B4-BE49-F238E27FC236}">
                <a16:creationId xmlns:a16="http://schemas.microsoft.com/office/drawing/2014/main" id="{90F05A7B-D137-4FE9-93DC-D8BAD2F0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9" name="Vértice 15">
            <a:extLst xmlns:a="http://schemas.openxmlformats.org/drawingml/2006/main">
              <a:ext uri="{FF2B5EF4-FFF2-40B4-BE49-F238E27FC236}">
                <a16:creationId xmlns:a16="http://schemas.microsoft.com/office/drawing/2014/main" id="{656917DE-FB56-4A54-8371-2B85A68D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1A1B548B-2DD2-4B49-B657-90C4FC0F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333" y="494720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71" name="Vértice 16">
            <a:extLst xmlns:a="http://schemas.openxmlformats.org/drawingml/2006/main">
              <a:ext uri="{FF2B5EF4-FFF2-40B4-BE49-F238E27FC236}">
                <a16:creationId xmlns:a16="http://schemas.microsoft.com/office/drawing/2014/main" id="{5F54F35B-9E2C-475C-8954-C95868CC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31E4C9C7-1BAB-4A17-A4D5-09AD1115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C2EDFF2A-9F68-4A6D-8A75-4665B84C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0A9F1ADF-86A2-4023-B8EF-6B3B1305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306EEF55-A9B8-413D-98D4-6BA5906F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33253E68-2093-4B2D-AA76-EED615B6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A0DA34AA-C892-4B12-A450-0BA54F01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16 como visitado e o acrescenta à pré-ordem.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E24AEA1D-33BA-4567-BB49-59C6B9FE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7404CC52-08E1-419C-894F-F4FA109F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18E28688-54EF-4312-A73D-207946AA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6/16</a:t>
            </a:r>
          </a:p>
        </p:txBody>
      </p:sp>
    </p:spTree>
    <p:extLst>
      <p:ext uri="{BB962C8B-B14F-4D97-AF65-F5344CB8AC3E}">
        <p14:creationId xmlns:p14="http://schemas.microsoft.com/office/powerpoint/2010/main" val="37545732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07 · visita ao vértice 13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59AF09-D197-0193-A7DE-FAAF0B691058}" type="slidenum">
              <a:t>24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BC373706-E8E0-4D93-8209-EDB0B9BC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303ACDC3-67D9-4BE5-A3B4-8DC15D17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D9392899-8304-4998-A5DE-74674E80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69F1D523-A572-4369-AF92-7ACEE393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C765FE91-112E-432F-875A-B4172553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3D55B0DF-18DC-4FBB-9A85-822A0CB2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AABAE2A1-A37F-44F4-B966-154C1E4D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77010EA4-C1E9-42DE-93DA-D78B12A5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2098D253-E1C8-4185-A694-A2D3198F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A0AFF65E-2AB5-48B9-AAEF-DA7136DE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155CFB83-ED3B-4213-9492-068C3294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58971588-61CE-40BD-A02A-3D7256C0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A24AEF66-859D-48CB-BA15-B50331DF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EDE65C01-92B7-4144-AC8A-E6AD86DC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7ABC1E99-DDDF-4E99-A559-29643640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83D29056-B461-4EE9-81A3-7C133278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2D7E45D5-0798-4F8F-8F1A-579C9CB8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6F20B2E6-E5C3-4838-BFFB-67241761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55A67CD2-1EED-49BF-90FB-EC8FACD9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F80E1888-D0EF-4851-B5B3-BDD83D06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A1F12703-F517-4D53-956B-3F815E1C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20006D8A-891B-445A-B10D-E79F7E9A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6" name="Vértice 1">
            <a:extLst xmlns:a="http://schemas.openxmlformats.org/drawingml/2006/main">
              <a:ext uri="{FF2B5EF4-FFF2-40B4-BE49-F238E27FC236}">
                <a16:creationId xmlns:a16="http://schemas.microsoft.com/office/drawing/2014/main" id="{72D8F41A-0809-4C43-AC49-9AD83181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7" name="Vértice 2">
            <a:extLst xmlns:a="http://schemas.openxmlformats.org/drawingml/2006/main">
              <a:ext uri="{FF2B5EF4-FFF2-40B4-BE49-F238E27FC236}">
                <a16:creationId xmlns:a16="http://schemas.microsoft.com/office/drawing/2014/main" id="{BE5781E5-9AA5-459D-921F-D76A16D2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8" name="Vértice 3">
            <a:extLst xmlns:a="http://schemas.openxmlformats.org/drawingml/2006/main">
              <a:ext uri="{FF2B5EF4-FFF2-40B4-BE49-F238E27FC236}">
                <a16:creationId xmlns:a16="http://schemas.microsoft.com/office/drawing/2014/main" id="{735B1121-1343-4054-81B0-0C2F2393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9" name="Vértice 4">
            <a:extLst xmlns:a="http://schemas.openxmlformats.org/drawingml/2006/main">
              <a:ext uri="{FF2B5EF4-FFF2-40B4-BE49-F238E27FC236}">
                <a16:creationId xmlns:a16="http://schemas.microsoft.com/office/drawing/2014/main" id="{510B9AB7-6628-44AF-90AB-286F9686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0" name="Vértice 5">
            <a:extLst xmlns:a="http://schemas.openxmlformats.org/drawingml/2006/main">
              <a:ext uri="{FF2B5EF4-FFF2-40B4-BE49-F238E27FC236}">
                <a16:creationId xmlns:a16="http://schemas.microsoft.com/office/drawing/2014/main" id="{E3C5742B-CB42-49A3-A1BA-1CB976A2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1" name="Vértice 6">
            <a:extLst xmlns:a="http://schemas.openxmlformats.org/drawingml/2006/main">
              <a:ext uri="{FF2B5EF4-FFF2-40B4-BE49-F238E27FC236}">
                <a16:creationId xmlns:a16="http://schemas.microsoft.com/office/drawing/2014/main" id="{0A3306BC-3201-4BA4-B423-EA984930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2" name="Vértice 7">
            <a:extLst xmlns:a="http://schemas.openxmlformats.org/drawingml/2006/main">
              <a:ext uri="{FF2B5EF4-FFF2-40B4-BE49-F238E27FC236}">
                <a16:creationId xmlns:a16="http://schemas.microsoft.com/office/drawing/2014/main" id="{2DB9145E-0819-4E5F-A2E0-F792CC8A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3" name="Vértice 8">
            <a:extLst xmlns:a="http://schemas.openxmlformats.org/drawingml/2006/main">
              <a:ext uri="{FF2B5EF4-FFF2-40B4-BE49-F238E27FC236}">
                <a16:creationId xmlns:a16="http://schemas.microsoft.com/office/drawing/2014/main" id="{3F952CB9-35B1-499D-B4E0-624FDE1D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4" name="Vértice 9">
            <a:extLst xmlns:a="http://schemas.openxmlformats.org/drawingml/2006/main">
              <a:ext uri="{FF2B5EF4-FFF2-40B4-BE49-F238E27FC236}">
                <a16:creationId xmlns:a16="http://schemas.microsoft.com/office/drawing/2014/main" id="{1F99AC8D-C10D-4D59-B149-8715C39C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5" name="Vértice 10">
            <a:extLst xmlns:a="http://schemas.openxmlformats.org/drawingml/2006/main">
              <a:ext uri="{FF2B5EF4-FFF2-40B4-BE49-F238E27FC236}">
                <a16:creationId xmlns:a16="http://schemas.microsoft.com/office/drawing/2014/main" id="{2DC4ED3A-BC0D-44B0-BF18-A54C6943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6" name="Vértice 11">
            <a:extLst xmlns:a="http://schemas.openxmlformats.org/drawingml/2006/main">
              <a:ext uri="{FF2B5EF4-FFF2-40B4-BE49-F238E27FC236}">
                <a16:creationId xmlns:a16="http://schemas.microsoft.com/office/drawing/2014/main" id="{827DD039-9833-42DE-97A8-739A7E9E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7" name="Vértice 12">
            <a:extLst xmlns:a="http://schemas.openxmlformats.org/drawingml/2006/main">
              <a:ext uri="{FF2B5EF4-FFF2-40B4-BE49-F238E27FC236}">
                <a16:creationId xmlns:a16="http://schemas.microsoft.com/office/drawing/2014/main" id="{C71A5570-10D1-4E5F-B6A8-6AE0037C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DC37CCBF-58ED-453A-9666-B3B7CA1D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17" y="192984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9" name="Vértice 13">
            <a:extLst xmlns:a="http://schemas.openxmlformats.org/drawingml/2006/main">
              <a:ext uri="{FF2B5EF4-FFF2-40B4-BE49-F238E27FC236}">
                <a16:creationId xmlns:a16="http://schemas.microsoft.com/office/drawing/2014/main" id="{4AC693CF-2311-4986-99F7-7393C697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0" name="Vértice 14">
            <a:extLst xmlns:a="http://schemas.openxmlformats.org/drawingml/2006/main">
              <a:ext uri="{FF2B5EF4-FFF2-40B4-BE49-F238E27FC236}">
                <a16:creationId xmlns:a16="http://schemas.microsoft.com/office/drawing/2014/main" id="{00696BBA-E76F-47AD-BD32-FDCF5192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1" name="Vértice 15">
            <a:extLst xmlns:a="http://schemas.openxmlformats.org/drawingml/2006/main">
              <a:ext uri="{FF2B5EF4-FFF2-40B4-BE49-F238E27FC236}">
                <a16:creationId xmlns:a16="http://schemas.microsoft.com/office/drawing/2014/main" id="{E3517866-AAC9-4A90-A5B4-32FA667C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2" name="Vértice 16">
            <a:extLst xmlns:a="http://schemas.openxmlformats.org/drawingml/2006/main">
              <a:ext uri="{FF2B5EF4-FFF2-40B4-BE49-F238E27FC236}">
                <a16:creationId xmlns:a16="http://schemas.microsoft.com/office/drawing/2014/main" id="{3C365D9A-CC56-436D-9CD8-9ADB2447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62D582C6-82E9-4DE1-8150-AEFBDAE6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F30B5F22-FE57-47EE-B4CC-CFD81F84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C3AB932D-7941-45BF-8F88-30409CA2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1B5BBDD9-635C-4BDB-8345-9F1CE02A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F87BCB3F-F495-46F3-A509-5AB94BC5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8F8FE4F4-8041-4214-B418-55259D4B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13 como visitado e o acrescenta à pré-ordem.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217689B5-6650-40DB-9BC3-1F4BBB9B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9864F87B-339A-4F49-AFCF-556EF00A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13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5807F7CD-83F7-4A6A-B305-B8B65009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7/16</a:t>
            </a:r>
          </a:p>
        </p:txBody>
      </p:sp>
    </p:spTree>
    <p:extLst>
      <p:ext uri="{BB962C8B-B14F-4D97-AF65-F5344CB8AC3E}">
        <p14:creationId xmlns:p14="http://schemas.microsoft.com/office/powerpoint/2010/main" val="97061344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08 · visita ao vértice 12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AE1AE4-D79E-94D6-E825-3FC6C21A77D2}" type="slidenum">
              <a:t>25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C62C6715-CED1-4B34-AE4E-A54CC546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52EC3C62-6824-4CF5-9496-B5399105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BAA5A676-A546-4598-BC4F-7B5A573C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1D65FDB3-2B8C-412F-A60B-981A3777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2225A1F3-01C9-4AA9-9F2B-677C3C57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FFCFC40E-1D11-4C0C-9B49-BC83C548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923602E8-CD7B-47AE-9D78-C5B6BACB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FA418B25-501D-4887-ADB2-6890373C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BD1C9F70-3A02-4DFC-9001-47019D6E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6C263CE2-2E26-473E-A67A-8410D224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0B95E4B1-6065-4FCC-AB80-B7EEBC52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7E54DA22-9AF4-466B-A630-2B533723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F3DD1056-4560-4E30-ACC2-C085CFDD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6329F167-9A7E-49FF-8B2A-C4B0426F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BFC0BA01-EBC2-44F7-84CB-7CAFDBF8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694D9998-4134-478C-9857-195FA355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35191927-1B85-40B8-AE6B-846C4A0E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BD3EBAC9-FDA9-4F7B-8E40-CA2960A7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AAFAE6A0-15D5-48D5-B858-049C7DD5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394F3C29-99D0-4A28-A127-5EEB8693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2ED1F0DD-5DE1-4B50-94C3-109ABB73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66906178-983D-407D-BE48-0348DC1E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8E9CE06B-9FE7-471A-AA17-1C600DCE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7" name="Vértice 1">
            <a:extLst xmlns:a="http://schemas.openxmlformats.org/drawingml/2006/main">
              <a:ext uri="{FF2B5EF4-FFF2-40B4-BE49-F238E27FC236}">
                <a16:creationId xmlns:a16="http://schemas.microsoft.com/office/drawing/2014/main" id="{79F1F18B-0A05-4547-B03F-E42C7DF1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8" name="Vértice 2">
            <a:extLst xmlns:a="http://schemas.openxmlformats.org/drawingml/2006/main">
              <a:ext uri="{FF2B5EF4-FFF2-40B4-BE49-F238E27FC236}">
                <a16:creationId xmlns:a16="http://schemas.microsoft.com/office/drawing/2014/main" id="{4778E8CF-5C25-4089-96B7-C8B88BF8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9" name="Vértice 3">
            <a:extLst xmlns:a="http://schemas.openxmlformats.org/drawingml/2006/main">
              <a:ext uri="{FF2B5EF4-FFF2-40B4-BE49-F238E27FC236}">
                <a16:creationId xmlns:a16="http://schemas.microsoft.com/office/drawing/2014/main" id="{79E8395F-13BD-43C8-B02C-BBA3CA9A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0" name="Vértice 4">
            <a:extLst xmlns:a="http://schemas.openxmlformats.org/drawingml/2006/main">
              <a:ext uri="{FF2B5EF4-FFF2-40B4-BE49-F238E27FC236}">
                <a16:creationId xmlns:a16="http://schemas.microsoft.com/office/drawing/2014/main" id="{4E2E5D1A-58BE-4671-9716-B4FF9679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1" name="Vértice 5">
            <a:extLst xmlns:a="http://schemas.openxmlformats.org/drawingml/2006/main">
              <a:ext uri="{FF2B5EF4-FFF2-40B4-BE49-F238E27FC236}">
                <a16:creationId xmlns:a16="http://schemas.microsoft.com/office/drawing/2014/main" id="{EB372CDE-CCBB-424E-88FD-0BDB4EE9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2" name="Vértice 6">
            <a:extLst xmlns:a="http://schemas.openxmlformats.org/drawingml/2006/main">
              <a:ext uri="{FF2B5EF4-FFF2-40B4-BE49-F238E27FC236}">
                <a16:creationId xmlns:a16="http://schemas.microsoft.com/office/drawing/2014/main" id="{C1F19B3D-4AEB-47EE-AAA2-11AE86A7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3" name="Vértice 7">
            <a:extLst xmlns:a="http://schemas.openxmlformats.org/drawingml/2006/main">
              <a:ext uri="{FF2B5EF4-FFF2-40B4-BE49-F238E27FC236}">
                <a16:creationId xmlns:a16="http://schemas.microsoft.com/office/drawing/2014/main" id="{1045A7D4-0576-4443-9CF9-D06AD418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4" name="Vértice 8">
            <a:extLst xmlns:a="http://schemas.openxmlformats.org/drawingml/2006/main">
              <a:ext uri="{FF2B5EF4-FFF2-40B4-BE49-F238E27FC236}">
                <a16:creationId xmlns:a16="http://schemas.microsoft.com/office/drawing/2014/main" id="{F88F6504-7E94-49B5-B9D8-1523C12C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5" name="Vértice 9">
            <a:extLst xmlns:a="http://schemas.openxmlformats.org/drawingml/2006/main">
              <a:ext uri="{FF2B5EF4-FFF2-40B4-BE49-F238E27FC236}">
                <a16:creationId xmlns:a16="http://schemas.microsoft.com/office/drawing/2014/main" id="{E64DC133-EE94-47F7-8DC7-6AB54E68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6" name="Vértice 10">
            <a:extLst xmlns:a="http://schemas.openxmlformats.org/drawingml/2006/main">
              <a:ext uri="{FF2B5EF4-FFF2-40B4-BE49-F238E27FC236}">
                <a16:creationId xmlns:a16="http://schemas.microsoft.com/office/drawing/2014/main" id="{47AFD9CD-CEB1-414F-8CA6-2923B513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7" name="Vértice 11">
            <a:extLst xmlns:a="http://schemas.openxmlformats.org/drawingml/2006/main">
              <a:ext uri="{FF2B5EF4-FFF2-40B4-BE49-F238E27FC236}">
                <a16:creationId xmlns:a16="http://schemas.microsoft.com/office/drawing/2014/main" id="{64BF929B-51A5-452A-9D08-7D4430B5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BD9570E1-6791-4EE3-BA94-DC8E6DD8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257" y="1467336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9" name="Vértice 12">
            <a:extLst xmlns:a="http://schemas.openxmlformats.org/drawingml/2006/main">
              <a:ext uri="{FF2B5EF4-FFF2-40B4-BE49-F238E27FC236}">
                <a16:creationId xmlns:a16="http://schemas.microsoft.com/office/drawing/2014/main" id="{83B7485B-56C8-4ACD-B87C-55409E66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70" name="Vértice 13">
            <a:extLst xmlns:a="http://schemas.openxmlformats.org/drawingml/2006/main">
              <a:ext uri="{FF2B5EF4-FFF2-40B4-BE49-F238E27FC236}">
                <a16:creationId xmlns:a16="http://schemas.microsoft.com/office/drawing/2014/main" id="{8AF47950-8F06-4DCD-883B-552B35C2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1" name="Vértice 14">
            <a:extLst xmlns:a="http://schemas.openxmlformats.org/drawingml/2006/main">
              <a:ext uri="{FF2B5EF4-FFF2-40B4-BE49-F238E27FC236}">
                <a16:creationId xmlns:a16="http://schemas.microsoft.com/office/drawing/2014/main" id="{92EE1916-A4EA-4ED6-9E58-D21AC570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2" name="Vértice 15">
            <a:extLst xmlns:a="http://schemas.openxmlformats.org/drawingml/2006/main">
              <a:ext uri="{FF2B5EF4-FFF2-40B4-BE49-F238E27FC236}">
                <a16:creationId xmlns:a16="http://schemas.microsoft.com/office/drawing/2014/main" id="{0D5933C4-56F0-4BD4-B5BB-12BED3B0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3" name="Vértice 16">
            <a:extLst xmlns:a="http://schemas.openxmlformats.org/drawingml/2006/main">
              <a:ext uri="{FF2B5EF4-FFF2-40B4-BE49-F238E27FC236}">
                <a16:creationId xmlns:a16="http://schemas.microsoft.com/office/drawing/2014/main" id="{C99E1738-AB7C-458D-9C3D-CE7B49B3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84879B0B-97E5-41CC-9135-5F6C6C86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3E32BF2C-EE6D-46D4-AE6A-EF30A24C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BE1F2416-DDFF-4A6A-B34F-9316B1D6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5F889C92-532B-40C8-BE0A-0613C97E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DE1B4938-506B-49C8-AD71-43839870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366F12E1-4E00-4077-83D2-0E1DE691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12 como visitado e o acrescenta à pré-ordem.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177ACFAE-1558-4AB9-952F-D23C5DFD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D9A06662-6F18-4CFB-9B9A-EDFFEFE8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13 – 12</a:t>
            </a:r>
          </a:p>
        </p:txBody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608D9034-4A05-435F-A30D-089AAB0F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8/16</a:t>
            </a:r>
          </a:p>
        </p:txBody>
      </p:sp>
    </p:spTree>
    <p:extLst>
      <p:ext uri="{BB962C8B-B14F-4D97-AF65-F5344CB8AC3E}">
        <p14:creationId xmlns:p14="http://schemas.microsoft.com/office/powerpoint/2010/main" val="1533326825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09 · visita ao vértice 7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AB55966-FA28-BC73-EA9E-53DF014DF033}" type="slidenum">
              <a:t>26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72FEF37A-A572-4811-BF1E-3E092DD9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8409B139-252C-4FCE-AECC-2035F7B7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B0A51DA8-C969-400B-A4D3-F10851DE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6B5245BF-4988-4B03-BD63-0C50940B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7C47628E-6C10-46F4-A69C-C585E201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F8650572-10EC-47B8-B471-9E7DA0E9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5878DE66-5F00-407A-8859-C691CD5E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BB0C8A0F-9DFC-4718-913F-D5B39247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2E1DA051-5C9C-41E6-B9B7-E484D9EE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EC16A6A3-6BD6-47E7-8F71-20D61A59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F538334D-9D98-498E-959F-C53DC439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943485A8-1309-4766-B4BE-28E3F134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210CA370-F075-417E-8489-E376537E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4C423599-DF4F-46C4-984D-77F95834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DFE153D5-F1F1-4068-9705-9893EEAF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43F64CCE-8F2A-410F-AC87-152E6248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B7863132-19DD-4049-8DCC-E895421B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F478185C-28A0-433F-92CA-6CDFB702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AA15C4F4-7781-4DE2-AA38-F80A593F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AC9C56FC-6F0E-4323-8A2D-258EAA65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DBA31A7C-A130-4627-8A53-3FAFDF92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54EAFB57-6CB5-48D0-B6EC-46199791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A5D830C7-A3CA-41F8-8EF0-DDFECC4E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568B7B47-1D38-4792-930F-21E03671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8" name="Vértice 1">
            <a:extLst xmlns:a="http://schemas.openxmlformats.org/drawingml/2006/main">
              <a:ext uri="{FF2B5EF4-FFF2-40B4-BE49-F238E27FC236}">
                <a16:creationId xmlns:a16="http://schemas.microsoft.com/office/drawing/2014/main" id="{C9756D40-DF07-485F-A118-60E49864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9" name="Vértice 2">
            <a:extLst xmlns:a="http://schemas.openxmlformats.org/drawingml/2006/main">
              <a:ext uri="{FF2B5EF4-FFF2-40B4-BE49-F238E27FC236}">
                <a16:creationId xmlns:a16="http://schemas.microsoft.com/office/drawing/2014/main" id="{5EC0F6EF-E0E8-43F4-9AB4-56584454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60" name="Vértice 3">
            <a:extLst xmlns:a="http://schemas.openxmlformats.org/drawingml/2006/main">
              <a:ext uri="{FF2B5EF4-FFF2-40B4-BE49-F238E27FC236}">
                <a16:creationId xmlns:a16="http://schemas.microsoft.com/office/drawing/2014/main" id="{A5EF7701-4677-4310-BC49-DD825668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1" name="Vértice 4">
            <a:extLst xmlns:a="http://schemas.openxmlformats.org/drawingml/2006/main">
              <a:ext uri="{FF2B5EF4-FFF2-40B4-BE49-F238E27FC236}">
                <a16:creationId xmlns:a16="http://schemas.microsoft.com/office/drawing/2014/main" id="{7072DDBC-F41D-4303-8F65-B7B3CCC0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2" name="Vértice 5">
            <a:extLst xmlns:a="http://schemas.openxmlformats.org/drawingml/2006/main">
              <a:ext uri="{FF2B5EF4-FFF2-40B4-BE49-F238E27FC236}">
                <a16:creationId xmlns:a16="http://schemas.microsoft.com/office/drawing/2014/main" id="{F12980F2-B709-46A9-9623-2CDE85A3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3" name="Vértice 6">
            <a:extLst xmlns:a="http://schemas.openxmlformats.org/drawingml/2006/main">
              <a:ext uri="{FF2B5EF4-FFF2-40B4-BE49-F238E27FC236}">
                <a16:creationId xmlns:a16="http://schemas.microsoft.com/office/drawing/2014/main" id="{EB7BC9C8-1B72-4994-AA29-27110307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498CEDA5-409D-404C-8CCE-F1E3C821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257" y="5409714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5" name="Vértice 7">
            <a:extLst xmlns:a="http://schemas.openxmlformats.org/drawingml/2006/main">
              <a:ext uri="{FF2B5EF4-FFF2-40B4-BE49-F238E27FC236}">
                <a16:creationId xmlns:a16="http://schemas.microsoft.com/office/drawing/2014/main" id="{B67BB601-E2A4-47D9-92CA-AB175232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6" name="Vértice 8">
            <a:extLst xmlns:a="http://schemas.openxmlformats.org/drawingml/2006/main">
              <a:ext uri="{FF2B5EF4-FFF2-40B4-BE49-F238E27FC236}">
                <a16:creationId xmlns:a16="http://schemas.microsoft.com/office/drawing/2014/main" id="{7A78E402-F0A2-4F94-B56D-12D5324E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7" name="Vértice 9">
            <a:extLst xmlns:a="http://schemas.openxmlformats.org/drawingml/2006/main">
              <a:ext uri="{FF2B5EF4-FFF2-40B4-BE49-F238E27FC236}">
                <a16:creationId xmlns:a16="http://schemas.microsoft.com/office/drawing/2014/main" id="{03671783-3BAC-45D7-A564-221A8408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8" name="Vértice 10">
            <a:extLst xmlns:a="http://schemas.openxmlformats.org/drawingml/2006/main">
              <a:ext uri="{FF2B5EF4-FFF2-40B4-BE49-F238E27FC236}">
                <a16:creationId xmlns:a16="http://schemas.microsoft.com/office/drawing/2014/main" id="{6CE189BF-D2BF-4162-B283-555FAD95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9" name="Vértice 11">
            <a:extLst xmlns:a="http://schemas.openxmlformats.org/drawingml/2006/main">
              <a:ext uri="{FF2B5EF4-FFF2-40B4-BE49-F238E27FC236}">
                <a16:creationId xmlns:a16="http://schemas.microsoft.com/office/drawing/2014/main" id="{A8F60C62-A4A5-4524-8044-D3BC8EFC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70" name="Vértice 12">
            <a:extLst xmlns:a="http://schemas.openxmlformats.org/drawingml/2006/main">
              <a:ext uri="{FF2B5EF4-FFF2-40B4-BE49-F238E27FC236}">
                <a16:creationId xmlns:a16="http://schemas.microsoft.com/office/drawing/2014/main" id="{8B898D57-E81E-44EA-BA6F-CE1B1FD0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71" name="Vértice 13">
            <a:extLst xmlns:a="http://schemas.openxmlformats.org/drawingml/2006/main">
              <a:ext uri="{FF2B5EF4-FFF2-40B4-BE49-F238E27FC236}">
                <a16:creationId xmlns:a16="http://schemas.microsoft.com/office/drawing/2014/main" id="{D08B0F76-800F-4FF3-9629-D880F105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2" name="Vértice 14">
            <a:extLst xmlns:a="http://schemas.openxmlformats.org/drawingml/2006/main">
              <a:ext uri="{FF2B5EF4-FFF2-40B4-BE49-F238E27FC236}">
                <a16:creationId xmlns:a16="http://schemas.microsoft.com/office/drawing/2014/main" id="{7E7911BD-9E6A-454B-A82E-F81797C3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3" name="Vértice 15">
            <a:extLst xmlns:a="http://schemas.openxmlformats.org/drawingml/2006/main">
              <a:ext uri="{FF2B5EF4-FFF2-40B4-BE49-F238E27FC236}">
                <a16:creationId xmlns:a16="http://schemas.microsoft.com/office/drawing/2014/main" id="{1FC9968F-838B-48E8-85F3-41981D3A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4" name="Vértice 16">
            <a:extLst xmlns:a="http://schemas.openxmlformats.org/drawingml/2006/main">
              <a:ext uri="{FF2B5EF4-FFF2-40B4-BE49-F238E27FC236}">
                <a16:creationId xmlns:a16="http://schemas.microsoft.com/office/drawing/2014/main" id="{DB81FBFF-56B9-46F5-ABE4-C82DB029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E897EA3F-1A6D-44C0-AB1F-A11E0931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6CF3B103-260D-45BF-82F8-06B62366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E7A6DE70-8B30-423A-A808-06EDA90A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1442B20E-9DE4-4362-B989-A9441189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57FF3B9F-CDE8-4356-806D-B5171D55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4ACEA740-651A-4AEA-8A28-F1F7FDBE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7 como visitado e o acrescenta à pré-ordem.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657659E4-874A-421C-AD4C-3824660C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FD347763-F805-437C-81D1-522BC8A3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13 – 12 – 7</a:t>
            </a:r>
          </a:p>
        </p:txBody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D88C41FA-0E2F-43F8-AA57-76E2F954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9/16</a:t>
            </a:r>
          </a:p>
        </p:txBody>
      </p:sp>
    </p:spTree>
    <p:extLst>
      <p:ext uri="{BB962C8B-B14F-4D97-AF65-F5344CB8AC3E}">
        <p14:creationId xmlns:p14="http://schemas.microsoft.com/office/powerpoint/2010/main" val="1173453646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10 · visita ao vértice 6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2F15020-66A7-620A-7B7A-C05C4312DEAE}" type="slidenum">
              <a:t>27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B545EAD3-8BC6-4280-B403-FBBB379B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C008C7D-4768-459B-96E2-4E576E6D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27889BEE-D6F2-4EE5-A1C9-FA1689B7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DC99EEAA-A0B7-4CF2-99DB-D14C1008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F2ED0B3C-BBE0-4F04-905B-AF654A65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AF6F1AF8-BBCF-4369-B9D6-B3DD2C48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041FB525-C331-4228-987C-F699A305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B24A4AD8-1E51-493B-87D7-0A1E2BD8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096CD58E-70EB-402F-BCA3-3405D81C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18C40813-3A5E-4E46-84DD-C1EC56CC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FF8AFE4C-EB3A-46D5-8412-9E43403E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5219D601-D81B-44E0-95F7-D3B0A71D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1097CE54-3D23-4FE8-BB42-61E87958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818B59EC-86E6-4119-9249-A77F0AA8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4BEEC96A-7113-48CE-8BC3-55B44C95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8AA1E656-FDCF-4C66-A99A-920F709B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D7078BA1-9BE7-46FB-AC20-334BEDFD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90BB54E9-CAA2-4E86-A300-E0ECD106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D602B3E3-67E2-4263-96B3-8766E073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E7918984-20BC-4708-ABAC-C2A9384B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4EF4EA3F-B9F0-4439-9022-4CB16CAA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95109649-1A1B-4072-8BEC-6CFB8B7A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9AB33E14-19C4-43D6-82F5-34147EED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573865A7-6397-4EFF-95BD-42C4FA66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AEBDD666-F754-465F-A155-5B617E8A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9" name="Vértice 1">
            <a:extLst xmlns:a="http://schemas.openxmlformats.org/drawingml/2006/main">
              <a:ext uri="{FF2B5EF4-FFF2-40B4-BE49-F238E27FC236}">
                <a16:creationId xmlns:a16="http://schemas.microsoft.com/office/drawing/2014/main" id="{9B7C1321-E82B-4108-94D3-3DEEDE43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60" name="Vértice 2">
            <a:extLst xmlns:a="http://schemas.openxmlformats.org/drawingml/2006/main">
              <a:ext uri="{FF2B5EF4-FFF2-40B4-BE49-F238E27FC236}">
                <a16:creationId xmlns:a16="http://schemas.microsoft.com/office/drawing/2014/main" id="{F4E2FD90-845D-440D-A321-8F0CDA04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61" name="Vértice 3">
            <a:extLst xmlns:a="http://schemas.openxmlformats.org/drawingml/2006/main">
              <a:ext uri="{FF2B5EF4-FFF2-40B4-BE49-F238E27FC236}">
                <a16:creationId xmlns:a16="http://schemas.microsoft.com/office/drawing/2014/main" id="{EC3F5E01-4B01-442C-A46C-3D0B45B1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2" name="Vértice 4">
            <a:extLst xmlns:a="http://schemas.openxmlformats.org/drawingml/2006/main">
              <a:ext uri="{FF2B5EF4-FFF2-40B4-BE49-F238E27FC236}">
                <a16:creationId xmlns:a16="http://schemas.microsoft.com/office/drawing/2014/main" id="{50832846-BA1F-4969-B9CA-4A20C754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3" name="Vértice 5">
            <a:extLst xmlns:a="http://schemas.openxmlformats.org/drawingml/2006/main">
              <a:ext uri="{FF2B5EF4-FFF2-40B4-BE49-F238E27FC236}">
                <a16:creationId xmlns:a16="http://schemas.microsoft.com/office/drawing/2014/main" id="{0CAF191A-5581-43B2-B200-A47F4059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1BC6CFF5-1C8F-4C3B-B900-E834831E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17" y="494720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5" name="Vértice 6">
            <a:extLst xmlns:a="http://schemas.openxmlformats.org/drawingml/2006/main">
              <a:ext uri="{FF2B5EF4-FFF2-40B4-BE49-F238E27FC236}">
                <a16:creationId xmlns:a16="http://schemas.microsoft.com/office/drawing/2014/main" id="{F5F99B3B-5DA6-4213-9D17-A7957EE7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6" name="Vértice 7">
            <a:extLst xmlns:a="http://schemas.openxmlformats.org/drawingml/2006/main">
              <a:ext uri="{FF2B5EF4-FFF2-40B4-BE49-F238E27FC236}">
                <a16:creationId xmlns:a16="http://schemas.microsoft.com/office/drawing/2014/main" id="{F80DA5CE-9E7E-4C39-9539-D9A4741D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7" name="Vértice 8">
            <a:extLst xmlns:a="http://schemas.openxmlformats.org/drawingml/2006/main">
              <a:ext uri="{FF2B5EF4-FFF2-40B4-BE49-F238E27FC236}">
                <a16:creationId xmlns:a16="http://schemas.microsoft.com/office/drawing/2014/main" id="{2E056ED4-99E4-4921-882B-C5FB42EB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8" name="Vértice 9">
            <a:extLst xmlns:a="http://schemas.openxmlformats.org/drawingml/2006/main">
              <a:ext uri="{FF2B5EF4-FFF2-40B4-BE49-F238E27FC236}">
                <a16:creationId xmlns:a16="http://schemas.microsoft.com/office/drawing/2014/main" id="{3B43EC6E-DAB3-4F2A-9826-CAE6403A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9" name="Vértice 10">
            <a:extLst xmlns:a="http://schemas.openxmlformats.org/drawingml/2006/main">
              <a:ext uri="{FF2B5EF4-FFF2-40B4-BE49-F238E27FC236}">
                <a16:creationId xmlns:a16="http://schemas.microsoft.com/office/drawing/2014/main" id="{813E121D-A3D2-4E99-A2A1-395D4974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70" name="Vértice 11">
            <a:extLst xmlns:a="http://schemas.openxmlformats.org/drawingml/2006/main">
              <a:ext uri="{FF2B5EF4-FFF2-40B4-BE49-F238E27FC236}">
                <a16:creationId xmlns:a16="http://schemas.microsoft.com/office/drawing/2014/main" id="{FF12780C-37CE-4F1C-8C63-E58FC00C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71" name="Vértice 12">
            <a:extLst xmlns:a="http://schemas.openxmlformats.org/drawingml/2006/main">
              <a:ext uri="{FF2B5EF4-FFF2-40B4-BE49-F238E27FC236}">
                <a16:creationId xmlns:a16="http://schemas.microsoft.com/office/drawing/2014/main" id="{77F54B90-77BB-4D24-989C-E56DF929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72" name="Vértice 13">
            <a:extLst xmlns:a="http://schemas.openxmlformats.org/drawingml/2006/main">
              <a:ext uri="{FF2B5EF4-FFF2-40B4-BE49-F238E27FC236}">
                <a16:creationId xmlns:a16="http://schemas.microsoft.com/office/drawing/2014/main" id="{54B85962-34FE-4C6A-9D51-100B88E8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3" name="Vértice 14">
            <a:extLst xmlns:a="http://schemas.openxmlformats.org/drawingml/2006/main">
              <a:ext uri="{FF2B5EF4-FFF2-40B4-BE49-F238E27FC236}">
                <a16:creationId xmlns:a16="http://schemas.microsoft.com/office/drawing/2014/main" id="{B9FD15B7-13E5-47CD-AE07-FC61948C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4" name="Vértice 15">
            <a:extLst xmlns:a="http://schemas.openxmlformats.org/drawingml/2006/main">
              <a:ext uri="{FF2B5EF4-FFF2-40B4-BE49-F238E27FC236}">
                <a16:creationId xmlns:a16="http://schemas.microsoft.com/office/drawing/2014/main" id="{DAA5C006-A5B5-4DAA-AB57-C61EC8FA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5" name="Vértice 16">
            <a:extLst xmlns:a="http://schemas.openxmlformats.org/drawingml/2006/main">
              <a:ext uri="{FF2B5EF4-FFF2-40B4-BE49-F238E27FC236}">
                <a16:creationId xmlns:a16="http://schemas.microsoft.com/office/drawing/2014/main" id="{0858C03B-1FAE-4AF1-A33E-F7105645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08973B01-8494-4140-B972-134781BE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7ADA63F1-29A9-474D-9FD8-4912627E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901E527F-8B14-49D7-9248-5C70B3F6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D407216B-DFAD-4C65-89CD-19534849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1D684ED2-3AD0-4375-8E35-E5A13BB6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58D2845E-B5CF-4DA8-A68D-4E3D65D6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6 como visitado e o acrescenta à pré-ordem.</a:t>
            </a:r>
          </a:p>
        </p:txBody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CB1BEC79-CF81-4768-90E1-02A0AB59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0A87FF45-2B64-4C49-925C-C2E3FCB8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13 – 12 – 7 – 6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D43C7A67-7A70-407D-8D20-6B5057D0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10/16</a:t>
            </a:r>
          </a:p>
        </p:txBody>
      </p:sp>
    </p:spTree>
    <p:extLst>
      <p:ext uri="{BB962C8B-B14F-4D97-AF65-F5344CB8AC3E}">
        <p14:creationId xmlns:p14="http://schemas.microsoft.com/office/powerpoint/2010/main" val="1029417543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11 · visita ao vértice 10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8AD4375-9F50-F53A-6F9F-DD8473067C05}" type="slidenum">
              <a:t>28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AB74A95C-F405-4BF9-8980-EB21CF94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BE9E965E-BF01-4A6A-AE6F-BAEF7BE9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23B95B77-43F9-40C7-9844-2710B835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07442B1E-CAFA-4549-A8F0-CE6DADEA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4A52E849-A894-4F88-B235-16892D0E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739FF422-D812-4827-9400-AB516418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07B1FD9D-0954-4103-90F3-49603079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4ECE6186-7274-4EB3-AA97-15D7562B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A077A3DF-469C-4352-8B48-321DB213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EDFD131E-5C1A-4B32-AA4F-CC09CD4B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6BB9151F-2FB5-45C4-B22F-417383C1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2EDBEFDD-DA9B-4689-989B-1B8C7464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2F32AEB4-A12A-4778-B395-240AEBE7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DA0E0CD8-5468-49CD-B585-921A0AFC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929ED9DC-4388-4D7A-9B8F-1DF0A99B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55835599-C33D-48A9-85AB-7EBB6D54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44466933-CE2E-4442-A322-EC9066C4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8A78FBDE-2997-404E-9D6E-CAB0E484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905DCA6F-44CD-4521-8D4E-436B13D6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312965B8-A597-413E-BEFA-F85FF654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E5BAAE1A-1FDB-4E4F-9579-2B2BDD67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942F256A-2C9D-4E5B-B62A-931B1E33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603E9D3F-4E47-4BCD-8B24-59059956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3AD9F15A-2E78-4C90-9FC6-561FA844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DE2B574E-1A25-45D9-894A-8A0849BF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4740D65A-80E8-4E0F-9C21-FC98DA7D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0" name="Vértice 1">
            <a:extLst xmlns:a="http://schemas.openxmlformats.org/drawingml/2006/main">
              <a:ext uri="{FF2B5EF4-FFF2-40B4-BE49-F238E27FC236}">
                <a16:creationId xmlns:a16="http://schemas.microsoft.com/office/drawing/2014/main" id="{79B7D107-7719-4616-B614-28DEAA79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61" name="Vértice 2">
            <a:extLst xmlns:a="http://schemas.openxmlformats.org/drawingml/2006/main">
              <a:ext uri="{FF2B5EF4-FFF2-40B4-BE49-F238E27FC236}">
                <a16:creationId xmlns:a16="http://schemas.microsoft.com/office/drawing/2014/main" id="{304EC37D-65B9-4698-B64D-E35776B0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62" name="Vértice 3">
            <a:extLst xmlns:a="http://schemas.openxmlformats.org/drawingml/2006/main">
              <a:ext uri="{FF2B5EF4-FFF2-40B4-BE49-F238E27FC236}">
                <a16:creationId xmlns:a16="http://schemas.microsoft.com/office/drawing/2014/main" id="{0060EDE4-6D56-4A08-8EE8-60802ACA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3" name="Vértice 4">
            <a:extLst xmlns:a="http://schemas.openxmlformats.org/drawingml/2006/main">
              <a:ext uri="{FF2B5EF4-FFF2-40B4-BE49-F238E27FC236}">
                <a16:creationId xmlns:a16="http://schemas.microsoft.com/office/drawing/2014/main" id="{AB86C077-D91A-47B9-B1E8-07DA4037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4" name="Vértice 5">
            <a:extLst xmlns:a="http://schemas.openxmlformats.org/drawingml/2006/main">
              <a:ext uri="{FF2B5EF4-FFF2-40B4-BE49-F238E27FC236}">
                <a16:creationId xmlns:a16="http://schemas.microsoft.com/office/drawing/2014/main" id="{4751FF1C-D86F-47EE-BF78-FA7EC339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5" name="Vértice 6">
            <a:extLst xmlns:a="http://schemas.openxmlformats.org/drawingml/2006/main">
              <a:ext uri="{FF2B5EF4-FFF2-40B4-BE49-F238E27FC236}">
                <a16:creationId xmlns:a16="http://schemas.microsoft.com/office/drawing/2014/main" id="{14A36D3B-443F-41D0-BA1C-70FA3401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6" name="Vértice 7">
            <a:extLst xmlns:a="http://schemas.openxmlformats.org/drawingml/2006/main">
              <a:ext uri="{FF2B5EF4-FFF2-40B4-BE49-F238E27FC236}">
                <a16:creationId xmlns:a16="http://schemas.microsoft.com/office/drawing/2014/main" id="{BC1811BA-162F-49DF-AEC9-BC54A88D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7" name="Vértice 8">
            <a:extLst xmlns:a="http://schemas.openxmlformats.org/drawingml/2006/main">
              <a:ext uri="{FF2B5EF4-FFF2-40B4-BE49-F238E27FC236}">
                <a16:creationId xmlns:a16="http://schemas.microsoft.com/office/drawing/2014/main" id="{08C3D702-7194-4DDB-8438-8F397976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8" name="Vértice 9">
            <a:extLst xmlns:a="http://schemas.openxmlformats.org/drawingml/2006/main">
              <a:ext uri="{FF2B5EF4-FFF2-40B4-BE49-F238E27FC236}">
                <a16:creationId xmlns:a16="http://schemas.microsoft.com/office/drawing/2014/main" id="{798DEA7F-A332-4D36-BA90-B906705F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2D62DB63-B176-4F90-90C5-FCB6FD96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93" y="5409714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70" name="Vértice 10">
            <a:extLst xmlns:a="http://schemas.openxmlformats.org/drawingml/2006/main">
              <a:ext uri="{FF2B5EF4-FFF2-40B4-BE49-F238E27FC236}">
                <a16:creationId xmlns:a16="http://schemas.microsoft.com/office/drawing/2014/main" id="{C994EEAD-50E4-4A38-990C-ABB2E459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71" name="Vértice 11">
            <a:extLst xmlns:a="http://schemas.openxmlformats.org/drawingml/2006/main">
              <a:ext uri="{FF2B5EF4-FFF2-40B4-BE49-F238E27FC236}">
                <a16:creationId xmlns:a16="http://schemas.microsoft.com/office/drawing/2014/main" id="{80EA6B0C-9D0B-4416-B4C8-4818D88A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72" name="Vértice 12">
            <a:extLst xmlns:a="http://schemas.openxmlformats.org/drawingml/2006/main">
              <a:ext uri="{FF2B5EF4-FFF2-40B4-BE49-F238E27FC236}">
                <a16:creationId xmlns:a16="http://schemas.microsoft.com/office/drawing/2014/main" id="{C26B305E-9638-48FC-931F-A5F4BE5C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73" name="Vértice 13">
            <a:extLst xmlns:a="http://schemas.openxmlformats.org/drawingml/2006/main">
              <a:ext uri="{FF2B5EF4-FFF2-40B4-BE49-F238E27FC236}">
                <a16:creationId xmlns:a16="http://schemas.microsoft.com/office/drawing/2014/main" id="{1086B191-8992-4BBA-A5AB-46D94C4B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4" name="Vértice 14">
            <a:extLst xmlns:a="http://schemas.openxmlformats.org/drawingml/2006/main">
              <a:ext uri="{FF2B5EF4-FFF2-40B4-BE49-F238E27FC236}">
                <a16:creationId xmlns:a16="http://schemas.microsoft.com/office/drawing/2014/main" id="{CF3DEFC9-7E72-42FE-9C6E-95DBA66A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5" name="Vértice 15">
            <a:extLst xmlns:a="http://schemas.openxmlformats.org/drawingml/2006/main">
              <a:ext uri="{FF2B5EF4-FFF2-40B4-BE49-F238E27FC236}">
                <a16:creationId xmlns:a16="http://schemas.microsoft.com/office/drawing/2014/main" id="{3A10EA7B-2601-41A5-8726-8BC7A81C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6" name="Vértice 16">
            <a:extLst xmlns:a="http://schemas.openxmlformats.org/drawingml/2006/main">
              <a:ext uri="{FF2B5EF4-FFF2-40B4-BE49-F238E27FC236}">
                <a16:creationId xmlns:a16="http://schemas.microsoft.com/office/drawing/2014/main" id="{51F1C0AA-C894-491A-A27F-03DF074E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233A704F-93AD-42BA-A13F-718C188B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B34EB0BC-16FB-45D8-8964-6B8E8155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91E64A8B-7C8B-4204-8ADC-7F4D308F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82664572-D80D-46B8-A2CD-B28D7998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0364B44F-54DD-4F8B-B2C1-43C4CBC5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F0CCB7DE-19DC-42EF-A4CB-B362BB60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10 como visitado e o acrescenta à pré-ordem.</a:t>
            </a:r>
          </a:p>
        </p:txBody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EB0B01CF-7C26-4299-B77C-ECEA27AD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62C4C018-CF75-44E8-AE9B-C22DB663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13 – 12 – 7 – 6 – 10</a:t>
            </a:r>
          </a:p>
        </p:txBody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0FABFDDC-EC8E-4DF1-9AC1-A544C902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11/16</a:t>
            </a:r>
          </a:p>
        </p:txBody>
      </p:sp>
    </p:spTree>
    <p:extLst>
      <p:ext uri="{BB962C8B-B14F-4D97-AF65-F5344CB8AC3E}">
        <p14:creationId xmlns:p14="http://schemas.microsoft.com/office/powerpoint/2010/main" val="1531206215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12 · visita ao vértice 9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1680313-6E64-04FF-399A-57B7CADE95A9}" type="slidenum">
              <a:t>29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281D875C-C2C9-451B-B98B-5B340658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976F999F-E4B5-4DFC-825F-51655E9D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000E4661-C4A8-4674-BBE1-51CACB7A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75E78E05-AA8C-42E2-BE12-14502F32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198F68D6-4CB3-4463-AEA8-F0F40D82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5E15B839-9E67-41CE-B3B2-B7782C07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E245B130-87DC-45D3-92D0-67F74245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24A4E97B-D19C-47CA-8F22-B57A5AB1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0DFFD542-996D-4FD2-AD16-C43EE30B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B01DFFC2-2CEA-40A9-A128-EF84B6B4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96C62A6B-5A4E-4134-8865-2CDEF535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22CB50BB-CC12-4CEB-A793-7B9945AF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46BD3A4E-D747-4587-AB5E-7451F57F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B75DD02A-CA80-4244-8139-F9398537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20717BA5-FF15-4D0C-A654-87A3AE27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C9FE0808-2EBB-48A7-8DF2-2AAB7A65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748A7245-191E-4C74-9336-D1D72777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7BB56D8C-3003-4E68-BB1E-AB91C0F4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07EDF517-C570-4E75-B050-DF4D612C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A88D094A-49D6-47EC-B569-F5D4553F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CFEF0A89-3242-4E73-B285-70E46A9A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F744E443-D61B-4FE8-B470-42D53CC6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6498906D-30E5-49DC-A4AE-07F93154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33D1C4C7-4E38-47D7-B016-D80BB8A7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8FEB0B30-3AD5-48EA-80CE-A1120018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CB8B3A89-CE56-45EA-950E-081A00D4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AFDADC64-EA8E-492F-BF02-56B8F784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1" name="Vértice 1">
            <a:extLst xmlns:a="http://schemas.openxmlformats.org/drawingml/2006/main">
              <a:ext uri="{FF2B5EF4-FFF2-40B4-BE49-F238E27FC236}">
                <a16:creationId xmlns:a16="http://schemas.microsoft.com/office/drawing/2014/main" id="{885E2318-99D9-48A7-9ACA-A015111C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62" name="Vértice 2">
            <a:extLst xmlns:a="http://schemas.openxmlformats.org/drawingml/2006/main">
              <a:ext uri="{FF2B5EF4-FFF2-40B4-BE49-F238E27FC236}">
                <a16:creationId xmlns:a16="http://schemas.microsoft.com/office/drawing/2014/main" id="{F95112E5-B80E-40CA-AB14-D2557446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63" name="Vértice 3">
            <a:extLst xmlns:a="http://schemas.openxmlformats.org/drawingml/2006/main">
              <a:ext uri="{FF2B5EF4-FFF2-40B4-BE49-F238E27FC236}">
                <a16:creationId xmlns:a16="http://schemas.microsoft.com/office/drawing/2014/main" id="{7F204278-CD4C-47CC-9855-31127200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4" name="Vértice 4">
            <a:extLst xmlns:a="http://schemas.openxmlformats.org/drawingml/2006/main">
              <a:ext uri="{FF2B5EF4-FFF2-40B4-BE49-F238E27FC236}">
                <a16:creationId xmlns:a16="http://schemas.microsoft.com/office/drawing/2014/main" id="{B175319C-7EF7-476A-A993-B4BE6DE4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5" name="Vértice 5">
            <a:extLst xmlns:a="http://schemas.openxmlformats.org/drawingml/2006/main">
              <a:ext uri="{FF2B5EF4-FFF2-40B4-BE49-F238E27FC236}">
                <a16:creationId xmlns:a16="http://schemas.microsoft.com/office/drawing/2014/main" id="{5FF02540-E132-4857-9169-31BE54A7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6" name="Vértice 6">
            <a:extLst xmlns:a="http://schemas.openxmlformats.org/drawingml/2006/main">
              <a:ext uri="{FF2B5EF4-FFF2-40B4-BE49-F238E27FC236}">
                <a16:creationId xmlns:a16="http://schemas.microsoft.com/office/drawing/2014/main" id="{222DA216-25EF-4DED-B2BE-C37992DD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7" name="Vértice 7">
            <a:extLst xmlns:a="http://schemas.openxmlformats.org/drawingml/2006/main">
              <a:ext uri="{FF2B5EF4-FFF2-40B4-BE49-F238E27FC236}">
                <a16:creationId xmlns:a16="http://schemas.microsoft.com/office/drawing/2014/main" id="{38D32095-359A-45C5-9BC2-80BBD482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8" name="Vértice 8">
            <a:extLst xmlns:a="http://schemas.openxmlformats.org/drawingml/2006/main">
              <a:ext uri="{FF2B5EF4-FFF2-40B4-BE49-F238E27FC236}">
                <a16:creationId xmlns:a16="http://schemas.microsoft.com/office/drawing/2014/main" id="{4B871F47-AA0A-45FF-AE88-553FB100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DB4C7202-7E23-4E9A-9345-615202FE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5721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70" name="Vértice 9">
            <a:extLst xmlns:a="http://schemas.openxmlformats.org/drawingml/2006/main">
              <a:ext uri="{FF2B5EF4-FFF2-40B4-BE49-F238E27FC236}">
                <a16:creationId xmlns:a16="http://schemas.microsoft.com/office/drawing/2014/main" id="{F0121B71-14FF-4388-9077-0AC04DE7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7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7C4EC3C3-C911-47EC-80D2-76397040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72" name="Vértice 11">
            <a:extLst xmlns:a="http://schemas.openxmlformats.org/drawingml/2006/main">
              <a:ext uri="{FF2B5EF4-FFF2-40B4-BE49-F238E27FC236}">
                <a16:creationId xmlns:a16="http://schemas.microsoft.com/office/drawing/2014/main" id="{228EC7F4-8131-4920-92BF-26B8C847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73" name="Vértice 12">
            <a:extLst xmlns:a="http://schemas.openxmlformats.org/drawingml/2006/main">
              <a:ext uri="{FF2B5EF4-FFF2-40B4-BE49-F238E27FC236}">
                <a16:creationId xmlns:a16="http://schemas.microsoft.com/office/drawing/2014/main" id="{AAAACD83-85A9-4D43-8325-8454A908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74" name="Vértice 13">
            <a:extLst xmlns:a="http://schemas.openxmlformats.org/drawingml/2006/main">
              <a:ext uri="{FF2B5EF4-FFF2-40B4-BE49-F238E27FC236}">
                <a16:creationId xmlns:a16="http://schemas.microsoft.com/office/drawing/2014/main" id="{00E09551-FF91-4FD9-A4E4-F234ED91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5" name="Vértice 14">
            <a:extLst xmlns:a="http://schemas.openxmlformats.org/drawingml/2006/main">
              <a:ext uri="{FF2B5EF4-FFF2-40B4-BE49-F238E27FC236}">
                <a16:creationId xmlns:a16="http://schemas.microsoft.com/office/drawing/2014/main" id="{30652CA5-A038-45F0-A77A-61E0DEA0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6" name="Vértice 15">
            <a:extLst xmlns:a="http://schemas.openxmlformats.org/drawingml/2006/main">
              <a:ext uri="{FF2B5EF4-FFF2-40B4-BE49-F238E27FC236}">
                <a16:creationId xmlns:a16="http://schemas.microsoft.com/office/drawing/2014/main" id="{F523DE90-108A-4561-BEB3-172BA36E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7" name="Vértice 16">
            <a:extLst xmlns:a="http://schemas.openxmlformats.org/drawingml/2006/main">
              <a:ext uri="{FF2B5EF4-FFF2-40B4-BE49-F238E27FC236}">
                <a16:creationId xmlns:a16="http://schemas.microsoft.com/office/drawing/2014/main" id="{D5A5D689-1A5E-480F-B832-C7E30473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76A24A5A-8855-4237-889A-5BD9734F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95218F34-D24A-4892-9D10-9EFD2D77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B8BE6DFA-4FB9-49AF-BA16-AE6B1C8B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9D7F9B81-88AE-498C-AC5E-6D7B4EF4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CCA57549-3FF3-4A47-B436-28DE824F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7A21272C-25E9-4AF8-8999-BF92FA08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9 como visitado e o acrescenta à pré-ordem.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70A5048D-EA7F-4C26-A159-6ED06C73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00A9EA67-66B7-4FA7-80CB-9F0064C4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13 – 12 – 7 – 6 – 10 – 9</a:t>
            </a:r>
          </a:p>
        </p:txBody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DBAF752E-8CA2-4028-B5F9-AD970455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12/16</a:t>
            </a:r>
          </a:p>
        </p:txBody>
      </p:sp>
    </p:spTree>
    <p:extLst>
      <p:ext uri="{BB962C8B-B14F-4D97-AF65-F5344CB8AC3E}">
        <p14:creationId xmlns:p14="http://schemas.microsoft.com/office/powerpoint/2010/main" val="923923105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13 · visita ao vértice 11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FEBBBCE-9E16-527A-0EE3-E5839422D847}" type="slidenum">
              <a:t>30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7F1BFE1B-9A8B-41D5-9901-A3C3F38A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11A11B1-5727-406A-B0F2-8B809569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9D2D5D3F-2C3D-42D6-B1F4-4334BEF1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0B56CFE5-9FBD-4D0F-8A3E-EE7FF113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8A015E7C-A935-4D69-9EF7-A33ADBD1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27063857-FA00-464D-8FB4-4D933287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3E7DF8CA-7752-4C2F-B266-FF76463E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989F316D-58C1-4918-BDC9-E48438BA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2A7ABB72-9CD1-4755-9621-89C9E08C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9F9AC6F2-C276-4930-BF19-7BAF1D13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08FC9597-C5D2-4FCF-B1D0-0284838B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E81D4535-F181-49A6-83E6-DC6BEDA5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C2BA87CA-FCF7-4CF4-8B9A-E6E58BCF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09065419-9762-4705-991E-EB7FB1CE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535CDA38-C9E6-4206-8A6E-6151110D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3726480B-3256-4ECF-95E8-CC12C614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1422948D-EDB9-47BA-8461-668B9ECC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5D6D9087-7D91-4D5C-A854-DA5003FB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60DA5848-3EE3-4D08-B878-2D3DD409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0D7802F2-FA9B-4714-BD08-F0C7B32C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7EF9677F-AFAF-45AB-9136-4C758AB9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F21F7DC8-CA7F-4F55-8151-FA1E03A0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2F1AF1FF-CCA3-43C8-BE7D-57B3D49F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3A82CA57-44DC-45C2-A4E5-AF80DC89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E41F3B68-CDEF-4680-92A9-50B9F004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52FC47D1-3648-438D-AE4B-6C34399D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B48A117E-5640-42EB-81F0-40D53085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CFA3152D-95D1-4882-BD79-424BCEC9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2" name="Vértice 1">
            <a:extLst xmlns:a="http://schemas.openxmlformats.org/drawingml/2006/main">
              <a:ext uri="{FF2B5EF4-FFF2-40B4-BE49-F238E27FC236}">
                <a16:creationId xmlns:a16="http://schemas.microsoft.com/office/drawing/2014/main" id="{17AC7D4C-8741-4AAC-B8BB-63BE9BA2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63" name="Vértice 2">
            <a:extLst xmlns:a="http://schemas.openxmlformats.org/drawingml/2006/main">
              <a:ext uri="{FF2B5EF4-FFF2-40B4-BE49-F238E27FC236}">
                <a16:creationId xmlns:a16="http://schemas.microsoft.com/office/drawing/2014/main" id="{CE39B500-BC02-45E9-BC5B-824625AE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64" name="Vértice 3">
            <a:extLst xmlns:a="http://schemas.openxmlformats.org/drawingml/2006/main">
              <a:ext uri="{FF2B5EF4-FFF2-40B4-BE49-F238E27FC236}">
                <a16:creationId xmlns:a16="http://schemas.microsoft.com/office/drawing/2014/main" id="{2E0766ED-41D0-4D49-82CF-F738E4A8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5" name="Vértice 4">
            <a:extLst xmlns:a="http://schemas.openxmlformats.org/drawingml/2006/main">
              <a:ext uri="{FF2B5EF4-FFF2-40B4-BE49-F238E27FC236}">
                <a16:creationId xmlns:a16="http://schemas.microsoft.com/office/drawing/2014/main" id="{ABAF6890-0CF9-4FED-B43E-069F62C0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6" name="Vértice 5">
            <a:extLst xmlns:a="http://schemas.openxmlformats.org/drawingml/2006/main">
              <a:ext uri="{FF2B5EF4-FFF2-40B4-BE49-F238E27FC236}">
                <a16:creationId xmlns:a16="http://schemas.microsoft.com/office/drawing/2014/main" id="{1CE06459-4D7B-499C-8522-41876396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7" name="Vértice 6">
            <a:extLst xmlns:a="http://schemas.openxmlformats.org/drawingml/2006/main">
              <a:ext uri="{FF2B5EF4-FFF2-40B4-BE49-F238E27FC236}">
                <a16:creationId xmlns:a16="http://schemas.microsoft.com/office/drawing/2014/main" id="{1F9982F5-FC6E-424E-89FC-36C27183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8" name="Vértice 7">
            <a:extLst xmlns:a="http://schemas.openxmlformats.org/drawingml/2006/main">
              <a:ext uri="{FF2B5EF4-FFF2-40B4-BE49-F238E27FC236}">
                <a16:creationId xmlns:a16="http://schemas.microsoft.com/office/drawing/2014/main" id="{ADCDF6BC-FF6A-4ABC-8AC3-2A681F80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9" name="Vértice 8">
            <a:extLst xmlns:a="http://schemas.openxmlformats.org/drawingml/2006/main">
              <a:ext uri="{FF2B5EF4-FFF2-40B4-BE49-F238E27FC236}">
                <a16:creationId xmlns:a16="http://schemas.microsoft.com/office/drawing/2014/main" id="{8D0F3DEF-0E26-491A-BB76-1C2ED712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70" name="Vértice 9">
            <a:extLst xmlns:a="http://schemas.openxmlformats.org/drawingml/2006/main">
              <a:ext uri="{FF2B5EF4-FFF2-40B4-BE49-F238E27FC236}">
                <a16:creationId xmlns:a16="http://schemas.microsoft.com/office/drawing/2014/main" id="{BB5539E6-FB3B-416F-9A96-0D71C865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7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84909E81-9964-4066-AF32-3331EC9F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7A8A1EA3-C6B1-4F95-8554-7C85F8B1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93" y="1467336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7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1366B058-9FCD-4EAD-9D2A-594D2007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7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DB0896E0-7083-43F8-9505-51467F36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7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A21F3866-4ACA-42B6-971B-5052DC09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CEDA5914-D03A-4F42-B931-260B75AA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F8CB43CE-593A-4104-A406-68573350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CA66E04E-3DC7-423C-A5FC-EE5EC155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2F5DF97D-C1A3-46F4-B26B-039C773D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9E2DC663-8A3B-442F-A374-6DA46FBB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A4312F09-D947-473A-93CE-995B3345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D88DA591-A39B-465C-A61D-A36C0198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74B2B517-D16B-4E92-9C91-59A6FADB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1FD983B7-D65E-4F34-87A5-ABF83728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11 como visitado e o acrescenta à pré-ordem.</a:t>
            </a:r>
          </a:p>
        </p:txBody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7744055B-2969-44D0-B922-AA4EBA5E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783C7A10-F0EF-4516-BC30-061B4F2F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13 – 12 – 7 – 6 – 10 – 9 – 11</a:t>
            </a:r>
          </a:p>
        </p:txBody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88E1BF12-7B8C-4C5C-8871-1DCEF42C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13/16</a:t>
            </a:r>
          </a:p>
        </p:txBody>
      </p:sp>
    </p:spTree>
    <p:extLst>
      <p:ext uri="{BB962C8B-B14F-4D97-AF65-F5344CB8AC3E}">
        <p14:creationId xmlns:p14="http://schemas.microsoft.com/office/powerpoint/2010/main" val="697996939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14 · visita ao vértice 14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172A7C5-A0CC-7B36-F236-345181E6AD72}" type="slidenum">
              <a:t>31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D79CBE7F-30D7-4DB6-8BAA-F59160EE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0DF94A87-FE7F-415C-8F0D-0B8FD30F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4B57EA41-6F83-4959-BECA-D6881609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4AA4E4FA-207A-4087-B571-6E435EE4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847F6286-BCB5-4B1B-84C6-949DB143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FC108D15-5474-4479-AD24-2277F2E6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02D8B32A-4411-4758-9048-ED113820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11BC6475-44C9-4999-9930-A6CDB8AC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459D12D6-2752-4DE8-9489-54A33075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7874AAC6-DB48-4243-A127-2FA13DFD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69CBE78C-E538-47C7-94A8-35E80681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911B3008-3085-44B0-910F-25E20452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0FC8B439-6331-4BBE-8A90-FC5995CA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D91F31E9-88F2-45EE-A75C-C800CE3A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DA9A1391-341F-4FC3-9BB5-03926921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3820D46B-82C7-4E62-941A-03377806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71BC3BBE-F470-434E-B08C-1E11AF2F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D3AEBA23-FDA4-4898-A66D-746504E7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254E2ADD-698E-4A5F-8BC1-027C62E9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2EC765C0-93EE-499F-A41C-290140D2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4542679F-D663-4101-B34F-66E1628F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4D1B3B38-CF1F-406B-9044-C94476FB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2E70E9CE-93A7-4FAF-A449-A0E8A328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0F50C73A-C2CD-470D-8A13-52939842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FA87F679-A505-408D-8006-B3EC1BBE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FF694186-AD53-488D-AA7B-EBA1463C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FD8BF7D2-C2F5-4DF0-B731-C8E8F699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1F116F64-2F83-466F-8FC1-E45A28FE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91C0940A-4937-4844-A2D6-12311F28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3" name="Vértice 1">
            <a:extLst xmlns:a="http://schemas.openxmlformats.org/drawingml/2006/main">
              <a:ext uri="{FF2B5EF4-FFF2-40B4-BE49-F238E27FC236}">
                <a16:creationId xmlns:a16="http://schemas.microsoft.com/office/drawing/2014/main" id="{2E30D04D-771F-4A3C-9931-495161FA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64" name="Vértice 2">
            <a:extLst xmlns:a="http://schemas.openxmlformats.org/drawingml/2006/main">
              <a:ext uri="{FF2B5EF4-FFF2-40B4-BE49-F238E27FC236}">
                <a16:creationId xmlns:a16="http://schemas.microsoft.com/office/drawing/2014/main" id="{27C1F525-9061-45C8-AE67-9054787F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65" name="Vértice 3">
            <a:extLst xmlns:a="http://schemas.openxmlformats.org/drawingml/2006/main">
              <a:ext uri="{FF2B5EF4-FFF2-40B4-BE49-F238E27FC236}">
                <a16:creationId xmlns:a16="http://schemas.microsoft.com/office/drawing/2014/main" id="{0B5D872A-3C59-4729-9D2D-A89D016B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6" name="Vértice 4">
            <a:extLst xmlns:a="http://schemas.openxmlformats.org/drawingml/2006/main">
              <a:ext uri="{FF2B5EF4-FFF2-40B4-BE49-F238E27FC236}">
                <a16:creationId xmlns:a16="http://schemas.microsoft.com/office/drawing/2014/main" id="{6239F155-03BC-4F94-9475-B9466ADD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7" name="Vértice 5">
            <a:extLst xmlns:a="http://schemas.openxmlformats.org/drawingml/2006/main">
              <a:ext uri="{FF2B5EF4-FFF2-40B4-BE49-F238E27FC236}">
                <a16:creationId xmlns:a16="http://schemas.microsoft.com/office/drawing/2014/main" id="{FDAC5E2F-0D68-4A3B-A2B3-6A78D35B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8" name="Vértice 6">
            <a:extLst xmlns:a="http://schemas.openxmlformats.org/drawingml/2006/main">
              <a:ext uri="{FF2B5EF4-FFF2-40B4-BE49-F238E27FC236}">
                <a16:creationId xmlns:a16="http://schemas.microsoft.com/office/drawing/2014/main" id="{39FD4100-C4AC-45D1-BFD2-7C051A34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9" name="Vértice 7">
            <a:extLst xmlns:a="http://schemas.openxmlformats.org/drawingml/2006/main">
              <a:ext uri="{FF2B5EF4-FFF2-40B4-BE49-F238E27FC236}">
                <a16:creationId xmlns:a16="http://schemas.microsoft.com/office/drawing/2014/main" id="{893E7FEA-0B7B-4F4F-A972-4277B07F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70" name="Vértice 8">
            <a:extLst xmlns:a="http://schemas.openxmlformats.org/drawingml/2006/main">
              <a:ext uri="{FF2B5EF4-FFF2-40B4-BE49-F238E27FC236}">
                <a16:creationId xmlns:a16="http://schemas.microsoft.com/office/drawing/2014/main" id="{347C5EB8-F09F-4B3A-BD51-4A08134D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71" name="Vértice 9">
            <a:extLst xmlns:a="http://schemas.openxmlformats.org/drawingml/2006/main">
              <a:ext uri="{FF2B5EF4-FFF2-40B4-BE49-F238E27FC236}">
                <a16:creationId xmlns:a16="http://schemas.microsoft.com/office/drawing/2014/main" id="{A1F93DA5-BFF9-4277-94C9-96ECF2D4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7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1B5BCD46-02F7-41E3-B0AF-11761B72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7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BCDE41A9-B736-4A1D-876B-7E49DC6B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7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7C57D9B3-8C86-403D-96C1-0A74EDD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7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E3D20D81-8705-40F7-A663-355172A5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67CB0B24-6695-46A2-9AC2-25C9E1D5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89" y="262203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7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6D868D33-66D5-44A6-8FF8-C92AF5E3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67D2EEE2-96FE-40AE-8853-73391710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A0981B29-6632-41CB-97E3-21A1AB21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F5A4E44F-B33A-45C9-94D7-67077690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1319B06A-DFD9-4C8B-A45E-08AB3156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9B44D4E5-25A1-43F2-AA12-3FE7D4BA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D9C5F895-2C4C-44A2-863A-368D4FD4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3F76665E-7A90-406C-8AB1-AEF9CE0E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75CDE0B7-BF5D-40BC-9C4F-AE5A63BD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14 como visitado e o acrescenta à pré-ordem.</a:t>
            </a:r>
          </a:p>
        </p:txBody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FE996E17-A7D8-4E09-9856-723174BA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F3A7D9B2-A51B-48BB-9A3F-906922BA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13 – 12 – 7 – 6 – 10 – 9 – 11 – 14</a:t>
            </a:r>
          </a:p>
        </p:txBody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1CBE9C3E-C445-48E4-A4EA-82FBC502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14/16</a:t>
            </a:r>
          </a:p>
        </p:txBody>
      </p:sp>
    </p:spTree>
    <p:extLst>
      <p:ext uri="{BB962C8B-B14F-4D97-AF65-F5344CB8AC3E}">
        <p14:creationId xmlns:p14="http://schemas.microsoft.com/office/powerpoint/2010/main" val="1982478800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15 · visita ao vértice 15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6C3428B-053E-6B4E-39FF-75B44F3F33F6}" type="slidenum">
              <a:t>32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68D8D5EB-650B-47D8-B7AE-3D327735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22C53F73-9F22-4214-8BF7-C2AC111A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143C6329-D8D5-4CA4-A9E6-AB0EA078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8BB347B2-72DF-4901-8B95-B447DED5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B4B1C325-2361-4459-A787-5AFCFC6A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113784E7-ED91-4DBD-98E2-5D48CD5C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C0E0E826-0644-43BB-B000-00962C97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F6C18991-5B3E-4431-A833-1D99C7E6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1541C046-33D2-4AC8-AF30-5606683B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D01607BD-C368-491B-A96B-D999BA3A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04F1DA4F-76F7-4AB9-9939-A4FB9845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7EB394DB-6F2A-4244-A310-C2437038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3D5BAF4B-E9C4-4610-9D17-77614859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3AD56F53-F0E2-403C-B899-75078FC6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E3088862-4D83-4DFE-8A07-4E19468D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74725032-BD9E-4F77-878F-F15B134A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6D501636-E786-4F98-A039-A0D35D2E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065A1394-9B6B-4D12-94E6-85EA7698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C36CF667-6783-4D1E-B42B-D00B347F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C39D0084-F7F0-4D7C-A2BE-CCDF0475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5752E64F-7965-4231-802A-62824C2E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466090F9-0A1B-4842-9AEB-2773E984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68D2A739-728A-455D-9BB4-4984BCB9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D29B8861-97CD-4001-9AD6-DF05CB77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F05714D6-EDD0-42BA-9637-E60015FE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0090367D-8C5A-4AA5-A743-143703CF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A1E99155-919D-4FD9-B5B1-22084FB5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5F83DE5F-483C-48AA-8CFA-527CE9E4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F351422B-0740-48DB-9D94-20379D36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039263FA-2467-4D2A-A3DA-13E2E398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4" name="Vértice 1">
            <a:extLst xmlns:a="http://schemas.openxmlformats.org/drawingml/2006/main">
              <a:ext uri="{FF2B5EF4-FFF2-40B4-BE49-F238E27FC236}">
                <a16:creationId xmlns:a16="http://schemas.microsoft.com/office/drawing/2014/main" id="{28817E58-6F08-4C07-89FF-D15A06D1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65" name="Vértice 2">
            <a:extLst xmlns:a="http://schemas.openxmlformats.org/drawingml/2006/main">
              <a:ext uri="{FF2B5EF4-FFF2-40B4-BE49-F238E27FC236}">
                <a16:creationId xmlns:a16="http://schemas.microsoft.com/office/drawing/2014/main" id="{CF51DBAE-5A9F-46CD-A59F-49E8225F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66" name="Vértice 3">
            <a:extLst xmlns:a="http://schemas.openxmlformats.org/drawingml/2006/main">
              <a:ext uri="{FF2B5EF4-FFF2-40B4-BE49-F238E27FC236}">
                <a16:creationId xmlns:a16="http://schemas.microsoft.com/office/drawing/2014/main" id="{E2F59F58-30BE-4F6D-979F-A55E9682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7" name="Vértice 4">
            <a:extLst xmlns:a="http://schemas.openxmlformats.org/drawingml/2006/main">
              <a:ext uri="{FF2B5EF4-FFF2-40B4-BE49-F238E27FC236}">
                <a16:creationId xmlns:a16="http://schemas.microsoft.com/office/drawing/2014/main" id="{EFCCBA4D-2FA3-4410-8FD4-D537E2FF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8" name="Vértice 5">
            <a:extLst xmlns:a="http://schemas.openxmlformats.org/drawingml/2006/main">
              <a:ext uri="{FF2B5EF4-FFF2-40B4-BE49-F238E27FC236}">
                <a16:creationId xmlns:a16="http://schemas.microsoft.com/office/drawing/2014/main" id="{62AD2F72-C906-4C30-937D-0469D68A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9" name="Vértice 6">
            <a:extLst xmlns:a="http://schemas.openxmlformats.org/drawingml/2006/main">
              <a:ext uri="{FF2B5EF4-FFF2-40B4-BE49-F238E27FC236}">
                <a16:creationId xmlns:a16="http://schemas.microsoft.com/office/drawing/2014/main" id="{48461C94-68F1-4F9A-B851-8BD15EB3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70" name="Vértice 7">
            <a:extLst xmlns:a="http://schemas.openxmlformats.org/drawingml/2006/main">
              <a:ext uri="{FF2B5EF4-FFF2-40B4-BE49-F238E27FC236}">
                <a16:creationId xmlns:a16="http://schemas.microsoft.com/office/drawing/2014/main" id="{3164B9C3-9AAB-4EBC-BB42-CD4290ED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71" name="Vértice 8">
            <a:extLst xmlns:a="http://schemas.openxmlformats.org/drawingml/2006/main">
              <a:ext uri="{FF2B5EF4-FFF2-40B4-BE49-F238E27FC236}">
                <a16:creationId xmlns:a16="http://schemas.microsoft.com/office/drawing/2014/main" id="{577A3F84-24CA-42F4-8667-E84F57BF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72" name="Vértice 9">
            <a:extLst xmlns:a="http://schemas.openxmlformats.org/drawingml/2006/main">
              <a:ext uri="{FF2B5EF4-FFF2-40B4-BE49-F238E27FC236}">
                <a16:creationId xmlns:a16="http://schemas.microsoft.com/office/drawing/2014/main" id="{2274781A-986A-4C95-A089-C8C23D5A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73" name="Vértice 10">
            <a:extLst xmlns:a="http://schemas.openxmlformats.org/drawingml/2006/main">
              <a:ext uri="{FF2B5EF4-FFF2-40B4-BE49-F238E27FC236}">
                <a16:creationId xmlns:a16="http://schemas.microsoft.com/office/drawing/2014/main" id="{75E2A4CF-AB68-479F-8878-486D5C70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74" name="Vértice 11">
            <a:extLst xmlns:a="http://schemas.openxmlformats.org/drawingml/2006/main">
              <a:ext uri="{FF2B5EF4-FFF2-40B4-BE49-F238E27FC236}">
                <a16:creationId xmlns:a16="http://schemas.microsoft.com/office/drawing/2014/main" id="{C1D1957B-F0B0-4CC3-8889-A274B145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75" name="Vértice 12">
            <a:extLst xmlns:a="http://schemas.openxmlformats.org/drawingml/2006/main">
              <a:ext uri="{FF2B5EF4-FFF2-40B4-BE49-F238E27FC236}">
                <a16:creationId xmlns:a16="http://schemas.microsoft.com/office/drawing/2014/main" id="{CE12D071-EB13-4F4F-8A37-F0A5B471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7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590329B1-BD24-4B23-83B1-CCD9A2EA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81AD874A-CD52-4B6F-A115-962FBF7B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71C0CBB6-BF26-4A18-93AD-B151E45B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385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79" name="Vértice 15">
            <a:extLst xmlns:a="http://schemas.openxmlformats.org/drawingml/2006/main">
              <a:ext uri="{FF2B5EF4-FFF2-40B4-BE49-F238E27FC236}">
                <a16:creationId xmlns:a16="http://schemas.microsoft.com/office/drawing/2014/main" id="{341C1BB9-299C-4B2F-951C-E70C3E81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80" name="Vértice 16">
            <a:extLst xmlns:a="http://schemas.openxmlformats.org/drawingml/2006/main">
              <a:ext uri="{FF2B5EF4-FFF2-40B4-BE49-F238E27FC236}">
                <a16:creationId xmlns:a16="http://schemas.microsoft.com/office/drawing/2014/main" id="{DCEF54DA-3CC3-4C78-9F5D-34E1FEEE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ACA2CB27-25F1-4823-92A5-85067C24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0143150A-CB17-4636-AB40-05C4D1F7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13561C4A-2769-41DD-9B05-E515D77D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BC2BE2E1-21A4-4C25-8992-5F8BA0FA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2659B6C4-34ED-4246-A50D-10E73A8A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6D3D01E5-D106-4AAC-8B66-6B23FE48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15 como visitado e o acrescenta à pré-ordem.</a:t>
            </a:r>
          </a:p>
        </p:txBody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7FB6EE03-52ED-4063-A965-9162E900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EF7F911D-E036-450C-B486-84C35B4F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13 – 12 – 7 – 6 – 10 – 9 – 11 – 14 – 15</a:t>
            </a:r>
          </a:p>
        </p:txBody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8F6F0DBF-D80C-4A53-9DEB-22870923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15/16</a:t>
            </a:r>
          </a:p>
        </p:txBody>
      </p:sp>
    </p:spTree>
    <p:extLst>
      <p:ext uri="{BB962C8B-B14F-4D97-AF65-F5344CB8AC3E}">
        <p14:creationId xmlns:p14="http://schemas.microsoft.com/office/powerpoint/2010/main" val="281213598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DFS 16 · visita ao vértice 5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9F9B2FD-F323-2D0A-D581-D6E61055F9A8}" type="slidenum">
              <a:t>33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55121EB4-6F28-4D20-B928-842445F1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ORDEM INICIAL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03238C16-0683-4D93-834E-66B0E8E7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BF5AC83B-60C6-4129-BFAE-13FD63FD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34ED4B71-02C1-48BC-8E22-4E2F873F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52FC7518-7A13-4479-9B8B-A370D099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88621F1D-5749-4750-ACC0-0F571EFE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CE804930-987A-4EF7-A52C-147B1522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04" y="1745342"/>
            <a:ext cx="1817250" cy="3275799"/>
          </a:xfrm>
          <a:custGeom xmlns:a="http://schemas.openxmlformats.org/drawingml/2006/main">
            <a:pathLst>
              <a:path w="1817250" h="3275799">
                <a:moveTo>
                  <a:pt x="0" y="0"/>
                </a:moveTo>
                <a:lnTo>
                  <a:pt x="1817250" y="327579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26483524-6229-4B9B-BABC-04A3C5F7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1CC5F963-F639-4604-8163-9BF6234E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F993462B-AEAE-4B1B-8B26-C3CB7D84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043509F1-5927-4092-A63B-17E7DDA0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D8E5C26D-0199-4A92-ADDC-818A43AE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FCB8FA6C-E745-4686-BB22-8DC8473B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9699AE30-3441-4747-950D-D2DADDDB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0" y="0"/>
                </a:moveTo>
                <a:lnTo>
                  <a:pt x="3705299" y="276662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CC442162-CA68-426A-8CAE-07101CE9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D2750607-9D6E-4435-9642-16562B2F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4DCE6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B3793924-CE5A-4C0D-AA34-3E47DB37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4CCD5010-BE3A-467F-B822-8E329322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E260D0C3-6E8E-485D-96D7-D64E4DF0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69191CF7-C84C-4884-B14B-6B1AEEF6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39E35D52-0540-438C-A490-0F608AF5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EAF16356-745B-457D-9F80-AC7C5501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EE9143EA-D5DA-4239-869D-AB8BCF71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6E8F51A5-1968-473C-BC3F-79FE42D6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2DB6336B-8366-41D8-BD39-A9C6FD9C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D16D5E5E-1A63-464A-B654-D770F4A1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5C14715E-E553-411E-ABDF-7DC4412E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F38B6F72-E72D-4DE9-81F6-66B3CB3A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7D1555C2-BBB6-4F13-95D4-25661C99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4106079E-2223-4900-8423-88E20F15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800BB3B0-6D82-4B13-A239-51D690AB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5" name="Vértice 1">
            <a:extLst xmlns:a="http://schemas.openxmlformats.org/drawingml/2006/main">
              <a:ext uri="{FF2B5EF4-FFF2-40B4-BE49-F238E27FC236}">
                <a16:creationId xmlns:a16="http://schemas.microsoft.com/office/drawing/2014/main" id="{59F8D630-2003-4AFD-99FA-6FCF2EB7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66" name="Vértice 2">
            <a:extLst xmlns:a="http://schemas.openxmlformats.org/drawingml/2006/main">
              <a:ext uri="{FF2B5EF4-FFF2-40B4-BE49-F238E27FC236}">
                <a16:creationId xmlns:a16="http://schemas.microsoft.com/office/drawing/2014/main" id="{68EE4772-80EA-4CC4-9098-1BA0C05C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67" name="Vértice 3">
            <a:extLst xmlns:a="http://schemas.openxmlformats.org/drawingml/2006/main">
              <a:ext uri="{FF2B5EF4-FFF2-40B4-BE49-F238E27FC236}">
                <a16:creationId xmlns:a16="http://schemas.microsoft.com/office/drawing/2014/main" id="{74167CD9-154F-4559-B572-68B60D47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68" name="Vértice 4">
            <a:extLst xmlns:a="http://schemas.openxmlformats.org/drawingml/2006/main">
              <a:ext uri="{FF2B5EF4-FFF2-40B4-BE49-F238E27FC236}">
                <a16:creationId xmlns:a16="http://schemas.microsoft.com/office/drawing/2014/main" id="{A7872568-AEDA-4005-A173-C67BF28F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DC381B83-6168-4A09-8E49-33F6B0E1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89" y="425501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70" name="Vértice 5">
            <a:extLst xmlns:a="http://schemas.openxmlformats.org/drawingml/2006/main">
              <a:ext uri="{FF2B5EF4-FFF2-40B4-BE49-F238E27FC236}">
                <a16:creationId xmlns:a16="http://schemas.microsoft.com/office/drawing/2014/main" id="{3928BA96-CE60-4E65-9EBD-FC847B4B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71" name="Vértice 6">
            <a:extLst xmlns:a="http://schemas.openxmlformats.org/drawingml/2006/main">
              <a:ext uri="{FF2B5EF4-FFF2-40B4-BE49-F238E27FC236}">
                <a16:creationId xmlns:a16="http://schemas.microsoft.com/office/drawing/2014/main" id="{E442FA52-635B-4579-B376-15771966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72" name="Vértice 7">
            <a:extLst xmlns:a="http://schemas.openxmlformats.org/drawingml/2006/main">
              <a:ext uri="{FF2B5EF4-FFF2-40B4-BE49-F238E27FC236}">
                <a16:creationId xmlns:a16="http://schemas.microsoft.com/office/drawing/2014/main" id="{1FC00911-582A-46B5-B3EB-E38D156E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73" name="Vértice 8">
            <a:extLst xmlns:a="http://schemas.openxmlformats.org/drawingml/2006/main">
              <a:ext uri="{FF2B5EF4-FFF2-40B4-BE49-F238E27FC236}">
                <a16:creationId xmlns:a16="http://schemas.microsoft.com/office/drawing/2014/main" id="{6389498F-44BE-4FA4-B6D5-E88AD862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74" name="Vértice 9">
            <a:extLst xmlns:a="http://schemas.openxmlformats.org/drawingml/2006/main">
              <a:ext uri="{FF2B5EF4-FFF2-40B4-BE49-F238E27FC236}">
                <a16:creationId xmlns:a16="http://schemas.microsoft.com/office/drawing/2014/main" id="{96A89D77-7DB7-45A7-811E-8D36D127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75" name="Vértice 10">
            <a:extLst xmlns:a="http://schemas.openxmlformats.org/drawingml/2006/main">
              <a:ext uri="{FF2B5EF4-FFF2-40B4-BE49-F238E27FC236}">
                <a16:creationId xmlns:a16="http://schemas.microsoft.com/office/drawing/2014/main" id="{9261D5D7-BD1E-433B-B5F2-8A410D67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76" name="Vértice 11">
            <a:extLst xmlns:a="http://schemas.openxmlformats.org/drawingml/2006/main">
              <a:ext uri="{FF2B5EF4-FFF2-40B4-BE49-F238E27FC236}">
                <a16:creationId xmlns:a16="http://schemas.microsoft.com/office/drawing/2014/main" id="{74CD9874-EE4E-439A-A45B-6F87CB1A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77" name="Vértice 12">
            <a:extLst xmlns:a="http://schemas.openxmlformats.org/drawingml/2006/main">
              <a:ext uri="{FF2B5EF4-FFF2-40B4-BE49-F238E27FC236}">
                <a16:creationId xmlns:a16="http://schemas.microsoft.com/office/drawing/2014/main" id="{BF0839D4-47AC-43A1-BC57-2A2D7A92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78" name="Vértice 13">
            <a:extLst xmlns:a="http://schemas.openxmlformats.org/drawingml/2006/main">
              <a:ext uri="{FF2B5EF4-FFF2-40B4-BE49-F238E27FC236}">
                <a16:creationId xmlns:a16="http://schemas.microsoft.com/office/drawing/2014/main" id="{B0C8B703-A2A7-4CD2-8052-C927E9A8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79" name="Vértice 14">
            <a:extLst xmlns:a="http://schemas.openxmlformats.org/drawingml/2006/main">
              <a:ext uri="{FF2B5EF4-FFF2-40B4-BE49-F238E27FC236}">
                <a16:creationId xmlns:a16="http://schemas.microsoft.com/office/drawing/2014/main" id="{7DE305E0-71C3-474D-A87B-D6482BAB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80" name="Vértice 15">
            <a:extLst xmlns:a="http://schemas.openxmlformats.org/drawingml/2006/main">
              <a:ext uri="{FF2B5EF4-FFF2-40B4-BE49-F238E27FC236}">
                <a16:creationId xmlns:a16="http://schemas.microsoft.com/office/drawing/2014/main" id="{08F5A3F8-2F76-422D-8764-E8B0DADC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81" name="Vértice 16">
            <a:extLst xmlns:a="http://schemas.openxmlformats.org/drawingml/2006/main">
              <a:ext uri="{FF2B5EF4-FFF2-40B4-BE49-F238E27FC236}">
                <a16:creationId xmlns:a16="http://schemas.microsoft.com/office/drawing/2014/main" id="{10D4D974-D521-4868-B1B9-2D840122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80AA81D1-04EB-4F07-AF91-4156E857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6C41DBEA-2373-41BF-93DD-FE12C786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8DC76A52-84C8-4723-B9C4-D1A030BD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7A21D387-E2F5-453F-B457-EC970772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3A22DBAF-2631-4CF8-B1EB-344203BF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2A66AD02-60B6-49DE-837C-96EC097D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DFS marca 5 como visitado e o acrescenta à pré-ordem.</a:t>
            </a:r>
          </a:p>
        </p:txBody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31D3E96B-E267-4CCA-B8B5-71382006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parte de 1 e visita os vizinhos em ordem crescente. Ao terminar um ramo, retorna pela árvore.</a:t>
            </a:r>
          </a:p>
        </p:txBody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0D598372-A8F4-4905-99F7-BB11B36C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Pré-ordem até aqui: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13 – 12 – 7 – 6 – 10 – 9 – 11 – 14 – 15 – 5</a:t>
            </a:r>
          </a:p>
        </p:txBody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4EC1AAAB-1A95-4038-B310-10E1252E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Visitados: 16/16</a:t>
            </a:r>
          </a:p>
        </p:txBody>
      </p:sp>
    </p:spTree>
    <p:extLst>
      <p:ext uri="{BB962C8B-B14F-4D97-AF65-F5344CB8AC3E}">
        <p14:creationId xmlns:p14="http://schemas.microsoft.com/office/powerpoint/2010/main" val="1985964064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Fechamento da rota inicial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C2EC43-E3B9-C9B0-67FF-5447EB7F3925}" type="slidenum">
              <a:t>34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433A1AC7-FDB6-49A6-913E-5F9CD679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PARTITIONROUTE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9D5858A-DABC-4C82-BEE3-B5A42C99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7CCEA0F8-0836-4857-A7A3-8130F2B2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4FC018B0-A3A4-4E61-AD2F-4461EA55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145F2E9D-23F1-426E-8C08-3C4E1735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F0CD4129-00B7-435E-924D-C6C571E0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E5775889-8B3D-43CE-B87F-28125C7F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D6301DA4-CB48-4B5B-A354-DB31E06F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2C01676D-92BE-4A09-B5E7-72DD6A63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DAFC2865-AFD9-412C-B023-3F745C5E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C6254AE5-4305-4D5A-B99E-67DAC49E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7FF7C64D-ECA7-47DD-BA3F-20BDD37C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C5F08CDF-FE14-4393-AC17-D969CBA6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C70807E1-9DAC-4C9F-8583-EC0F1CEB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019DFE55-06E7-45C4-8A00-F075BD24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6DA55E7B-87A0-41AB-822D-86A867F0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AA745E39-77A5-4F51-B6D2-8463B90C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Vértice 1">
            <a:extLst xmlns:a="http://schemas.openxmlformats.org/drawingml/2006/main">
              <a:ext uri="{FF2B5EF4-FFF2-40B4-BE49-F238E27FC236}">
                <a16:creationId xmlns:a16="http://schemas.microsoft.com/office/drawing/2014/main" id="{B5907D98-EE50-4310-80AD-0D7584C0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2" name="Vértice 2">
            <a:extLst xmlns:a="http://schemas.openxmlformats.org/drawingml/2006/main">
              <a:ext uri="{FF2B5EF4-FFF2-40B4-BE49-F238E27FC236}">
                <a16:creationId xmlns:a16="http://schemas.microsoft.com/office/drawing/2014/main" id="{9ED02D21-B121-4EF0-A32D-CEBEA3BC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3" name="Vértice 3">
            <a:extLst xmlns:a="http://schemas.openxmlformats.org/drawingml/2006/main">
              <a:ext uri="{FF2B5EF4-FFF2-40B4-BE49-F238E27FC236}">
                <a16:creationId xmlns:a16="http://schemas.microsoft.com/office/drawing/2014/main" id="{EE862C90-3349-48F5-9621-CA06148D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4" name="Vértice 4">
            <a:extLst xmlns:a="http://schemas.openxmlformats.org/drawingml/2006/main">
              <a:ext uri="{FF2B5EF4-FFF2-40B4-BE49-F238E27FC236}">
                <a16:creationId xmlns:a16="http://schemas.microsoft.com/office/drawing/2014/main" id="{608FA2FD-AECF-4E64-9779-06B7EFC3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5" name="Vértice 5">
            <a:extLst xmlns:a="http://schemas.openxmlformats.org/drawingml/2006/main">
              <a:ext uri="{FF2B5EF4-FFF2-40B4-BE49-F238E27FC236}">
                <a16:creationId xmlns:a16="http://schemas.microsoft.com/office/drawing/2014/main" id="{32E476B3-AAA5-4485-88F8-8017BAEE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6" name="Vértice 6">
            <a:extLst xmlns:a="http://schemas.openxmlformats.org/drawingml/2006/main">
              <a:ext uri="{FF2B5EF4-FFF2-40B4-BE49-F238E27FC236}">
                <a16:creationId xmlns:a16="http://schemas.microsoft.com/office/drawing/2014/main" id="{6D93AE56-DFA3-4C9F-AE16-5DFE72D0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7" name="Vértice 7">
            <a:extLst xmlns:a="http://schemas.openxmlformats.org/drawingml/2006/main">
              <a:ext uri="{FF2B5EF4-FFF2-40B4-BE49-F238E27FC236}">
                <a16:creationId xmlns:a16="http://schemas.microsoft.com/office/drawing/2014/main" id="{46F98F2B-71FD-48C0-87A0-BE177680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8" name="Vértice 8">
            <a:extLst xmlns:a="http://schemas.openxmlformats.org/drawingml/2006/main">
              <a:ext uri="{FF2B5EF4-FFF2-40B4-BE49-F238E27FC236}">
                <a16:creationId xmlns:a16="http://schemas.microsoft.com/office/drawing/2014/main" id="{31BB65B6-5669-4979-BEBC-9AF28531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9" name="Vértice 9">
            <a:extLst xmlns:a="http://schemas.openxmlformats.org/drawingml/2006/main">
              <a:ext uri="{FF2B5EF4-FFF2-40B4-BE49-F238E27FC236}">
                <a16:creationId xmlns:a16="http://schemas.microsoft.com/office/drawing/2014/main" id="{E2F3792A-A153-4092-93C5-B475140A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0" name="Vértice 10">
            <a:extLst xmlns:a="http://schemas.openxmlformats.org/drawingml/2006/main">
              <a:ext uri="{FF2B5EF4-FFF2-40B4-BE49-F238E27FC236}">
                <a16:creationId xmlns:a16="http://schemas.microsoft.com/office/drawing/2014/main" id="{6C78E8EB-48BC-4A67-A6B9-1D3A52C1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1" name="Vértice 11">
            <a:extLst xmlns:a="http://schemas.openxmlformats.org/drawingml/2006/main">
              <a:ext uri="{FF2B5EF4-FFF2-40B4-BE49-F238E27FC236}">
                <a16:creationId xmlns:a16="http://schemas.microsoft.com/office/drawing/2014/main" id="{FCDB092D-1303-42E9-9519-342C3051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2" name="Vértice 12">
            <a:extLst xmlns:a="http://schemas.openxmlformats.org/drawingml/2006/main">
              <a:ext uri="{FF2B5EF4-FFF2-40B4-BE49-F238E27FC236}">
                <a16:creationId xmlns:a16="http://schemas.microsoft.com/office/drawing/2014/main" id="{53B181CE-2014-4C7D-99E7-2F6E037B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3" name="Vértice 13">
            <a:extLst xmlns:a="http://schemas.openxmlformats.org/drawingml/2006/main">
              <a:ext uri="{FF2B5EF4-FFF2-40B4-BE49-F238E27FC236}">
                <a16:creationId xmlns:a16="http://schemas.microsoft.com/office/drawing/2014/main" id="{DC3279B3-401A-4B3E-A164-A0C002BE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4" name="Vértice 14">
            <a:extLst xmlns:a="http://schemas.openxmlformats.org/drawingml/2006/main">
              <a:ext uri="{FF2B5EF4-FFF2-40B4-BE49-F238E27FC236}">
                <a16:creationId xmlns:a16="http://schemas.microsoft.com/office/drawing/2014/main" id="{3AE25714-4FD6-4E90-A789-1409DAB7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5" name="Vértice 15">
            <a:extLst xmlns:a="http://schemas.openxmlformats.org/drawingml/2006/main">
              <a:ext uri="{FF2B5EF4-FFF2-40B4-BE49-F238E27FC236}">
                <a16:creationId xmlns:a16="http://schemas.microsoft.com/office/drawing/2014/main" id="{78D6C7DB-FF9C-43A0-907E-A88F355A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6" name="Vértice 16">
            <a:extLst xmlns:a="http://schemas.openxmlformats.org/drawingml/2006/main">
              <a:ext uri="{FF2B5EF4-FFF2-40B4-BE49-F238E27FC236}">
                <a16:creationId xmlns:a16="http://schemas.microsoft.com/office/drawing/2014/main" id="{1C297290-D7E3-4A40-B001-7FE39DD5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843520B5-1A25-4779-AB0B-253FF01B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DA311669-DB11-4870-99ED-158A3BD9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9EC921D4-C047-4157-B2EE-2CC4D9DE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AE3671FF-F4F5-45B3-8200-A8F8FBD5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1984C3E2-EAE7-421D-B64C-7F651C42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1EF8DE5F-442D-406F-B328-718D7681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Repete o depósito no final da pré-ordem e fecha o ciclo.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685E7C7C-8FC7-4144-B9C3-EE9F7E34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Os extremos recebem Combined. As 15 posições internas começam como Simple.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512E684D-9688-4869-AD7D-91F008AC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Rota fechada: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13 – 12 – 7 – 6 – 10 – 9 – 11 – 14 – 15 – 5 – 1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C95AA178-A277-486C-9820-3CC830C8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7.788</a:t>
            </a:r>
          </a:p>
        </p:txBody>
      </p:sp>
    </p:spTree>
    <p:extLst>
      <p:ext uri="{BB962C8B-B14F-4D97-AF65-F5344CB8AC3E}">
        <p14:creationId xmlns:p14="http://schemas.microsoft.com/office/powerpoint/2010/main" val="80319940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 e escolha do candidato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4FA566-8B12-6DD2-DDB5-FA6393938FB6}" type="slidenum">
              <a:t>35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78E5EA4F-170F-4040-804E-644FFF3A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REGRAS DA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E1FA6DA5-25EC-4675-A35C-62422704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E62F8B89-82AF-482B-8AB7-21C9EC41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C92447DE-580C-4321-A08D-EE3A5104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5424A6D7-23EC-489A-8256-07CDCE4E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E21E2C6D-520F-4AD6-A6BE-C16BF8C1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0C980FC5-3448-4CCF-A80A-1B702672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F421138D-5A8C-4EDC-95ED-B7EEFE57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E2F313C7-4FDF-437C-A9A8-1941F89D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C7023B0F-B027-4D69-BAAA-9B56D81D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BCA5B1A3-83CE-4895-8889-6F77CDC1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01AF15FF-81D9-430B-89B5-8648C076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1B5FF467-2EB2-4237-B848-6026B6E8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7844C89D-2B9C-4617-AF59-DE744E12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BED4B31D-E066-4503-9BF7-A2F610EE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7EDEA178-CAE3-4333-8351-02CCF2D1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FFFE6C50-FA3F-4BF6-9D72-71CAF04B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Vértice 1">
            <a:extLst xmlns:a="http://schemas.openxmlformats.org/drawingml/2006/main">
              <a:ext uri="{FF2B5EF4-FFF2-40B4-BE49-F238E27FC236}">
                <a16:creationId xmlns:a16="http://schemas.microsoft.com/office/drawing/2014/main" id="{C635C3C3-277A-48D8-B0F2-DA7C0453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2" name="Vértice 2">
            <a:extLst xmlns:a="http://schemas.openxmlformats.org/drawingml/2006/main">
              <a:ext uri="{FF2B5EF4-FFF2-40B4-BE49-F238E27FC236}">
                <a16:creationId xmlns:a16="http://schemas.microsoft.com/office/drawing/2014/main" id="{70D10BC3-D4EA-4E8B-940E-54706589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3" name="Vértice 3">
            <a:extLst xmlns:a="http://schemas.openxmlformats.org/drawingml/2006/main">
              <a:ext uri="{FF2B5EF4-FFF2-40B4-BE49-F238E27FC236}">
                <a16:creationId xmlns:a16="http://schemas.microsoft.com/office/drawing/2014/main" id="{51391765-9993-4DCB-B58C-3A32AB89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4" name="Vértice 4">
            <a:extLst xmlns:a="http://schemas.openxmlformats.org/drawingml/2006/main">
              <a:ext uri="{FF2B5EF4-FFF2-40B4-BE49-F238E27FC236}">
                <a16:creationId xmlns:a16="http://schemas.microsoft.com/office/drawing/2014/main" id="{06A9766B-45FD-474C-A7AC-BD67C8AF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5" name="Vértice 5">
            <a:extLst xmlns:a="http://schemas.openxmlformats.org/drawingml/2006/main">
              <a:ext uri="{FF2B5EF4-FFF2-40B4-BE49-F238E27FC236}">
                <a16:creationId xmlns:a16="http://schemas.microsoft.com/office/drawing/2014/main" id="{3787B6B1-30D3-4D82-B47D-8EC7A6AE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6" name="Vértice 6">
            <a:extLst xmlns:a="http://schemas.openxmlformats.org/drawingml/2006/main">
              <a:ext uri="{FF2B5EF4-FFF2-40B4-BE49-F238E27FC236}">
                <a16:creationId xmlns:a16="http://schemas.microsoft.com/office/drawing/2014/main" id="{7C9FCA24-5057-4BE8-99D4-8F688F9A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7" name="Vértice 7">
            <a:extLst xmlns:a="http://schemas.openxmlformats.org/drawingml/2006/main">
              <a:ext uri="{FF2B5EF4-FFF2-40B4-BE49-F238E27FC236}">
                <a16:creationId xmlns:a16="http://schemas.microsoft.com/office/drawing/2014/main" id="{1C890606-830E-4801-8167-605876A8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8" name="Vértice 8">
            <a:extLst xmlns:a="http://schemas.openxmlformats.org/drawingml/2006/main">
              <a:ext uri="{FF2B5EF4-FFF2-40B4-BE49-F238E27FC236}">
                <a16:creationId xmlns:a16="http://schemas.microsoft.com/office/drawing/2014/main" id="{572F928C-EAD6-43AF-8189-BE75A63E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9" name="Vértice 9">
            <a:extLst xmlns:a="http://schemas.openxmlformats.org/drawingml/2006/main">
              <a:ext uri="{FF2B5EF4-FFF2-40B4-BE49-F238E27FC236}">
                <a16:creationId xmlns:a16="http://schemas.microsoft.com/office/drawing/2014/main" id="{637813B5-EE0F-47DF-B83F-9B560BF5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0" name="Vértice 10">
            <a:extLst xmlns:a="http://schemas.openxmlformats.org/drawingml/2006/main">
              <a:ext uri="{FF2B5EF4-FFF2-40B4-BE49-F238E27FC236}">
                <a16:creationId xmlns:a16="http://schemas.microsoft.com/office/drawing/2014/main" id="{45799BEF-692C-46D6-A182-F82FC946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1" name="Vértice 11">
            <a:extLst xmlns:a="http://schemas.openxmlformats.org/drawingml/2006/main">
              <a:ext uri="{FF2B5EF4-FFF2-40B4-BE49-F238E27FC236}">
                <a16:creationId xmlns:a16="http://schemas.microsoft.com/office/drawing/2014/main" id="{5A9D6B85-A504-438B-A58C-A49C835E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2" name="Vértice 12">
            <a:extLst xmlns:a="http://schemas.openxmlformats.org/drawingml/2006/main">
              <a:ext uri="{FF2B5EF4-FFF2-40B4-BE49-F238E27FC236}">
                <a16:creationId xmlns:a16="http://schemas.microsoft.com/office/drawing/2014/main" id="{DB353AB6-33B9-4897-9CE2-FD5CDA16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3" name="Vértice 13">
            <a:extLst xmlns:a="http://schemas.openxmlformats.org/drawingml/2006/main">
              <a:ext uri="{FF2B5EF4-FFF2-40B4-BE49-F238E27FC236}">
                <a16:creationId xmlns:a16="http://schemas.microsoft.com/office/drawing/2014/main" id="{8669562F-6350-47F6-B7C3-7F9876E6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4" name="Vértice 14">
            <a:extLst xmlns:a="http://schemas.openxmlformats.org/drawingml/2006/main">
              <a:ext uri="{FF2B5EF4-FFF2-40B4-BE49-F238E27FC236}">
                <a16:creationId xmlns:a16="http://schemas.microsoft.com/office/drawing/2014/main" id="{1FE474C7-EA1C-4608-897A-C6BD20E9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5" name="Vértice 15">
            <a:extLst xmlns:a="http://schemas.openxmlformats.org/drawingml/2006/main">
              <a:ext uri="{FF2B5EF4-FFF2-40B4-BE49-F238E27FC236}">
                <a16:creationId xmlns:a16="http://schemas.microsoft.com/office/drawing/2014/main" id="{501454E4-9176-45F9-B880-4197FB58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6" name="Vértice 16">
            <a:extLst xmlns:a="http://schemas.openxmlformats.org/drawingml/2006/main">
              <a:ext uri="{FF2B5EF4-FFF2-40B4-BE49-F238E27FC236}">
                <a16:creationId xmlns:a16="http://schemas.microsoft.com/office/drawing/2014/main" id="{D1B27E3D-B794-455F-88DB-1A94BDAE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DF1888B3-E666-465D-968C-250EF3A4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FF2BD3D6-7973-4D68-AF83-C28C6A41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E619C176-F6C6-4D50-9E95-A70B3924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E5666483-C4AC-458C-95DA-8A92F5A1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97DE0F24-6B5F-458F-B98B-3717230F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BAF99CE2-F367-4A61-A35B-126A5937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Cada segmento custa max(caminhão, drone). O custo total soma os segmentos entre fronteiras.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70D5263D-9F74-45F2-8D26-1F383A46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fila prioriza a maior economia. Em empate: MakeFly, PushLeft, PushRight e menor posição.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3C81B740-B0C0-4E20-B267-CC25BE67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laço segue enquanto houver Simple. Economia zero também é aceita.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4DFCAB0E-BED6-4BD7-91B5-7104CAD9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7.788</a:t>
            </a:r>
          </a:p>
        </p:txBody>
      </p:sp>
    </p:spTree>
    <p:extLst>
      <p:ext uri="{BB962C8B-B14F-4D97-AF65-F5344CB8AC3E}">
        <p14:creationId xmlns:p14="http://schemas.microsoft.com/office/powerpoint/2010/main" val="27735290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01 · MakeFly no vértice 8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39A338D-B192-3127-EB9A-53A2665A0BB7}" type="slidenum">
              <a:t>36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C3BF5FDC-1DB5-4D8B-85DE-E30A83F7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PRIMEIRA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84E1D93B-9AED-4056-A058-FE06869A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CEAE53F4-95CC-4D73-AB97-277E0822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F29DFCAC-37A0-4C78-BE9D-44FC1CF2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11A5F879-AD96-4124-9870-1E8ECE66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1D1F1AD8-BC58-4A79-95B5-4E40C311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62A22671-D545-4ADE-BCB6-4A1166EB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251F6D93-7D9B-43A0-9CEF-67E33F45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BF6D5FDA-395D-4475-B91E-4427BB59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F7F7AC84-1EA3-41F7-AEEB-619F8287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76CD11E4-B5C3-4092-9FC1-D7FB113E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63E8324E-CD61-4E43-ABC9-08458DE1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985AC9AF-54EB-49D5-9557-237CF45D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06AA97DA-DD05-4BF6-B3BA-E340D50D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C6D6310E-4FF3-4A55-B78B-0705C4E1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7FF6D1DB-A633-430E-8F12-8ACBEA63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A36AB54A-38A9-4C48-9DAC-B86AD5A0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BB5F0F40-05CD-4D92-B37C-37AF5603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8C79F5F7-23B6-4535-9955-FB3B665D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42D04D6D-CC58-44A8-B19A-20582605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5CB56E75-3DB8-4292-B3AB-33CABDFF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BD1CE392-D05A-4B03-94A1-10A31D4A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Vértice 5">
            <a:extLst xmlns:a="http://schemas.openxmlformats.org/drawingml/2006/main">
              <a:ext uri="{FF2B5EF4-FFF2-40B4-BE49-F238E27FC236}">
                <a16:creationId xmlns:a16="http://schemas.microsoft.com/office/drawing/2014/main" id="{7851384C-AFB1-4690-861C-94295E69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7" name="Vértice 6">
            <a:extLst xmlns:a="http://schemas.openxmlformats.org/drawingml/2006/main">
              <a:ext uri="{FF2B5EF4-FFF2-40B4-BE49-F238E27FC236}">
                <a16:creationId xmlns:a16="http://schemas.microsoft.com/office/drawing/2014/main" id="{D7AA4094-A988-46B7-87DE-ADBCE022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8" name="Vértice 7">
            <a:extLst xmlns:a="http://schemas.openxmlformats.org/drawingml/2006/main">
              <a:ext uri="{FF2B5EF4-FFF2-40B4-BE49-F238E27FC236}">
                <a16:creationId xmlns:a16="http://schemas.microsoft.com/office/drawing/2014/main" id="{59B75421-F07C-41DE-807E-BEBD9298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ECB516A5-21C6-4AA2-9942-5E1E685F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333" y="192984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3B48DEE1-5702-4367-BB02-72DC8CDE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BEC7B017-9224-4FD8-BE27-3F12DFF8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9B85A9CC-F0D8-433E-8BB3-9E7D5F8C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1B0F0145-AA0D-427E-BDB8-2C71E106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3873CE58-BD80-4C0D-8EB8-5EC4CCBC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60B384D0-BD8B-41CD-B88C-C556F3D6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5E95E63C-3A02-4238-B49E-63B121EA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E500C35A-7B0A-494D-85FF-D1736E49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D2518F2F-9ADF-407C-808A-7186CA85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B85BC688-1CA2-43FF-878A-DED872DF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0DBF8304-6E87-4C9E-8F29-93AF8CAD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D6CF3D7C-12F7-4E4B-9B34-F9AB7BF7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3301FBE2-41BD-4D66-A46B-4DC3C6A0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6248A4D5-5D32-477C-B361-D3CDD4D8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07E27E88-307A-49B3-8CA8-F07ABF80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cliente 8 passa de Simple para Drone. 1 e 4 tornam-se Combined.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16C28993-C745-4469-856A-A3C782AB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caminhão desvia de 8. O drone voa 1 – 8 – 4.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31057E35-1BAE-4E2C-95A7-8ABB85DF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242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7788 − 0 = 7788.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13 posições Simple.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F5C17668-CD88-4D0F-8C20-FEF2770C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433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movimento muda a partição mesmo sem reduzir o custo neste passo.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A747BD58-4EFC-4C6B-B792-34061D4F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7.788</a:t>
            </a:r>
          </a:p>
        </p:txBody>
      </p:sp>
    </p:spTree>
    <p:extLst>
      <p:ext uri="{BB962C8B-B14F-4D97-AF65-F5344CB8AC3E}">
        <p14:creationId xmlns:p14="http://schemas.microsoft.com/office/powerpoint/2010/main" val="902267970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02 · PushLeft no vértice 2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334276-4C85-190E-BA41-5CA1CBB04E4E}" type="slidenum">
              <a:t>37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B1221E1A-AFD4-41F2-AF5C-C35A7452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PRIMEIRA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9CDFF20-63E2-45F8-8821-BD74EECA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D92EE4B0-B58A-4A19-A03E-E0670A7F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0D098DE5-6432-434E-B9F9-A2A3CFE4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0F87D56C-A55A-4D6C-AFBB-D60BED91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AC18D60B-9CFA-4A83-9599-765FDEC9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9219CEE3-0D9E-4312-9F3D-9A145A19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D8E14B8B-2077-4214-B0F1-74372ADF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31A8481E-F615-4803-9232-48260648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06AE3A31-075C-467D-840B-DDAC6222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E0A46D68-0D9B-430B-B390-E3985238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DCC8AC9E-0FE2-4D75-ADBF-C1BA8918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6B760322-B204-46DF-A43B-3BB61548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46F11C77-A8B2-4005-9800-153285CF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732D38D8-2649-4348-B542-A4E8A7CC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059C3069-C333-4D5A-8A89-974DCB50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16864D89-31EE-41EA-8603-F5CD9907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7533E07E-EEC4-4C18-BF44-3B3979E7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2370259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0" y="0"/>
                </a:moveTo>
                <a:lnTo>
                  <a:pt x="633635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906A1646-2D9E-4FF2-A421-7BC72BC1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7DE5906B-4698-4283-84A1-33277EAB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4385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4D917335-16E1-43F1-9C35-966DDF47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Vértice 3">
            <a:extLst xmlns:a="http://schemas.openxmlformats.org/drawingml/2006/main">
              <a:ext uri="{FF2B5EF4-FFF2-40B4-BE49-F238E27FC236}">
                <a16:creationId xmlns:a16="http://schemas.microsoft.com/office/drawing/2014/main" id="{84817ECC-F78E-4F1D-88CB-FCBD82F0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17F1586A-1706-4754-9D85-CA2C8606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D0F2724F-CB82-4D0C-BFC9-78EE5319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2179ADCE-707E-4CA5-9325-E97C7F23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310B5E7A-6312-4CC0-977F-8159950E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19DCC59F-9D88-4D99-8BF6-C6F142A9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FF352AE1-1AD5-450D-8176-30A674F8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B4DD7B1D-8E1E-49FB-95B6-7F34B236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A3BC0683-1300-45C4-8B6E-F5324A12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6A3B372A-F78B-4CC8-8002-2B02353D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3E9671C1-C18C-4728-9A61-96D7A05D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64C6A9BE-9C59-4443-98F6-BBCAFB1F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738FD0EF-F156-43C0-88EF-03A89973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4298827A-634B-4584-9065-AD71BA5E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F1DE0475-D6BC-4019-8203-49F6292A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E891C864-804B-4687-90BB-90F29DB8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5F638B17-F3EA-4741-8953-63B1E20E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F0EDEB4A-752B-427D-89B8-0F4282B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9AC82DED-7012-435C-940A-97FF5CC3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531FD2AF-45D4-42BE-854E-6467D0DA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 passa de Simple para Combined. O antigo encontro, em 4, passa a Truck.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75BD4B54-2BFA-4609-80C2-6D12F7B5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2. O drone passa a reencontrar o caminhão em 2.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7B2A8403-8996-4DD6-BE2C-4CE09400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7788 − 19 = 7769.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12 posições Simple.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16D629C6-1F51-4DC0-8C58-CAD29C63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7.769</a:t>
            </a:r>
          </a:p>
        </p:txBody>
      </p:sp>
    </p:spTree>
    <p:extLst>
      <p:ext uri="{BB962C8B-B14F-4D97-AF65-F5344CB8AC3E}">
        <p14:creationId xmlns:p14="http://schemas.microsoft.com/office/powerpoint/2010/main" val="1101824969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03 · MakeFly no vértice 3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5A7F00-3259-A23D-D734-A322A9F9DD63}" type="slidenum">
              <a:t>38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4596F5C5-D43A-4D86-8D70-499EC643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PRIMEIRA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48EC9E63-19FC-4559-A7CB-4414ECD9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B190497E-AD6F-4FCF-82FA-55BD3784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A4BB74CD-3E5B-4A82-9D0B-A6B48A8C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3878942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633635" y="0"/>
                </a:moveTo>
                <a:lnTo>
                  <a:pt x="0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4E906764-C4FA-4140-A305-86D1BC4A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AE6D5892-4E3E-4D03-9F7F-DCA48FAF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7FB8FCFE-3D73-481B-96F7-1BC081A9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FDE4B1D7-D975-4B2D-ADAB-61995748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6C850000-ABA6-451D-9713-1A8987B4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F5778BB0-8415-41F3-80B9-4E6B0B16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903104DB-52F5-4658-856A-DB8D4B5A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AECE0953-AD57-460F-9B04-0C4335E6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AFD90EC2-F024-4236-AB7C-967313A9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B8B7212E-90C4-49F9-96DA-07E44FDC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88ECBB31-772A-47FC-89D0-C1EFC6ED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7ADD5776-ADD0-4596-84E1-772440C2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5D258EA7-78D3-438E-AABC-306479AE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2370259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0" y="0"/>
                </a:moveTo>
                <a:lnTo>
                  <a:pt x="633635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31DA87CF-E302-4ACA-907D-F12BBB4A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5A5EC0B9-5EBC-42DF-B0F4-514B4AFF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Vértice 1">
            <a:extLst xmlns:a="http://schemas.openxmlformats.org/drawingml/2006/main">
              <a:ext uri="{FF2B5EF4-FFF2-40B4-BE49-F238E27FC236}">
                <a16:creationId xmlns:a16="http://schemas.microsoft.com/office/drawing/2014/main" id="{8B71F5DC-D141-4537-B694-CBD29818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40FB4F9F-6C48-43B6-A71D-3438DEFA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9D234816-E66C-4895-9549-F45B2F1C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3761" y="425501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6" name="Vértice 3">
            <a:extLst xmlns:a="http://schemas.openxmlformats.org/drawingml/2006/main">
              <a:ext uri="{FF2B5EF4-FFF2-40B4-BE49-F238E27FC236}">
                <a16:creationId xmlns:a16="http://schemas.microsoft.com/office/drawing/2014/main" id="{8B86E712-F6FA-4598-B608-AC36A3FD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7" name="Vértice 4">
            <a:extLst xmlns:a="http://schemas.openxmlformats.org/drawingml/2006/main">
              <a:ext uri="{FF2B5EF4-FFF2-40B4-BE49-F238E27FC236}">
                <a16:creationId xmlns:a16="http://schemas.microsoft.com/office/drawing/2014/main" id="{4CDD28AC-6BFA-47C0-A897-F0284928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8" name="Vértice 5">
            <a:extLst xmlns:a="http://schemas.openxmlformats.org/drawingml/2006/main">
              <a:ext uri="{FF2B5EF4-FFF2-40B4-BE49-F238E27FC236}">
                <a16:creationId xmlns:a16="http://schemas.microsoft.com/office/drawing/2014/main" id="{D3BE50EF-E873-440D-AC21-38BFC08C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9" name="Vértice 6">
            <a:extLst xmlns:a="http://schemas.openxmlformats.org/drawingml/2006/main">
              <a:ext uri="{FF2B5EF4-FFF2-40B4-BE49-F238E27FC236}">
                <a16:creationId xmlns:a16="http://schemas.microsoft.com/office/drawing/2014/main" id="{6AB13025-E7E7-4B58-AEB1-08B006BE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0" name="Vértice 7">
            <a:extLst xmlns:a="http://schemas.openxmlformats.org/drawingml/2006/main">
              <a:ext uri="{FF2B5EF4-FFF2-40B4-BE49-F238E27FC236}">
                <a16:creationId xmlns:a16="http://schemas.microsoft.com/office/drawing/2014/main" id="{19D2A23B-CFBA-409B-8BE0-3FA5A284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1" name="Vértice 8">
            <a:extLst xmlns:a="http://schemas.openxmlformats.org/drawingml/2006/main">
              <a:ext uri="{FF2B5EF4-FFF2-40B4-BE49-F238E27FC236}">
                <a16:creationId xmlns:a16="http://schemas.microsoft.com/office/drawing/2014/main" id="{0608EAD4-D780-49B6-A2FB-90A477D9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2" name="Vértice 9">
            <a:extLst xmlns:a="http://schemas.openxmlformats.org/drawingml/2006/main">
              <a:ext uri="{FF2B5EF4-FFF2-40B4-BE49-F238E27FC236}">
                <a16:creationId xmlns:a16="http://schemas.microsoft.com/office/drawing/2014/main" id="{8EF73B5C-25E2-4A37-8C3B-55F0DD84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3" name="Vértice 10">
            <a:extLst xmlns:a="http://schemas.openxmlformats.org/drawingml/2006/main">
              <a:ext uri="{FF2B5EF4-FFF2-40B4-BE49-F238E27FC236}">
                <a16:creationId xmlns:a16="http://schemas.microsoft.com/office/drawing/2014/main" id="{4C5B7A59-3230-41FF-ADA9-FD03CB29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4" name="Vértice 11">
            <a:extLst xmlns:a="http://schemas.openxmlformats.org/drawingml/2006/main">
              <a:ext uri="{FF2B5EF4-FFF2-40B4-BE49-F238E27FC236}">
                <a16:creationId xmlns:a16="http://schemas.microsoft.com/office/drawing/2014/main" id="{641C6E7C-43B4-4D0D-91C6-7D12A9F8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5" name="Vértice 12">
            <a:extLst xmlns:a="http://schemas.openxmlformats.org/drawingml/2006/main">
              <a:ext uri="{FF2B5EF4-FFF2-40B4-BE49-F238E27FC236}">
                <a16:creationId xmlns:a16="http://schemas.microsoft.com/office/drawing/2014/main" id="{382077DB-18FE-434A-A84B-018DBDCD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7623410F-D6E1-4DEB-81BA-9956431A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A0A0105E-057B-4A70-86EF-B35202D5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56B07477-EB10-4622-961C-1D5170C3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A25A17A0-2D4E-4689-B7CA-43F5532C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0A37AE94-325C-42D5-988F-CC1598C5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00661B28-EB41-434B-98A8-99CDF9BD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33CF8A12-8D21-428B-ACA3-0EC9151F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AC0A5184-1271-4D57-8FE6-B8AB0314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BAD9E5D2-B708-41BD-8236-1AFEB020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66B03913-B89C-4A6D-A1CA-EFB509AB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cliente 3 passa de Simple para Drone. 2 e 16 tornam-se Combined.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A9FBBB5D-3175-4199-B590-4C14B69D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caminhão desvia de 3. O drone voa 2 – 3 – 16.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C961A105-D241-4729-B61B-2A2A5AFA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242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7769 − 0 = 7769.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10 posições Simple.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03E841DB-F863-43A2-8AFA-22704805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433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movimento muda a partição mesmo sem reduzir o custo neste passo.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B56C5669-02B2-4A7D-B9FF-3F49E261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7.769</a:t>
            </a:r>
          </a:p>
        </p:txBody>
      </p:sp>
    </p:spTree>
    <p:extLst>
      <p:ext uri="{BB962C8B-B14F-4D97-AF65-F5344CB8AC3E}">
        <p14:creationId xmlns:p14="http://schemas.microsoft.com/office/powerpoint/2010/main" val="956917914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04 · PushLeft no vértice 13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66C477-A387-35CF-F492-F54B4FA4FEC9}" type="slidenum">
              <a:t>39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E34A758B-6233-4DE4-A3B8-12BA21A2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PRIMEIRA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519744D5-889B-4F8F-9AD3-42653433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11A711B4-60C3-4CBD-B447-58710FD8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7C2C02B2-2BCC-4466-BAB3-9215C643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3878942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633635" y="0"/>
                </a:moveTo>
                <a:lnTo>
                  <a:pt x="0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C8DB6199-C44D-4262-B7C5-00D9612B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E7AB9D73-5D99-4E28-AD2D-A5FC0A71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D962E753-AE4A-4E36-AB6E-59BD045A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530F4C6F-A460-4351-AE56-56EBBF4B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19B2BACE-BA28-4904-AAE5-616C655D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5BD386C8-16E9-472A-BF2D-168A8839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90451AF1-53FC-497E-A4B8-400A9194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A51F712E-2877-4993-B9CF-52234C5E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27725707-D334-4BCF-A74A-7E08F45D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4DE7C188-D621-458B-A627-303AAAE8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45970D25-FA06-431E-97E2-FD7D7ADA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CAECA5FE-0369-412D-9917-C0312B9B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078714BC-5244-4B86-AD24-0BBD8C26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2370259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0" y="0"/>
                </a:moveTo>
                <a:lnTo>
                  <a:pt x="633635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D55D091C-F462-432D-B966-F4E96F25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C098B736-30A9-48B7-8A82-2DD8CB58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2280567"/>
            <a:ext cx="4285525" cy="2138077"/>
          </a:xfrm>
          <a:custGeom xmlns:a="http://schemas.openxmlformats.org/drawingml/2006/main">
            <a:pathLst>
              <a:path w="4285525" h="2138077">
                <a:moveTo>
                  <a:pt x="4285525" y="213807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Vértice 1">
            <a:extLst xmlns:a="http://schemas.openxmlformats.org/drawingml/2006/main">
              <a:ext uri="{FF2B5EF4-FFF2-40B4-BE49-F238E27FC236}">
                <a16:creationId xmlns:a16="http://schemas.microsoft.com/office/drawing/2014/main" id="{D88C4BEA-9CAF-43EC-BBD9-5019EBFD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4C7364E5-9433-4874-96B8-CA120976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Vértice 3">
            <a:extLst xmlns:a="http://schemas.openxmlformats.org/drawingml/2006/main">
              <a:ext uri="{FF2B5EF4-FFF2-40B4-BE49-F238E27FC236}">
                <a16:creationId xmlns:a16="http://schemas.microsoft.com/office/drawing/2014/main" id="{FA34BB3A-135F-4697-9F52-11440240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C3D36F3D-9E33-4BBA-8EB2-296E1A51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658C0DFA-2051-4372-91D6-6EC6946D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1F9E1B2A-2F9D-407C-B31B-148FC87E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9DB30080-9F02-49D4-9F27-4818545C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819C9AFE-FA59-4B5D-98D9-5171900A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D0624D86-AD6B-41C6-818C-FCDCE87E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7DE836BA-C695-41BA-997A-5AFB7DA3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6BBDA4DA-37A5-45EE-9D5F-AAC55960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A493F4E3-FF53-4913-9D72-F2C9A9A7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0D977405-039F-4D64-B13F-F1AA467C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17" y="192984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8A19C5EF-36D6-48A4-8D09-18097C48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6682EC11-4288-4077-8E71-F544066B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647057D8-971C-49C7-B1EB-3909BE91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40A41901-A7AA-4B76-BBDC-4D59DCDB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26728058-C109-4636-A99A-FDE6463A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EF744051-A039-42EC-8E1C-A8B92D9E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5F394080-2BDB-4FCD-A8C0-367F43CB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8125B0FC-BA56-4316-BACD-06640C05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D5E0D38C-717D-4C0F-B9EF-292AC124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769DA601-1B88-411A-A326-B87E94F8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 passa de Simple para Combined. O antigo encontro, em 16, passa a Truck.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60F2278B-A2E1-4F71-B7CC-A9B9E1A4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13. O drone passa a reencontrar o caminhão em 13.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451B8034-7C7A-414E-801A-2826F528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7769 − 1 = 7768.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9 posições Simple.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0D3242BF-93B1-49D6-B95C-0DAA5353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7.768</a:t>
            </a:r>
          </a:p>
        </p:txBody>
      </p:sp>
    </p:spTree>
    <p:extLst>
      <p:ext uri="{BB962C8B-B14F-4D97-AF65-F5344CB8AC3E}">
        <p14:creationId xmlns:p14="http://schemas.microsoft.com/office/powerpoint/2010/main" val="1802283046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05 · PushLeft no vértice 12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C89EF0-BE71-8D92-BDDF-FF7D05F0AC04}" type="slidenum">
              <a:t>40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6FF6FBD0-F15D-4D56-B676-C94963A6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PRIMEIRA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AA42C766-69F3-4D78-B15D-6107C678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F2293C0E-7FE0-4EF3-861C-8E75353A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F065BAFF-8099-4E3F-8CAA-01C5CEF4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3878942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633635" y="0"/>
                </a:moveTo>
                <a:lnTo>
                  <a:pt x="0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4A884FE2-BC42-49EA-BE85-78950A4A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3D63C8BD-473D-4CF0-9F7F-78251F0E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0E95CB49-E3A0-42C8-8018-E2F27DB5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9BF177E8-B8B9-41B3-9E1B-A686A8A8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D662AEA9-E878-48CB-BE22-9C58C71A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F18F0798-1436-4D57-9809-642FA58C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BFBF31A9-8A23-4FE6-8E01-6CF34A72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BF422053-7B68-42E2-B505-8FAF6BBC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9EBE1401-713E-4A22-A2B4-D52FB5AD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D3AA4F68-E02B-46EF-AAA9-66FD2CD3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BC6B0719-24F9-45D9-ACD1-B5AF6D31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841B6E47-5375-4140-915A-39A2634F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DA24F1C8-1C72-44F2-BAB9-3413A76C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2370259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0" y="0"/>
                </a:moveTo>
                <a:lnTo>
                  <a:pt x="633635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D9B14E71-2286-4A1D-9062-4111A903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A2362695-8804-4B2B-BC52-9671C430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340" y="1849882"/>
            <a:ext cx="3397687" cy="2536940"/>
          </a:xfrm>
          <a:custGeom xmlns:a="http://schemas.openxmlformats.org/drawingml/2006/main">
            <a:pathLst>
              <a:path w="3397687" h="2536940">
                <a:moveTo>
                  <a:pt x="3397687" y="25369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Vértice 1">
            <a:extLst xmlns:a="http://schemas.openxmlformats.org/drawingml/2006/main">
              <a:ext uri="{FF2B5EF4-FFF2-40B4-BE49-F238E27FC236}">
                <a16:creationId xmlns:a16="http://schemas.microsoft.com/office/drawing/2014/main" id="{E49F8FB6-C3CB-4218-BFFA-18484AFA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E09ECDE9-15A6-4BC6-89A4-3DD1C62A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Vértice 3">
            <a:extLst xmlns:a="http://schemas.openxmlformats.org/drawingml/2006/main">
              <a:ext uri="{FF2B5EF4-FFF2-40B4-BE49-F238E27FC236}">
                <a16:creationId xmlns:a16="http://schemas.microsoft.com/office/drawing/2014/main" id="{E39981F4-6C40-4C17-8C93-DF4AEF23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A4B33D82-C504-4BBC-854F-ED1BA652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C09B8958-584F-45F9-9776-0403303F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3A6DE213-DFE2-4F0E-B48C-0E7AB61F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C55202FA-776B-4A09-8DA7-9749CC1C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B8BD314D-A13F-47B8-AC01-76D78329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9ACEE768-CE7C-48FC-B052-7EF401BA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DBD39480-F748-4970-BA5C-48A405B4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93DA4DB8-A048-4A98-B97B-242345B1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3A841B41-BD1A-4B7B-B1D0-651DF298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257" y="1467336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5" name="Vértice 12">
            <a:extLst xmlns:a="http://schemas.openxmlformats.org/drawingml/2006/main">
              <a:ext uri="{FF2B5EF4-FFF2-40B4-BE49-F238E27FC236}">
                <a16:creationId xmlns:a16="http://schemas.microsoft.com/office/drawing/2014/main" id="{24849E7F-F1C4-4981-9CBC-BFFE4DA1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F61D9978-6FF0-4580-AF7F-F81E08EB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94DF7E46-3AA4-4A79-8CA9-AD399662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0F1545DD-F6AB-4E46-BE86-9CD1BFD4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1C15D565-D5FD-4A69-A44A-56D8BB3E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7DD160DD-793A-4109-9167-FA598554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248485ED-D3F3-446C-9D0D-4F76A26C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54037493-3BD1-4CDD-BE05-821FB17C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371B647F-9792-454B-AB89-AE2A80AC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06885E9C-D403-4060-B8BE-E7C10E2B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8C37238F-E1F9-4A91-B5D4-EA09C18D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 passa de Simple para Combined. O antigo encontro, em 13, passa a Truck.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95DA629B-DF35-4F8C-B413-4F57D72E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12. O drone passa a reencontrar o caminhão em 12.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4A5C03B8-5DFA-42B9-B8E5-675FC4F0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7768 − 59 = 7709.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8 posições Simple.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1162EE41-E7EC-4226-92F9-89F6E05D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7.709</a:t>
            </a:r>
          </a:p>
        </p:txBody>
      </p:sp>
    </p:spTree>
    <p:extLst>
      <p:ext uri="{BB962C8B-B14F-4D97-AF65-F5344CB8AC3E}">
        <p14:creationId xmlns:p14="http://schemas.microsoft.com/office/powerpoint/2010/main" val="997716945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06 · PushLeft no vértice 7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AEC632-A9E6-82AB-6034-3014BC3905A0}" type="slidenum">
              <a:t>41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3F8DB70C-057F-4386-B0A3-541DD792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PRIMEIRA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F504B0FE-2493-4079-B668-C43A15AA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04BE8AC1-6498-463D-9480-8543DA55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86F9A5B8-E7C6-498E-B3B4-019EF0E4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3878942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633635" y="0"/>
                </a:moveTo>
                <a:lnTo>
                  <a:pt x="0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09DE8A93-5A90-407F-9F33-49566800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342F4D4F-4030-4395-ACFD-9B25706D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145C6260-FBF4-4E22-A38A-2444E126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0EEBC35A-7CEB-487E-875A-97E94A98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DA3578E7-2499-4CB2-B850-ACFED455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D727FD6E-BDF6-4F9A-BFC3-0AC885CA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17E14812-1636-449A-AE09-0B34DFDE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7F7071AD-AED9-4C0B-84DA-07DA7DED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EA07606C-B484-4792-8FD8-79CE6B5E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4FDE0AB9-ACD6-4149-883C-4F70937D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C682EF11-EC8E-491C-99DF-C75C947E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1A2F7231-DF9E-41CE-8711-07881FCD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5E69795E-9861-47C9-9285-14D90BFF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2370259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0" y="0"/>
                </a:moveTo>
                <a:lnTo>
                  <a:pt x="633635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FCEBA8F5-5557-4B91-AFC7-C2929B2A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354736DE-873B-45F9-A531-CE683C7D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626" y="4574109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Vértice 1">
            <a:extLst xmlns:a="http://schemas.openxmlformats.org/drawingml/2006/main">
              <a:ext uri="{FF2B5EF4-FFF2-40B4-BE49-F238E27FC236}">
                <a16:creationId xmlns:a16="http://schemas.microsoft.com/office/drawing/2014/main" id="{C8FC0C6E-D12F-4561-A99F-1176D356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B3B1C6A4-7F41-4C85-B65A-8598D6CF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Vértice 3">
            <a:extLst xmlns:a="http://schemas.openxmlformats.org/drawingml/2006/main">
              <a:ext uri="{FF2B5EF4-FFF2-40B4-BE49-F238E27FC236}">
                <a16:creationId xmlns:a16="http://schemas.microsoft.com/office/drawing/2014/main" id="{31852057-E132-4510-9ABD-3F1BF3BF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8A82F790-2628-4DEA-A9FB-1E784F61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056C6512-84B8-42AD-A7F3-C9F13A9C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220EE1F0-657A-4701-A34F-4A0EF8A8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E79FB198-7B02-400B-8510-7BBB1C02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257" y="5409714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0" name="Vértice 7">
            <a:extLst xmlns:a="http://schemas.openxmlformats.org/drawingml/2006/main">
              <a:ext uri="{FF2B5EF4-FFF2-40B4-BE49-F238E27FC236}">
                <a16:creationId xmlns:a16="http://schemas.microsoft.com/office/drawing/2014/main" id="{E4153B12-0FA3-40C3-8BA1-958929CD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1" name="Vértice 8">
            <a:extLst xmlns:a="http://schemas.openxmlformats.org/drawingml/2006/main">
              <a:ext uri="{FF2B5EF4-FFF2-40B4-BE49-F238E27FC236}">
                <a16:creationId xmlns:a16="http://schemas.microsoft.com/office/drawing/2014/main" id="{7A97B1E4-66D1-4BDD-92F8-C8770D95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2" name="Vértice 9">
            <a:extLst xmlns:a="http://schemas.openxmlformats.org/drawingml/2006/main">
              <a:ext uri="{FF2B5EF4-FFF2-40B4-BE49-F238E27FC236}">
                <a16:creationId xmlns:a16="http://schemas.microsoft.com/office/drawing/2014/main" id="{5F5BEF85-C245-46AE-BD24-989A04D5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3" name="Vértice 10">
            <a:extLst xmlns:a="http://schemas.openxmlformats.org/drawingml/2006/main">
              <a:ext uri="{FF2B5EF4-FFF2-40B4-BE49-F238E27FC236}">
                <a16:creationId xmlns:a16="http://schemas.microsoft.com/office/drawing/2014/main" id="{5C0B5A2B-0C45-4A11-AD93-42ED23DF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4" name="Vértice 11">
            <a:extLst xmlns:a="http://schemas.openxmlformats.org/drawingml/2006/main">
              <a:ext uri="{FF2B5EF4-FFF2-40B4-BE49-F238E27FC236}">
                <a16:creationId xmlns:a16="http://schemas.microsoft.com/office/drawing/2014/main" id="{6063F09A-FE75-4990-82A7-D543B46B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5" name="Vértice 12">
            <a:extLst xmlns:a="http://schemas.openxmlformats.org/drawingml/2006/main">
              <a:ext uri="{FF2B5EF4-FFF2-40B4-BE49-F238E27FC236}">
                <a16:creationId xmlns:a16="http://schemas.microsoft.com/office/drawing/2014/main" id="{C3F782B4-96E0-4B9E-B2DA-B2CA3C71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E6D77CB3-D9B9-4127-9C80-6E6059F3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3937E27B-3FDB-42B5-9548-D4B40B6E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A7E3F8D7-5F02-4277-97A1-EE1BF352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2D10A918-0D66-4750-B1FE-1F92C679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01C6D783-17F0-4E7D-8463-81358AD4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25E4DBFC-41AB-4F36-96CF-FE36B068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377D12E0-30D8-4D29-B47F-2D1F1750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6A58A0D8-40CE-46B5-8309-64A73229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9731DD36-EB67-4B03-8CF6-B05EB128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0400D6F4-7646-4282-8CC4-81A3A5F6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 passa de Simple para Combined. O antigo encontro, em 12, passa a Truck.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448DFAB1-8458-49F5-A145-AC3CFA0F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7. O drone passa a reencontrar o caminhão em 7.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4E8195EE-3105-456C-8868-144FA81F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7709 − 6 = 7703.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7 posições Simple.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2B00C47B-1DD7-4D79-A032-03FCBCDD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7.703</a:t>
            </a:r>
          </a:p>
        </p:txBody>
      </p:sp>
    </p:spTree>
    <p:extLst>
      <p:ext uri="{BB962C8B-B14F-4D97-AF65-F5344CB8AC3E}">
        <p14:creationId xmlns:p14="http://schemas.microsoft.com/office/powerpoint/2010/main" val="2075915606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07 · PushLeft no vértice 6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5CE1F1-F8E2-E359-8FD1-A9FA98B3A676}" type="slidenum">
              <a:t>42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BA39E979-B6BC-4147-9D00-BDC061A5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PRIMEIRA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7B3C5FD-00BF-4725-940E-7404A132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58D314DF-9EB1-47E1-87D5-4D971796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96A189E6-16F7-426C-89F4-14E2B69B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3878942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633635" y="0"/>
                </a:moveTo>
                <a:lnTo>
                  <a:pt x="0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37A57EC2-FFBF-4EB5-B55B-63774EE6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D8CEFD77-1654-44EB-BDF8-421FF22F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22790768-5E80-4903-B59D-58A05C9B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01DAA096-95F9-413B-A915-7E95B52C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E254952C-5B5E-4EB9-BCA2-9D17D17F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DAB2FB12-122F-47E5-9F52-9E75A63A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01F98F6F-B21C-4FA9-AA39-EAB25354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1CB41EC4-981E-4384-964F-BAC5F7D3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6E0313C5-43F7-47DD-A9F3-B4B3153D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690B103A-22DD-4E7A-B97D-2B7E5026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A5834B2E-6496-4930-A5D9-B9D651D8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98B0B0D5-9B14-4823-8A69-F79267AB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C074AF78-DD82-49A8-8CB6-D9A047B2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2370259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0" y="0"/>
                </a:moveTo>
                <a:lnTo>
                  <a:pt x="633635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435F2250-B754-4181-B1B7-0B7B3DF4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7A9CEDAE-CEC6-45C8-A9A6-61DC15FA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4542978"/>
            <a:ext cx="4245991" cy="630620"/>
          </a:xfrm>
          <a:custGeom xmlns:a="http://schemas.openxmlformats.org/drawingml/2006/main">
            <a:pathLst>
              <a:path w="4245991" h="630620">
                <a:moveTo>
                  <a:pt x="4245991" y="0"/>
                </a:moveTo>
                <a:lnTo>
                  <a:pt x="0" y="63062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Vértice 1">
            <a:extLst xmlns:a="http://schemas.openxmlformats.org/drawingml/2006/main">
              <a:ext uri="{FF2B5EF4-FFF2-40B4-BE49-F238E27FC236}">
                <a16:creationId xmlns:a16="http://schemas.microsoft.com/office/drawing/2014/main" id="{616994E5-14A1-4CAC-90EE-C743714E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8AF42F48-F4BF-442D-88E5-BFB4C136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Vértice 3">
            <a:extLst xmlns:a="http://schemas.openxmlformats.org/drawingml/2006/main">
              <a:ext uri="{FF2B5EF4-FFF2-40B4-BE49-F238E27FC236}">
                <a16:creationId xmlns:a16="http://schemas.microsoft.com/office/drawing/2014/main" id="{A554640A-333C-4C8A-867A-92183A9F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691F680E-1000-4265-A884-CD22CD93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B1767EDD-9BD0-4DFE-B30A-AB818390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69EEADD3-4065-426F-87C3-819D9D2B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17" y="494720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9" name="Vértice 6">
            <a:extLst xmlns:a="http://schemas.openxmlformats.org/drawingml/2006/main">
              <a:ext uri="{FF2B5EF4-FFF2-40B4-BE49-F238E27FC236}">
                <a16:creationId xmlns:a16="http://schemas.microsoft.com/office/drawing/2014/main" id="{11F19666-0533-41B2-BE81-D11D8C03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0" name="Vértice 7">
            <a:extLst xmlns:a="http://schemas.openxmlformats.org/drawingml/2006/main">
              <a:ext uri="{FF2B5EF4-FFF2-40B4-BE49-F238E27FC236}">
                <a16:creationId xmlns:a16="http://schemas.microsoft.com/office/drawing/2014/main" id="{5A7A29D0-EAC4-4C1B-940E-A1A0BCA3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1" name="Vértice 8">
            <a:extLst xmlns:a="http://schemas.openxmlformats.org/drawingml/2006/main">
              <a:ext uri="{FF2B5EF4-FFF2-40B4-BE49-F238E27FC236}">
                <a16:creationId xmlns:a16="http://schemas.microsoft.com/office/drawing/2014/main" id="{70CB2A5A-A6DB-41D0-8217-F3D1C40E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2" name="Vértice 9">
            <a:extLst xmlns:a="http://schemas.openxmlformats.org/drawingml/2006/main">
              <a:ext uri="{FF2B5EF4-FFF2-40B4-BE49-F238E27FC236}">
                <a16:creationId xmlns:a16="http://schemas.microsoft.com/office/drawing/2014/main" id="{D7A95665-83C7-44DD-BB99-25175FC9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3" name="Vértice 10">
            <a:extLst xmlns:a="http://schemas.openxmlformats.org/drawingml/2006/main">
              <a:ext uri="{FF2B5EF4-FFF2-40B4-BE49-F238E27FC236}">
                <a16:creationId xmlns:a16="http://schemas.microsoft.com/office/drawing/2014/main" id="{A0B790BF-F948-4B80-98C4-A55C921E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4" name="Vértice 11">
            <a:extLst xmlns:a="http://schemas.openxmlformats.org/drawingml/2006/main">
              <a:ext uri="{FF2B5EF4-FFF2-40B4-BE49-F238E27FC236}">
                <a16:creationId xmlns:a16="http://schemas.microsoft.com/office/drawing/2014/main" id="{95CCDB27-27BC-49B5-834D-8E8AAC82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5" name="Vértice 12">
            <a:extLst xmlns:a="http://schemas.openxmlformats.org/drawingml/2006/main">
              <a:ext uri="{FF2B5EF4-FFF2-40B4-BE49-F238E27FC236}">
                <a16:creationId xmlns:a16="http://schemas.microsoft.com/office/drawing/2014/main" id="{CE863AEA-E107-4A99-B7F5-21E1BBD7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071F1F32-2D44-4F4D-9363-BC2D98A0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E20AAC2D-DF7B-4EB9-AF29-BA785EC3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CE3CD38F-4393-42B1-8C61-3ECA8BB9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83254308-4D67-4844-AE5D-1473BAE2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98AD9B8B-DD00-4D73-8BB8-9401D9CC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DBB590DB-08A6-46A7-B6AA-6C9467C4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B4FD6840-6301-4CF2-90AF-3CE18DAB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B679E9A9-D86D-4034-8D6A-D6A78D1C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C6ABB435-A657-4AB8-9E7C-9BED0F62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B3EBC499-0CDD-4852-BB77-C4665BA1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 passa de Simple para Combined. O antigo encontro, em 7, passa a Truck.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C2041FE6-BE6E-40EF-B663-59A7E767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6. O drone passa a reencontrar o caminhão em 6.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BD4AEDDE-04DF-46E1-8B31-E70AE242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7703 − 15 = 7688.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6 posições Simple.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ACD0BD5E-31E8-45F8-9365-98CB8854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7.688</a:t>
            </a:r>
          </a:p>
        </p:txBody>
      </p:sp>
    </p:spTree>
    <p:extLst>
      <p:ext uri="{BB962C8B-B14F-4D97-AF65-F5344CB8AC3E}">
        <p14:creationId xmlns:p14="http://schemas.microsoft.com/office/powerpoint/2010/main" val="721689559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08 · PushLeft no vértice 10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70EE3B2-1325-F8E9-D276-8EA80C32ED19}" type="slidenum">
              <a:t>43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3CB15CA3-C508-473D-9470-7C49AB98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PRIMEIRA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6C2E4F1B-9CB6-42F7-8017-0FF0F733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37B3972E-64FA-4FDF-86F8-562B6559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8FB9AF6E-32C0-4957-A74E-0CE4F0A5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3878942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633635" y="0"/>
                </a:moveTo>
                <a:lnTo>
                  <a:pt x="0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808D8077-8E15-47CF-BDE9-2CED20A3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B282999F-6702-4C5C-89CE-815DB01D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A2C07105-A763-4052-83BF-CDBD90F8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39A65EEB-A7AE-4D39-BD9E-DC73E9A9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D2880A7D-9F84-4C80-A482-72CC8516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77FCBC3B-BEED-43F6-A2E4-59D47DF7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2613033B-6ED2-4EB4-8F22-313804C7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59F95552-FA2F-4E2E-B50B-FF7863A2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D4F5FF8B-8EF0-431A-B742-BBB0DD92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517D8906-4EAE-46F7-873F-E5434CBF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61957442-A38E-44AE-9938-F667624C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6832319C-D5D6-44B3-BD69-F8D1ED97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5DFDEDBE-8153-4FB4-9043-69215920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2370259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0" y="0"/>
                </a:moveTo>
                <a:lnTo>
                  <a:pt x="633635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512FE37D-CC07-4C57-9B02-9A14A0C0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503CBCC3-C36B-4C28-B47E-FA8C5D51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376" y="4637565"/>
            <a:ext cx="1210651" cy="903953"/>
          </a:xfrm>
          <a:custGeom xmlns:a="http://schemas.openxmlformats.org/drawingml/2006/main">
            <a:pathLst>
              <a:path w="1210651" h="903953">
                <a:moveTo>
                  <a:pt x="1210651" y="0"/>
                </a:moveTo>
                <a:lnTo>
                  <a:pt x="0" y="903953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Vértice 1">
            <a:extLst xmlns:a="http://schemas.openxmlformats.org/drawingml/2006/main">
              <a:ext uri="{FF2B5EF4-FFF2-40B4-BE49-F238E27FC236}">
                <a16:creationId xmlns:a16="http://schemas.microsoft.com/office/drawing/2014/main" id="{8A5C39F1-E6F8-4214-B2C4-3F7C039A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5A08A528-E8D0-45DB-918E-872ADCDE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Vértice 3">
            <a:extLst xmlns:a="http://schemas.openxmlformats.org/drawingml/2006/main">
              <a:ext uri="{FF2B5EF4-FFF2-40B4-BE49-F238E27FC236}">
                <a16:creationId xmlns:a16="http://schemas.microsoft.com/office/drawing/2014/main" id="{5D2E028E-B156-417F-B2C5-006B6F8F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0C23B353-259D-4881-BF5B-787537E1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A78F9C3C-03D9-47B4-9FEE-8AD53FF2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1394CBAA-E837-4D24-BAFC-81FA045C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01E9387B-099F-4082-907B-39ED4ED7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73BC377B-7ED2-411C-8111-0018EAF5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86E53443-64D3-489F-90DD-444C5FDF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A48A3D3C-AAE1-4DF5-9AAD-844D7470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93" y="5409714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3" name="Vértice 10">
            <a:extLst xmlns:a="http://schemas.openxmlformats.org/drawingml/2006/main">
              <a:ext uri="{FF2B5EF4-FFF2-40B4-BE49-F238E27FC236}">
                <a16:creationId xmlns:a16="http://schemas.microsoft.com/office/drawing/2014/main" id="{0A65E33F-7558-4B54-9E7C-5778B7FA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4" name="Vértice 11">
            <a:extLst xmlns:a="http://schemas.openxmlformats.org/drawingml/2006/main">
              <a:ext uri="{FF2B5EF4-FFF2-40B4-BE49-F238E27FC236}">
                <a16:creationId xmlns:a16="http://schemas.microsoft.com/office/drawing/2014/main" id="{F0908A89-B22B-4C1A-82CA-E49D7165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5" name="Vértice 12">
            <a:extLst xmlns:a="http://schemas.openxmlformats.org/drawingml/2006/main">
              <a:ext uri="{FF2B5EF4-FFF2-40B4-BE49-F238E27FC236}">
                <a16:creationId xmlns:a16="http://schemas.microsoft.com/office/drawing/2014/main" id="{F7F97081-255F-46BB-9F56-81AAF08B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1F740292-F544-47FD-8BA6-C9BFCA95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7" name="Vértice 14">
            <a:extLst xmlns:a="http://schemas.openxmlformats.org/drawingml/2006/main">
              <a:ext uri="{FF2B5EF4-FFF2-40B4-BE49-F238E27FC236}">
                <a16:creationId xmlns:a16="http://schemas.microsoft.com/office/drawing/2014/main" id="{EDFAB311-5AC9-48CA-B594-63759924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8" name="Vértice 15">
            <a:extLst xmlns:a="http://schemas.openxmlformats.org/drawingml/2006/main">
              <a:ext uri="{FF2B5EF4-FFF2-40B4-BE49-F238E27FC236}">
                <a16:creationId xmlns:a16="http://schemas.microsoft.com/office/drawing/2014/main" id="{A3405578-85DA-4A3D-96BC-7CCDEF1F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9" name="Vértice 16">
            <a:extLst xmlns:a="http://schemas.openxmlformats.org/drawingml/2006/main">
              <a:ext uri="{FF2B5EF4-FFF2-40B4-BE49-F238E27FC236}">
                <a16:creationId xmlns:a16="http://schemas.microsoft.com/office/drawing/2014/main" id="{34DF93AE-9920-4A92-9D69-EB414491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07A473CE-7A14-4225-8A5B-22B24C2B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AED5E9B5-1DB2-4444-BF2B-5D6C30A9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19CB9743-AFBB-47B3-A210-763EA94F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0A45DBAD-7E23-43F0-9A05-89D5EC54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94E34E05-A11F-4D32-94AD-423AFE6C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191F85F2-356F-408E-B88C-DC91C3AE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 passa de Simple para Combined. O antigo encontro, em 6, passa a Truck.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CA6AE6F4-A707-484A-9DAE-16153888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10. O drone passa a reencontrar o caminhão em 10.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0107C716-5E81-4C54-8537-8AF5974E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7688 − 2 = 7686.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5 posições Simple.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99920470-0308-4D6E-8CCB-5B461C0F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7.686</a:t>
            </a:r>
          </a:p>
        </p:txBody>
      </p:sp>
    </p:spTree>
    <p:extLst>
      <p:ext uri="{BB962C8B-B14F-4D97-AF65-F5344CB8AC3E}">
        <p14:creationId xmlns:p14="http://schemas.microsoft.com/office/powerpoint/2010/main" val="2089921367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09 · MakeFly no vértice 9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110800D-D5E6-B48B-B335-F070B0EAA3B9}" type="slidenum">
              <a:t>44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38CE848D-024A-4A04-B111-BCA185F9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PRIMEIRA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CFED532-A167-42DE-A142-1A6E4506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49A20A76-E5B4-452D-8614-2B9EBBE1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EFEFD9B7-E3BF-422B-B322-1B6A73FE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3878942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633635" y="0"/>
                </a:moveTo>
                <a:lnTo>
                  <a:pt x="0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57A2D032-B051-4C57-8F15-458B726B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11568A14-E2CB-4493-A59C-FC91EE16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995B4BE8-FE8E-428A-A0AC-7C7299E3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BFDF0DEF-F1A4-47FF-88F5-F3373B2E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460ADF39-9B4C-45D5-B8A3-7FA22762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A214E7DC-6742-420D-9EE8-6DB3A976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468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F41E56CD-CCAA-43E2-9842-ABD476F4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5A27F51A-8271-4CF6-87E2-03415C8D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CC48E570-F28B-415A-9434-6C5C47AF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FEFD24A9-57BB-4C28-8BC2-40DCA3A5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F7F565F1-9C86-463E-9396-4F43CD03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14CABA9C-03D8-44D3-B0C5-A2DDBA43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2370259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0" y="0"/>
                </a:moveTo>
                <a:lnTo>
                  <a:pt x="633635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21FA72C8-E05F-48A4-A2BE-C95B83B0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A5E1A262-58AD-489A-9FB2-C7E48400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376" y="4637565"/>
            <a:ext cx="1210651" cy="903953"/>
          </a:xfrm>
          <a:custGeom xmlns:a="http://schemas.openxmlformats.org/drawingml/2006/main">
            <a:pathLst>
              <a:path w="1210651" h="903953">
                <a:moveTo>
                  <a:pt x="1210651" y="0"/>
                </a:moveTo>
                <a:lnTo>
                  <a:pt x="0" y="903953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E49F0484-FFD2-454D-A3C3-16EC169B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EAC5313C-B7FF-4298-9838-FF693AB4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0" y="3699813"/>
                </a:moveTo>
                <a:lnTo>
                  <a:pt x="985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4" name="Vértice 1">
            <a:extLst xmlns:a="http://schemas.openxmlformats.org/drawingml/2006/main">
              <a:ext uri="{FF2B5EF4-FFF2-40B4-BE49-F238E27FC236}">
                <a16:creationId xmlns:a16="http://schemas.microsoft.com/office/drawing/2014/main" id="{717E9106-E45D-42D4-AE7E-6CB2626F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5" name="Vértice 2">
            <a:extLst xmlns:a="http://schemas.openxmlformats.org/drawingml/2006/main">
              <a:ext uri="{FF2B5EF4-FFF2-40B4-BE49-F238E27FC236}">
                <a16:creationId xmlns:a16="http://schemas.microsoft.com/office/drawing/2014/main" id="{FD308A30-006E-4B7D-A68D-DF92361C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6" name="Vértice 3">
            <a:extLst xmlns:a="http://schemas.openxmlformats.org/drawingml/2006/main">
              <a:ext uri="{FF2B5EF4-FFF2-40B4-BE49-F238E27FC236}">
                <a16:creationId xmlns:a16="http://schemas.microsoft.com/office/drawing/2014/main" id="{E988125B-C05D-474A-8B3C-A6EDE595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7" name="Vértice 4">
            <a:extLst xmlns:a="http://schemas.openxmlformats.org/drawingml/2006/main">
              <a:ext uri="{FF2B5EF4-FFF2-40B4-BE49-F238E27FC236}">
                <a16:creationId xmlns:a16="http://schemas.microsoft.com/office/drawing/2014/main" id="{EEB52FFA-FFB0-43B0-BF6C-14221673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8" name="Vértice 5">
            <a:extLst xmlns:a="http://schemas.openxmlformats.org/drawingml/2006/main">
              <a:ext uri="{FF2B5EF4-FFF2-40B4-BE49-F238E27FC236}">
                <a16:creationId xmlns:a16="http://schemas.microsoft.com/office/drawing/2014/main" id="{765CBC60-EE56-44AC-9F71-B5C4FCA7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9" name="Vértice 6">
            <a:extLst xmlns:a="http://schemas.openxmlformats.org/drawingml/2006/main">
              <a:ext uri="{FF2B5EF4-FFF2-40B4-BE49-F238E27FC236}">
                <a16:creationId xmlns:a16="http://schemas.microsoft.com/office/drawing/2014/main" id="{C0894BD4-2C6E-4EC9-88DD-52222595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0" name="Vértice 7">
            <a:extLst xmlns:a="http://schemas.openxmlformats.org/drawingml/2006/main">
              <a:ext uri="{FF2B5EF4-FFF2-40B4-BE49-F238E27FC236}">
                <a16:creationId xmlns:a16="http://schemas.microsoft.com/office/drawing/2014/main" id="{535F229D-49D4-4F6A-8361-F338A5B5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1" name="Vértice 8">
            <a:extLst xmlns:a="http://schemas.openxmlformats.org/drawingml/2006/main">
              <a:ext uri="{FF2B5EF4-FFF2-40B4-BE49-F238E27FC236}">
                <a16:creationId xmlns:a16="http://schemas.microsoft.com/office/drawing/2014/main" id="{B028937F-EE82-4B0C-A485-78E56D84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5309AFA7-8D45-41F6-8330-444A8ADF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5721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3" name="Vértice 9">
            <a:extLst xmlns:a="http://schemas.openxmlformats.org/drawingml/2006/main">
              <a:ext uri="{FF2B5EF4-FFF2-40B4-BE49-F238E27FC236}">
                <a16:creationId xmlns:a16="http://schemas.microsoft.com/office/drawing/2014/main" id="{02C4DC3C-696A-4EE6-89D7-0DFF192D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4" name="Vértice 10">
            <a:extLst xmlns:a="http://schemas.openxmlformats.org/drawingml/2006/main">
              <a:ext uri="{FF2B5EF4-FFF2-40B4-BE49-F238E27FC236}">
                <a16:creationId xmlns:a16="http://schemas.microsoft.com/office/drawing/2014/main" id="{3E460DA3-02B0-458B-9704-D6B22681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5" name="Vértice 11">
            <a:extLst xmlns:a="http://schemas.openxmlformats.org/drawingml/2006/main">
              <a:ext uri="{FF2B5EF4-FFF2-40B4-BE49-F238E27FC236}">
                <a16:creationId xmlns:a16="http://schemas.microsoft.com/office/drawing/2014/main" id="{856902FC-5298-48E1-9ECB-2E4B08EC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6" name="Vértice 12">
            <a:extLst xmlns:a="http://schemas.openxmlformats.org/drawingml/2006/main">
              <a:ext uri="{FF2B5EF4-FFF2-40B4-BE49-F238E27FC236}">
                <a16:creationId xmlns:a16="http://schemas.microsoft.com/office/drawing/2014/main" id="{E8AFDFC1-3DB6-4B37-A89F-A287EDD2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7" name="Vértice 13">
            <a:extLst xmlns:a="http://schemas.openxmlformats.org/drawingml/2006/main">
              <a:ext uri="{FF2B5EF4-FFF2-40B4-BE49-F238E27FC236}">
                <a16:creationId xmlns:a16="http://schemas.microsoft.com/office/drawing/2014/main" id="{B6023637-7C83-40B0-9F9B-5BDE314F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8" name="Vértice 14">
            <a:extLst xmlns:a="http://schemas.openxmlformats.org/drawingml/2006/main">
              <a:ext uri="{FF2B5EF4-FFF2-40B4-BE49-F238E27FC236}">
                <a16:creationId xmlns:a16="http://schemas.microsoft.com/office/drawing/2014/main" id="{39A9FF15-C0C3-43A4-8A7B-C8FAE648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9" name="Vértice 15">
            <a:extLst xmlns:a="http://schemas.openxmlformats.org/drawingml/2006/main">
              <a:ext uri="{FF2B5EF4-FFF2-40B4-BE49-F238E27FC236}">
                <a16:creationId xmlns:a16="http://schemas.microsoft.com/office/drawing/2014/main" id="{F5D9AFD6-04EF-4D74-9466-A445B1F9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0" name="Vértice 16">
            <a:extLst xmlns:a="http://schemas.openxmlformats.org/drawingml/2006/main">
              <a:ext uri="{FF2B5EF4-FFF2-40B4-BE49-F238E27FC236}">
                <a16:creationId xmlns:a16="http://schemas.microsoft.com/office/drawing/2014/main" id="{158BCA91-FA6A-441C-AAA5-3FC66E9A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BAFEFF66-3715-45A6-BF5E-3F20CDFA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9A7D64DD-8092-4E66-9BDB-B0885CD8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4CC0EC82-094A-4C4B-B924-7448159C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26074B33-5EF6-4248-9E0D-0806E666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F1582D36-922B-48DA-B59F-D6635CE7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7EC9F61B-83AB-4170-86B9-AEBFF7D2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cliente 9 passa de Simple para Drone. 10 e 11 tornam-se Combined.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C7FE52E9-7546-44F7-8272-B0C9CC16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caminhão desvia de 9. O drone voa 10 – 9 – 11.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AF9765DC-E964-4FAD-80A8-94766C33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242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7686 − 0 = 7686.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3 posições Simple.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9CEDB461-B372-442C-82F2-DBEFCC30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433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movimento muda a partição mesmo sem reduzir o custo neste passo.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69340BE0-EF6E-40B5-A012-BA104777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7.686</a:t>
            </a:r>
          </a:p>
        </p:txBody>
      </p:sp>
    </p:spTree>
    <p:extLst>
      <p:ext uri="{BB962C8B-B14F-4D97-AF65-F5344CB8AC3E}">
        <p14:creationId xmlns:p14="http://schemas.microsoft.com/office/powerpoint/2010/main" val="1484630047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 · PushLeft no vértice 14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E060EEA-E29B-CF3D-E7B7-BE01DFE3A2D2}" type="slidenum">
              <a:t>45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B9AAEF49-178E-4DC7-AAD0-69A376A5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PRIMEIRA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F42E217A-CBB5-45CB-B129-28291185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D5E36E55-6CA4-4841-A225-6EEDDFE5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61E92E56-B5A4-4901-948A-2BF9CB0E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3878942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633635" y="0"/>
                </a:moveTo>
                <a:lnTo>
                  <a:pt x="0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63C92BD7-4962-4B09-B48E-E44E9012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56B20DFC-854B-410F-AC54-56A3AD79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D868E9BC-3B3B-4F80-8431-29DFA020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620384E1-E0C9-4BB2-A4D6-2DF92934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A48040A0-A5E4-4968-9FC7-723CE49C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7FDA2DB4-0528-44D1-A0D4-CB4D88EB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468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C293A5FD-5CB7-40BC-AC49-86BB0947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0AB5A021-49BF-4342-8742-ED2ABC72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84395068-3429-4C81-9A14-A3F605B7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94C58555-8D0E-4D13-8ED5-E5E2C037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DD34EDBC-C0A2-4062-AD0C-D1527140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C98A8514-5665-4EC9-82D3-7DF90F67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2370259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0" y="0"/>
                </a:moveTo>
                <a:lnTo>
                  <a:pt x="633635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868BC9CE-C271-4AB3-917C-36454E7C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F0E447D9-7EE7-4141-BDB0-442B9A35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376" y="4637565"/>
            <a:ext cx="1210651" cy="903953"/>
          </a:xfrm>
          <a:custGeom xmlns:a="http://schemas.openxmlformats.org/drawingml/2006/main">
            <a:pathLst>
              <a:path w="1210651" h="903953">
                <a:moveTo>
                  <a:pt x="1210651" y="0"/>
                </a:moveTo>
                <a:lnTo>
                  <a:pt x="0" y="903953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BA46BBA7-F16F-4D2C-B024-E5F462A4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A8190D85-FD77-4313-B400-07C6B9BF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3035361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2360507" y="26377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4" name="Vértice 1">
            <a:extLst xmlns:a="http://schemas.openxmlformats.org/drawingml/2006/main">
              <a:ext uri="{FF2B5EF4-FFF2-40B4-BE49-F238E27FC236}">
                <a16:creationId xmlns:a16="http://schemas.microsoft.com/office/drawing/2014/main" id="{386E91F1-21D2-4959-9EFC-65671E79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5" name="Vértice 2">
            <a:extLst xmlns:a="http://schemas.openxmlformats.org/drawingml/2006/main">
              <a:ext uri="{FF2B5EF4-FFF2-40B4-BE49-F238E27FC236}">
                <a16:creationId xmlns:a16="http://schemas.microsoft.com/office/drawing/2014/main" id="{0B0735F6-22FD-4164-8A3A-9FB90335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6" name="Vértice 3">
            <a:extLst xmlns:a="http://schemas.openxmlformats.org/drawingml/2006/main">
              <a:ext uri="{FF2B5EF4-FFF2-40B4-BE49-F238E27FC236}">
                <a16:creationId xmlns:a16="http://schemas.microsoft.com/office/drawing/2014/main" id="{4306CB23-E463-47E3-BCBC-E89AE49D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7" name="Vértice 4">
            <a:extLst xmlns:a="http://schemas.openxmlformats.org/drawingml/2006/main">
              <a:ext uri="{FF2B5EF4-FFF2-40B4-BE49-F238E27FC236}">
                <a16:creationId xmlns:a16="http://schemas.microsoft.com/office/drawing/2014/main" id="{936AFFC6-6414-4DF7-892E-29D26A34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8" name="Vértice 5">
            <a:extLst xmlns:a="http://schemas.openxmlformats.org/drawingml/2006/main">
              <a:ext uri="{FF2B5EF4-FFF2-40B4-BE49-F238E27FC236}">
                <a16:creationId xmlns:a16="http://schemas.microsoft.com/office/drawing/2014/main" id="{A4CA910F-C730-41B2-AD41-971BE1FB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9" name="Vértice 6">
            <a:extLst xmlns:a="http://schemas.openxmlformats.org/drawingml/2006/main">
              <a:ext uri="{FF2B5EF4-FFF2-40B4-BE49-F238E27FC236}">
                <a16:creationId xmlns:a16="http://schemas.microsoft.com/office/drawing/2014/main" id="{20C5520B-C61D-4500-BB9B-3BE8EE6D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0" name="Vértice 7">
            <a:extLst xmlns:a="http://schemas.openxmlformats.org/drawingml/2006/main">
              <a:ext uri="{FF2B5EF4-FFF2-40B4-BE49-F238E27FC236}">
                <a16:creationId xmlns:a16="http://schemas.microsoft.com/office/drawing/2014/main" id="{D8445413-3C27-4379-833B-9C4831FA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1" name="Vértice 8">
            <a:extLst xmlns:a="http://schemas.openxmlformats.org/drawingml/2006/main">
              <a:ext uri="{FF2B5EF4-FFF2-40B4-BE49-F238E27FC236}">
                <a16:creationId xmlns:a16="http://schemas.microsoft.com/office/drawing/2014/main" id="{F2498D12-2DE3-446E-8E98-AE805447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2" name="Vértice 9">
            <a:extLst xmlns:a="http://schemas.openxmlformats.org/drawingml/2006/main">
              <a:ext uri="{FF2B5EF4-FFF2-40B4-BE49-F238E27FC236}">
                <a16:creationId xmlns:a16="http://schemas.microsoft.com/office/drawing/2014/main" id="{68BAA223-6330-4C03-A780-BE0D68D2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3" name="Vértice 10">
            <a:extLst xmlns:a="http://schemas.openxmlformats.org/drawingml/2006/main">
              <a:ext uri="{FF2B5EF4-FFF2-40B4-BE49-F238E27FC236}">
                <a16:creationId xmlns:a16="http://schemas.microsoft.com/office/drawing/2014/main" id="{82D0F529-6CA5-4F15-8DF3-7B8C214B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4" name="Vértice 11">
            <a:extLst xmlns:a="http://schemas.openxmlformats.org/drawingml/2006/main">
              <a:ext uri="{FF2B5EF4-FFF2-40B4-BE49-F238E27FC236}">
                <a16:creationId xmlns:a16="http://schemas.microsoft.com/office/drawing/2014/main" id="{54EEAF7D-AC41-4CC7-A124-B6A916B5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5" name="Vértice 12">
            <a:extLst xmlns:a="http://schemas.openxmlformats.org/drawingml/2006/main">
              <a:ext uri="{FF2B5EF4-FFF2-40B4-BE49-F238E27FC236}">
                <a16:creationId xmlns:a16="http://schemas.microsoft.com/office/drawing/2014/main" id="{CCE6A06A-9A0D-40CE-98A0-D96CA886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6" name="Vértice 13">
            <a:extLst xmlns:a="http://schemas.openxmlformats.org/drawingml/2006/main">
              <a:ext uri="{FF2B5EF4-FFF2-40B4-BE49-F238E27FC236}">
                <a16:creationId xmlns:a16="http://schemas.microsoft.com/office/drawing/2014/main" id="{40646ABE-6741-41C0-802D-7DE504F2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8A8FB941-F746-4510-8782-079B242C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89" y="262203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8" name="Vértice 14">
            <a:extLst xmlns:a="http://schemas.openxmlformats.org/drawingml/2006/main">
              <a:ext uri="{FF2B5EF4-FFF2-40B4-BE49-F238E27FC236}">
                <a16:creationId xmlns:a16="http://schemas.microsoft.com/office/drawing/2014/main" id="{B38A25BB-8E0E-46C5-AA5E-0EBDAF62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9" name="Vértice 15">
            <a:extLst xmlns:a="http://schemas.openxmlformats.org/drawingml/2006/main">
              <a:ext uri="{FF2B5EF4-FFF2-40B4-BE49-F238E27FC236}">
                <a16:creationId xmlns:a16="http://schemas.microsoft.com/office/drawing/2014/main" id="{77BDA845-468E-43AC-97EF-027243F0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0" name="Vértice 16">
            <a:extLst xmlns:a="http://schemas.openxmlformats.org/drawingml/2006/main">
              <a:ext uri="{FF2B5EF4-FFF2-40B4-BE49-F238E27FC236}">
                <a16:creationId xmlns:a16="http://schemas.microsoft.com/office/drawing/2014/main" id="{98C11251-2070-42AF-A584-A770747D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3907A15A-822D-4F76-A18D-32EA2306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A33A50D5-A2FD-4577-9189-AE55418D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C4368A91-AEF0-42C7-A14F-98834D32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05CA298D-E49C-4A56-A8A2-82018CD3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8BC19905-775B-4C0C-B3C3-799171F9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884C73DD-4F2C-4733-88C8-E761CA12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 passa de Simple para Combined. O antigo encontro, em 11, passa a Truck.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E693A8F7-9CD0-426B-BD43-349923EE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14. O drone passa a reencontrar o caminhão em 14.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FF183330-778D-47CB-A7BB-1DFC70DF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7686 − 18 = 7668.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2 posições Simple.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AF35FC8C-4E45-43B6-8E11-1B77FB3A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7.668</a:t>
            </a:r>
          </a:p>
        </p:txBody>
      </p:sp>
    </p:spTree>
    <p:extLst>
      <p:ext uri="{BB962C8B-B14F-4D97-AF65-F5344CB8AC3E}">
        <p14:creationId xmlns:p14="http://schemas.microsoft.com/office/powerpoint/2010/main" val="563696394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 · MakeFly no vértice 15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2DB7CE-501A-BBF4-0CAD-B084CE0A592C}" type="slidenum">
              <a:t>46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7C41DAE6-D955-499D-9FCD-635EE190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PRIMEIRA PARTIÇÃO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549978F7-F6FE-47FC-849C-4BDEFF1B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B1BAF0E6-C41C-479D-A40D-FD7617C1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D09ED190-A651-43B1-AE93-DFA2369C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3878942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633635" y="0"/>
                </a:moveTo>
                <a:lnTo>
                  <a:pt x="0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99A73C57-4233-4A66-8C91-6749D8DC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0BEFE4C5-5F65-4A10-B829-3C5FD6E2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429880DC-DFF5-4074-A454-8A2CD8DB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0E8C8340-8174-42F0-8A5F-5B91FDBD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9E9D9216-4C15-4A1C-BCD3-31C615F1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8170A9C2-C9D7-430B-AF84-7C98C064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468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06D942BA-DFAE-4665-B469-49DA52E4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286EE28B-6CAB-4C30-9FA1-2643FE43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964" y="3088757"/>
            <a:ext cx="953" cy="1213887"/>
          </a:xfrm>
          <a:custGeom xmlns:a="http://schemas.openxmlformats.org/drawingml/2006/main">
            <a:pathLst>
              <a:path w="953" h="1213887">
                <a:moveTo>
                  <a:pt x="0" y="0"/>
                </a:moveTo>
                <a:lnTo>
                  <a:pt x="0" y="121388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A1D0B302-5FC0-4818-8F70-79812468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BCCF9E38-48B2-434F-AEA0-43264B2B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FE561111-90DA-4E70-A47F-1BD38607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2370259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0" y="0"/>
                </a:moveTo>
                <a:lnTo>
                  <a:pt x="633635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29CDE4DE-407A-438E-BAE4-F2E79BA0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FD371693-59B0-424D-9567-604288AD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376" y="4637565"/>
            <a:ext cx="1210651" cy="903953"/>
          </a:xfrm>
          <a:custGeom xmlns:a="http://schemas.openxmlformats.org/drawingml/2006/main">
            <a:pathLst>
              <a:path w="1210651" h="903953">
                <a:moveTo>
                  <a:pt x="1210651" y="0"/>
                </a:moveTo>
                <a:lnTo>
                  <a:pt x="0" y="903953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C080EB96-9CB4-4B05-9BEC-AC8442F2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D98C8CA5-E486-4DDE-A64E-ACB05022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3035361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2360507" y="26377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9A345DDD-5AA1-4A66-A925-18CAD9E5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9F480CE1-EA9E-4F7B-A4F9-5C9307FA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5" name="Vértice 1">
            <a:extLst xmlns:a="http://schemas.openxmlformats.org/drawingml/2006/main">
              <a:ext uri="{FF2B5EF4-FFF2-40B4-BE49-F238E27FC236}">
                <a16:creationId xmlns:a16="http://schemas.microsoft.com/office/drawing/2014/main" id="{28B51DD7-35F5-406F-B413-701CB38C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6" name="Vértice 2">
            <a:extLst xmlns:a="http://schemas.openxmlformats.org/drawingml/2006/main">
              <a:ext uri="{FF2B5EF4-FFF2-40B4-BE49-F238E27FC236}">
                <a16:creationId xmlns:a16="http://schemas.microsoft.com/office/drawing/2014/main" id="{DA76F4D2-A464-4C17-8DAD-E585092F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7" name="Vértice 3">
            <a:extLst xmlns:a="http://schemas.openxmlformats.org/drawingml/2006/main">
              <a:ext uri="{FF2B5EF4-FFF2-40B4-BE49-F238E27FC236}">
                <a16:creationId xmlns:a16="http://schemas.microsoft.com/office/drawing/2014/main" id="{404856E3-BF46-49DA-9FE8-1BB6A6A8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8" name="Vértice 4">
            <a:extLst xmlns:a="http://schemas.openxmlformats.org/drawingml/2006/main">
              <a:ext uri="{FF2B5EF4-FFF2-40B4-BE49-F238E27FC236}">
                <a16:creationId xmlns:a16="http://schemas.microsoft.com/office/drawing/2014/main" id="{8F3772AC-218F-4A3C-ABB3-E5B1724B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9" name="Vértice 5">
            <a:extLst xmlns:a="http://schemas.openxmlformats.org/drawingml/2006/main">
              <a:ext uri="{FF2B5EF4-FFF2-40B4-BE49-F238E27FC236}">
                <a16:creationId xmlns:a16="http://schemas.microsoft.com/office/drawing/2014/main" id="{CD888BCA-6263-4E74-9935-BC39431D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0" name="Vértice 6">
            <a:extLst xmlns:a="http://schemas.openxmlformats.org/drawingml/2006/main">
              <a:ext uri="{FF2B5EF4-FFF2-40B4-BE49-F238E27FC236}">
                <a16:creationId xmlns:a16="http://schemas.microsoft.com/office/drawing/2014/main" id="{BA55C392-1CB6-4559-9BA6-B7E3706C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1" name="Vértice 7">
            <a:extLst xmlns:a="http://schemas.openxmlformats.org/drawingml/2006/main">
              <a:ext uri="{FF2B5EF4-FFF2-40B4-BE49-F238E27FC236}">
                <a16:creationId xmlns:a16="http://schemas.microsoft.com/office/drawing/2014/main" id="{5793AB3F-D789-45BE-ABF7-0FD32F3B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2" name="Vértice 8">
            <a:extLst xmlns:a="http://schemas.openxmlformats.org/drawingml/2006/main">
              <a:ext uri="{FF2B5EF4-FFF2-40B4-BE49-F238E27FC236}">
                <a16:creationId xmlns:a16="http://schemas.microsoft.com/office/drawing/2014/main" id="{8863B77B-75CA-4B83-BEFB-B88B14B7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3" name="Vértice 9">
            <a:extLst xmlns:a="http://schemas.openxmlformats.org/drawingml/2006/main">
              <a:ext uri="{FF2B5EF4-FFF2-40B4-BE49-F238E27FC236}">
                <a16:creationId xmlns:a16="http://schemas.microsoft.com/office/drawing/2014/main" id="{16C28367-659F-491C-AA4E-F179F6AE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4" name="Vértice 10">
            <a:extLst xmlns:a="http://schemas.openxmlformats.org/drawingml/2006/main">
              <a:ext uri="{FF2B5EF4-FFF2-40B4-BE49-F238E27FC236}">
                <a16:creationId xmlns:a16="http://schemas.microsoft.com/office/drawing/2014/main" id="{A10C51C8-8A86-4931-8846-AC2B25F0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5" name="Vértice 11">
            <a:extLst xmlns:a="http://schemas.openxmlformats.org/drawingml/2006/main">
              <a:ext uri="{FF2B5EF4-FFF2-40B4-BE49-F238E27FC236}">
                <a16:creationId xmlns:a16="http://schemas.microsoft.com/office/drawing/2014/main" id="{BF5B2AB0-79FA-46ED-AE82-0DC6C6AB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6" name="Vértice 12">
            <a:extLst xmlns:a="http://schemas.openxmlformats.org/drawingml/2006/main">
              <a:ext uri="{FF2B5EF4-FFF2-40B4-BE49-F238E27FC236}">
                <a16:creationId xmlns:a16="http://schemas.microsoft.com/office/drawing/2014/main" id="{D102B1F7-8D5A-4659-BAD7-65B254C9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7" name="Vértice 13">
            <a:extLst xmlns:a="http://schemas.openxmlformats.org/drawingml/2006/main">
              <a:ext uri="{FF2B5EF4-FFF2-40B4-BE49-F238E27FC236}">
                <a16:creationId xmlns:a16="http://schemas.microsoft.com/office/drawing/2014/main" id="{08C326F5-BC72-4970-8A3A-990B85CD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8" name="Vértice 14">
            <a:extLst xmlns:a="http://schemas.openxmlformats.org/drawingml/2006/main">
              <a:ext uri="{FF2B5EF4-FFF2-40B4-BE49-F238E27FC236}">
                <a16:creationId xmlns:a16="http://schemas.microsoft.com/office/drawing/2014/main" id="{FE56542A-98D0-41C6-AA82-E257F7A1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8DC33A4E-5590-4D39-BC23-73E41E2E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385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70" name="Vértice 15">
            <a:extLst xmlns:a="http://schemas.openxmlformats.org/drawingml/2006/main">
              <a:ext uri="{FF2B5EF4-FFF2-40B4-BE49-F238E27FC236}">
                <a16:creationId xmlns:a16="http://schemas.microsoft.com/office/drawing/2014/main" id="{C7B1EA78-EC58-44C5-AE2A-FE01D2DF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1" name="Vértice 16">
            <a:extLst xmlns:a="http://schemas.openxmlformats.org/drawingml/2006/main">
              <a:ext uri="{FF2B5EF4-FFF2-40B4-BE49-F238E27FC236}">
                <a16:creationId xmlns:a16="http://schemas.microsoft.com/office/drawing/2014/main" id="{9481931B-ED3A-4FE5-B2DD-1EB48A58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3B27A9C0-9237-4D17-A9EC-57696741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F22124C2-785A-4B70-B92E-97EF2EA6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2328EE88-76DF-4B86-B37F-3B07F818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2D530C1E-CC1B-4B4E-865F-ECAEBAE1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F30865A3-C8D6-41FC-9B50-A68AB828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6BFDE32D-957C-446E-BCAC-CAD14745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cliente 15 passa de Simple para Drone. 14 e 5 tornam-se Combined.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296381B7-44C5-4BD7-8AFD-777C5442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caminhão desvia de 15. O drone voa 14 – 15 – 5.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4D66FF74-FC58-4079-8DB7-8FCF613E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242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7668 − 0 = 7668.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0 posições Simple.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A9363620-A1B2-4529-9763-35B5ACF9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433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movimento muda a partição mesmo sem reduzir o custo neste passo.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C6A53E12-6BB4-45D8-8E25-E52DE2C6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7.668</a:t>
            </a:r>
          </a:p>
        </p:txBody>
      </p:sp>
    </p:spTree>
    <p:extLst>
      <p:ext uri="{BB962C8B-B14F-4D97-AF65-F5344CB8AC3E}">
        <p14:creationId xmlns:p14="http://schemas.microsoft.com/office/powerpoint/2010/main" val="1837074216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Busca local sobre a ordem das visitas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766E625-45F0-7FC0-7206-B9D4780D3461}" type="slidenum">
              <a:t>47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1CD96039-6CB6-40E5-91A4-B80C87CA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ITERATIVEIMPROVEMENT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7014EA3E-0532-4A1B-BC94-FC89A3A9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59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0"/>
                </a:moveTo>
                <a:lnTo>
                  <a:pt x="2264967" y="11300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874C29FE-ED1A-4E64-BA99-9BF0D85E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19C3310B-8640-47F3-BED4-E2BB6860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3878942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633635" y="0"/>
                </a:moveTo>
                <a:lnTo>
                  <a:pt x="0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4B13D526-EDD4-4C4D-8CD8-22AEB191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266B4D26-5244-4CE3-BB62-F0EB3D31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C1EAD851-DAFA-4CE3-A1B2-757734EA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FF3370FF-B957-4C53-928D-D53BF05D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38EDD546-DDF7-4ACB-A5DA-DC44F6E3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0DC56038-E419-43AD-A10C-B7F1BC18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468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3523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1D2797D5-39F1-4529-B904-4CDE23A1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554049A1-2518-455B-A871-A86D4583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964" y="3088757"/>
            <a:ext cx="953" cy="1213887"/>
          </a:xfrm>
          <a:custGeom xmlns:a="http://schemas.openxmlformats.org/drawingml/2006/main">
            <a:pathLst>
              <a:path w="953" h="1213887">
                <a:moveTo>
                  <a:pt x="0" y="0"/>
                </a:moveTo>
                <a:lnTo>
                  <a:pt x="0" y="121388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7463B893-7592-4991-A424-D915E6EA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667B7481-E833-4F70-99EA-F92E7227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5234B2D5-0904-4F5C-A7E0-789C531F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61" y="2370259"/>
            <a:ext cx="633635" cy="1142199"/>
          </a:xfrm>
          <a:custGeom xmlns:a="http://schemas.openxmlformats.org/drawingml/2006/main">
            <a:pathLst>
              <a:path w="633635" h="1142199">
                <a:moveTo>
                  <a:pt x="0" y="0"/>
                </a:moveTo>
                <a:lnTo>
                  <a:pt x="633635" y="114219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55BAA7B8-4EBD-45EC-97E3-54C94F95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A5B4B4D5-EA39-492E-884D-54F600DE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376" y="4637565"/>
            <a:ext cx="1210651" cy="903953"/>
          </a:xfrm>
          <a:custGeom xmlns:a="http://schemas.openxmlformats.org/drawingml/2006/main">
            <a:pathLst>
              <a:path w="1210651" h="903953">
                <a:moveTo>
                  <a:pt x="1210651" y="0"/>
                </a:moveTo>
                <a:lnTo>
                  <a:pt x="0" y="903953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E706DE8C-E5B6-4F61-9786-0E0F84C3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C908E9DB-950B-4912-8D46-EB434E40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3035361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2360507" y="26377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A402D4B3-2F2F-43C8-91E9-317BBD54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6E1FB3F8-9549-4105-BA8D-557C6B84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5" name="Vértice 1">
            <a:extLst xmlns:a="http://schemas.openxmlformats.org/drawingml/2006/main">
              <a:ext uri="{FF2B5EF4-FFF2-40B4-BE49-F238E27FC236}">
                <a16:creationId xmlns:a16="http://schemas.microsoft.com/office/drawing/2014/main" id="{58217A7B-2447-4663-8DD8-22630CE0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6" name="Vértice 2">
            <a:extLst xmlns:a="http://schemas.openxmlformats.org/drawingml/2006/main">
              <a:ext uri="{FF2B5EF4-FFF2-40B4-BE49-F238E27FC236}">
                <a16:creationId xmlns:a16="http://schemas.microsoft.com/office/drawing/2014/main" id="{7DDD634F-47A4-496D-A8E9-54CC926F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7" name="Vértice 3">
            <a:extLst xmlns:a="http://schemas.openxmlformats.org/drawingml/2006/main">
              <a:ext uri="{FF2B5EF4-FFF2-40B4-BE49-F238E27FC236}">
                <a16:creationId xmlns:a16="http://schemas.microsoft.com/office/drawing/2014/main" id="{C2A4463F-9D6B-482F-A6EA-A091D2F8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8" name="Vértice 4">
            <a:extLst xmlns:a="http://schemas.openxmlformats.org/drawingml/2006/main">
              <a:ext uri="{FF2B5EF4-FFF2-40B4-BE49-F238E27FC236}">
                <a16:creationId xmlns:a16="http://schemas.microsoft.com/office/drawing/2014/main" id="{90ABE458-26A9-4FCB-B01A-E27988AA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9" name="Vértice 5">
            <a:extLst xmlns:a="http://schemas.openxmlformats.org/drawingml/2006/main">
              <a:ext uri="{FF2B5EF4-FFF2-40B4-BE49-F238E27FC236}">
                <a16:creationId xmlns:a16="http://schemas.microsoft.com/office/drawing/2014/main" id="{04B60C8F-6BD3-47F7-BD88-8D29349F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60" name="Vértice 6">
            <a:extLst xmlns:a="http://schemas.openxmlformats.org/drawingml/2006/main">
              <a:ext uri="{FF2B5EF4-FFF2-40B4-BE49-F238E27FC236}">
                <a16:creationId xmlns:a16="http://schemas.microsoft.com/office/drawing/2014/main" id="{0B250D35-1C4A-4480-8495-622C72D6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61" name="Vértice 7">
            <a:extLst xmlns:a="http://schemas.openxmlformats.org/drawingml/2006/main">
              <a:ext uri="{FF2B5EF4-FFF2-40B4-BE49-F238E27FC236}">
                <a16:creationId xmlns:a16="http://schemas.microsoft.com/office/drawing/2014/main" id="{D47905B5-818E-466D-94B7-69283D49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2" name="Vértice 8">
            <a:extLst xmlns:a="http://schemas.openxmlformats.org/drawingml/2006/main">
              <a:ext uri="{FF2B5EF4-FFF2-40B4-BE49-F238E27FC236}">
                <a16:creationId xmlns:a16="http://schemas.microsoft.com/office/drawing/2014/main" id="{C97189DD-2C1F-4DA2-92EF-94E1BC23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3" name="Vértice 9">
            <a:extLst xmlns:a="http://schemas.openxmlformats.org/drawingml/2006/main">
              <a:ext uri="{FF2B5EF4-FFF2-40B4-BE49-F238E27FC236}">
                <a16:creationId xmlns:a16="http://schemas.microsoft.com/office/drawing/2014/main" id="{B3C5728C-69F2-40E1-A0E0-9C51508A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4" name="Vértice 10">
            <a:extLst xmlns:a="http://schemas.openxmlformats.org/drawingml/2006/main">
              <a:ext uri="{FF2B5EF4-FFF2-40B4-BE49-F238E27FC236}">
                <a16:creationId xmlns:a16="http://schemas.microsoft.com/office/drawing/2014/main" id="{4D2D798E-13B9-4A48-A1DF-8D0957BF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5" name="Vértice 11">
            <a:extLst xmlns:a="http://schemas.openxmlformats.org/drawingml/2006/main">
              <a:ext uri="{FF2B5EF4-FFF2-40B4-BE49-F238E27FC236}">
                <a16:creationId xmlns:a16="http://schemas.microsoft.com/office/drawing/2014/main" id="{E1496B21-4027-448E-A005-0939768C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6" name="Vértice 12">
            <a:extLst xmlns:a="http://schemas.openxmlformats.org/drawingml/2006/main">
              <a:ext uri="{FF2B5EF4-FFF2-40B4-BE49-F238E27FC236}">
                <a16:creationId xmlns:a16="http://schemas.microsoft.com/office/drawing/2014/main" id="{DD499D3A-A368-43C7-9334-AADBD6DA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7" name="Vértice 13">
            <a:extLst xmlns:a="http://schemas.openxmlformats.org/drawingml/2006/main">
              <a:ext uri="{FF2B5EF4-FFF2-40B4-BE49-F238E27FC236}">
                <a16:creationId xmlns:a16="http://schemas.microsoft.com/office/drawing/2014/main" id="{55C45CD8-F47F-4125-9C65-EDDA56FB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8" name="Vértice 14">
            <a:extLst xmlns:a="http://schemas.openxmlformats.org/drawingml/2006/main">
              <a:ext uri="{FF2B5EF4-FFF2-40B4-BE49-F238E27FC236}">
                <a16:creationId xmlns:a16="http://schemas.microsoft.com/office/drawing/2014/main" id="{A849B04D-6890-4B67-930A-E2989C20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9" name="Vértice 15">
            <a:extLst xmlns:a="http://schemas.openxmlformats.org/drawingml/2006/main">
              <a:ext uri="{FF2B5EF4-FFF2-40B4-BE49-F238E27FC236}">
                <a16:creationId xmlns:a16="http://schemas.microsoft.com/office/drawing/2014/main" id="{E08FB084-0565-46E1-97FD-99ED5326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70" name="Vértice 16">
            <a:extLst xmlns:a="http://schemas.openxmlformats.org/drawingml/2006/main">
              <a:ext uri="{FF2B5EF4-FFF2-40B4-BE49-F238E27FC236}">
                <a16:creationId xmlns:a16="http://schemas.microsoft.com/office/drawing/2014/main" id="{A83FA2EF-3A81-4B1C-AE08-2B15D53E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9A138361-4E47-4893-B6B6-81D01764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E8C30319-B5DD-491E-A7A6-7815AFEB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3A8D0477-513E-438D-A14C-66B94432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2F7E4964-F5C3-4AB0-9813-AE6F8BE7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B8BF5C08-8E7A-470E-90BE-79265B78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2E5650BD-F092-4810-A153-D77C1A27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primeira partição custa 7.668. O código testa trocas, inversões 2-opt e realocações.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21A8C41B-EEC1-4696-B3C0-08705178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Em Ulysses16, avalia os 420 movimentos de cada rodada e particiona cada rota candidata do zero.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BA7AE2EC-5677-4E7B-B360-8EB02E98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Aceita a melhor redução estrita da rodada. Rotas apenas testadas não substituem a solução corrente.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382A2C57-4C1D-456A-B721-92AD7284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7.668</a:t>
            </a:r>
          </a:p>
        </p:txBody>
      </p:sp>
    </p:spTree>
    <p:extLst>
      <p:ext uri="{BB962C8B-B14F-4D97-AF65-F5344CB8AC3E}">
        <p14:creationId xmlns:p14="http://schemas.microsoft.com/office/powerpoint/2010/main" val="292344506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Melhoria 1 · custo 5216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9CF87E8-8F71-04A5-6F3A-BEE8F630D5E2}" type="slidenum">
              <a:t>48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4C1518E8-C440-4A4C-B98E-4644C2BF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MELHORIA ACEITA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ABEAE5A2-D39F-4DB8-B047-A7599548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A92B30DA-CE5F-4BE2-A5E2-E78F27A2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535F237C-CD24-43A8-84B1-2134CD5B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5DDED774-623F-4029-93A7-963DC28F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C94CD43E-DF1C-4438-879E-E20EA8DF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CA8B31E3-B743-4FEB-9FD5-CB0D07AA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EC92FAA7-A45E-44FF-AB9D-FBAED32B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18383B39-E0AB-480F-9FF7-CD35F471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7F80B0B9-22EE-4CA0-9BEE-29D4E13A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C89704C0-B02C-40D9-89B6-0496CFD0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B2554CD7-50B9-4BAE-95F2-C32AE0E7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CE772B10-CF06-4409-A9CC-F57B99EB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3035361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2360507" y="26377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A625C7AE-AF62-4D52-9AF5-C250B371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B0F45C38-C60A-45C6-959D-6E09C3DF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655F81D1-528C-4B1A-85D9-6F907233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1718254"/>
            <a:ext cx="2360507" cy="2637785"/>
          </a:xfrm>
          <a:custGeom xmlns:a="http://schemas.openxmlformats.org/drawingml/2006/main">
            <a:pathLst>
              <a:path w="2360507" h="2637785">
                <a:moveTo>
                  <a:pt x="0" y="2637785"/>
                </a:moveTo>
                <a:lnTo>
                  <a:pt x="2360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19DA28A0-5741-4BD0-8A49-600DAADC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99F696D6-6BF9-4C12-8D68-F8BA23B3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873" y="1849882"/>
            <a:ext cx="3397687" cy="2536940"/>
          </a:xfrm>
          <a:custGeom xmlns:a="http://schemas.openxmlformats.org/drawingml/2006/main">
            <a:pathLst>
              <a:path w="3397687" h="2536940">
                <a:moveTo>
                  <a:pt x="3397687" y="0"/>
                </a:moveTo>
                <a:lnTo>
                  <a:pt x="0" y="253694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7D7F308C-0BBF-4BAE-B90E-CD37C8DF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E5DAFC90-2303-4CF9-82AC-32F0ED4E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9B5C339E-A6CA-4A67-B55C-6B776902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9CDAB459-4442-4642-AB6E-5CCD483C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Vértice 5">
            <a:extLst xmlns:a="http://schemas.openxmlformats.org/drawingml/2006/main">
              <a:ext uri="{FF2B5EF4-FFF2-40B4-BE49-F238E27FC236}">
                <a16:creationId xmlns:a16="http://schemas.microsoft.com/office/drawing/2014/main" id="{25F7BD91-7994-4B7B-B743-9450E853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7" name="Vértice 6">
            <a:extLst xmlns:a="http://schemas.openxmlformats.org/drawingml/2006/main">
              <a:ext uri="{FF2B5EF4-FFF2-40B4-BE49-F238E27FC236}">
                <a16:creationId xmlns:a16="http://schemas.microsoft.com/office/drawing/2014/main" id="{0EA17D77-D705-41D4-BF16-50995CAC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8" name="Vértice 7">
            <a:extLst xmlns:a="http://schemas.openxmlformats.org/drawingml/2006/main">
              <a:ext uri="{FF2B5EF4-FFF2-40B4-BE49-F238E27FC236}">
                <a16:creationId xmlns:a16="http://schemas.microsoft.com/office/drawing/2014/main" id="{7678E843-38E3-42C4-8DDF-F1307D09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9" name="Vértice 8">
            <a:extLst xmlns:a="http://schemas.openxmlformats.org/drawingml/2006/main">
              <a:ext uri="{FF2B5EF4-FFF2-40B4-BE49-F238E27FC236}">
                <a16:creationId xmlns:a16="http://schemas.microsoft.com/office/drawing/2014/main" id="{2ADF47C1-1F70-49D2-94BC-DA5C814E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0" name="Vértice 9">
            <a:extLst xmlns:a="http://schemas.openxmlformats.org/drawingml/2006/main">
              <a:ext uri="{FF2B5EF4-FFF2-40B4-BE49-F238E27FC236}">
                <a16:creationId xmlns:a16="http://schemas.microsoft.com/office/drawing/2014/main" id="{50EAE80D-09A9-467F-87BF-27068ACB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43B405A1-FF10-43FF-AA6B-EE1A8EF6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2" name="Vértice 11">
            <a:extLst xmlns:a="http://schemas.openxmlformats.org/drawingml/2006/main">
              <a:ext uri="{FF2B5EF4-FFF2-40B4-BE49-F238E27FC236}">
                <a16:creationId xmlns:a16="http://schemas.microsoft.com/office/drawing/2014/main" id="{0739D51B-D9EF-45E9-B507-2CF4D5A9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3" name="Vértice 12">
            <a:extLst xmlns:a="http://schemas.openxmlformats.org/drawingml/2006/main">
              <a:ext uri="{FF2B5EF4-FFF2-40B4-BE49-F238E27FC236}">
                <a16:creationId xmlns:a16="http://schemas.microsoft.com/office/drawing/2014/main" id="{A86D273F-F0AB-4C52-AB89-3F2FEE3D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4" name="Vértice 13">
            <a:extLst xmlns:a="http://schemas.openxmlformats.org/drawingml/2006/main">
              <a:ext uri="{FF2B5EF4-FFF2-40B4-BE49-F238E27FC236}">
                <a16:creationId xmlns:a16="http://schemas.microsoft.com/office/drawing/2014/main" id="{5532496A-056D-40B0-AECC-0F52F3D7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5" name="Vértice 14">
            <a:extLst xmlns:a="http://schemas.openxmlformats.org/drawingml/2006/main">
              <a:ext uri="{FF2B5EF4-FFF2-40B4-BE49-F238E27FC236}">
                <a16:creationId xmlns:a16="http://schemas.microsoft.com/office/drawing/2014/main" id="{39458EDD-24DC-46C0-AB12-CAEE723E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6" name="Vértice 15">
            <a:extLst xmlns:a="http://schemas.openxmlformats.org/drawingml/2006/main">
              <a:ext uri="{FF2B5EF4-FFF2-40B4-BE49-F238E27FC236}">
                <a16:creationId xmlns:a16="http://schemas.microsoft.com/office/drawing/2014/main" id="{5F56DB39-EF07-45FB-ABB3-27362368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7" name="Vértice 16">
            <a:extLst xmlns:a="http://schemas.openxmlformats.org/drawingml/2006/main">
              <a:ext uri="{FF2B5EF4-FFF2-40B4-BE49-F238E27FC236}">
                <a16:creationId xmlns:a16="http://schemas.microsoft.com/office/drawing/2014/main" id="{44E3BED5-D351-446A-A609-6BCDD8B0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7AE754B6-4F43-40E7-B127-96C619C1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941AB67A-95CA-4886-8195-19D63588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3C2B88E5-0831-4625-A581-27F96E34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1ADCBEC7-8F63-4D7E-8941-7B4D42F3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12D0CA26-A724-48D9-90E8-1EADB081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B5DC33BC-349B-4D87-8AD0-DDD6CA62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Realoca o cliente 11 da posição 12 para a posição 1 (1-point move).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AEACC6BC-9BEB-4C13-9814-D022D91F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partição da nova ordem reduz o custo de 7668 para 5216.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B8BD1D2E-D5C9-4548-8980-8400CA5C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242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Nova ordem, antes do fechamento: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11 – 8 – 4 – 2 – 3 – 16 – 13 – 12 – 7 – 6 – 10 – 9 – 14 – 15 – 5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77343322-84FD-40C4-A3F8-956480A7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5.216</a:t>
            </a:r>
          </a:p>
        </p:txBody>
      </p:sp>
    </p:spTree>
    <p:extLst>
      <p:ext uri="{BB962C8B-B14F-4D97-AF65-F5344CB8AC3E}">
        <p14:creationId xmlns:p14="http://schemas.microsoft.com/office/powerpoint/2010/main" val="2058417676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Melhoria 2 · custo 4878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4175A-4E66-87FD-D56A-AAD4D4BBF877}" type="slidenum">
              <a:t>49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B9FD326E-F8D5-41BD-B451-CAB51A76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MELHORIA ACEITA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865B5C2D-3C09-4AE9-8E9D-01BAA46D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592741BB-C15C-4983-B96E-3C50F615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F95E4694-40F7-40E2-A887-43B099AF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AC9EB84A-A51A-4922-9EB5-EA87342A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985437C8-3225-40D9-965A-79961684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4A66ADF4-66D2-4662-B943-47A87E45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FAB8CE53-6D9C-4AB2-B4D9-AB72EEF3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1704BDE8-7B7D-484F-B501-6F818F56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4F1290FE-A7C1-4905-85D5-77197F68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260D17ED-B90E-4810-946B-39256E74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5235168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0" y="0"/>
                </a:moveTo>
                <a:lnTo>
                  <a:pt x="2699523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045A95BD-4A80-4294-801A-177FC486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962CD628-834C-4972-B24D-A1B1B355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73" y="4605743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2264967" y="11300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2733EC4E-3458-4D20-9A33-46052228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F5193D9D-125D-4241-9BB0-25DF069B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358" y="1687472"/>
            <a:ext cx="2521683" cy="1882857"/>
          </a:xfrm>
          <a:custGeom xmlns:a="http://schemas.openxmlformats.org/drawingml/2006/main">
            <a:pathLst>
              <a:path w="2521683" h="1882857">
                <a:moveTo>
                  <a:pt x="0" y="1882857"/>
                </a:moveTo>
                <a:lnTo>
                  <a:pt x="25216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2DA21F95-B2B1-4A30-97F0-9B7C60F5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498F63C2-7B17-438A-9CFD-F42D985C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959" y="1818060"/>
            <a:ext cx="3576000" cy="1784090"/>
          </a:xfrm>
          <a:custGeom xmlns:a="http://schemas.openxmlformats.org/drawingml/2006/main">
            <a:pathLst>
              <a:path w="3576000" h="1784090">
                <a:moveTo>
                  <a:pt x="3576000" y="0"/>
                </a:moveTo>
                <a:lnTo>
                  <a:pt x="0" y="178409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50043C54-C676-4EE9-BD47-8AF3E65B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D28832F8-3B8C-4ECF-AC05-6BB7111B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73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1130007"/>
                </a:moveTo>
                <a:lnTo>
                  <a:pt x="22649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Vértice 1">
            <a:extLst xmlns:a="http://schemas.openxmlformats.org/drawingml/2006/main">
              <a:ext uri="{FF2B5EF4-FFF2-40B4-BE49-F238E27FC236}">
                <a16:creationId xmlns:a16="http://schemas.microsoft.com/office/drawing/2014/main" id="{0268845D-32BB-4B3A-AA09-3D8C0733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1E029AA7-2701-46AB-8E2C-F7E6AF0B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Vértice 3">
            <a:extLst xmlns:a="http://schemas.openxmlformats.org/drawingml/2006/main">
              <a:ext uri="{FF2B5EF4-FFF2-40B4-BE49-F238E27FC236}">
                <a16:creationId xmlns:a16="http://schemas.microsoft.com/office/drawing/2014/main" id="{6ADFCFE3-FB2F-4040-9518-73CB00EE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D7E2A546-7028-414B-9F49-EFDEEB1D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46C61D13-B15C-4869-8D28-10ABBC34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7BD31A19-A842-4870-A216-02418085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7E84EB2C-E238-4AF6-AE53-918777BE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C868A7D5-BE5E-4C06-937B-EEB975CE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D802977C-293C-4254-9CC2-8192D505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E16B30C7-E988-40DC-B7D5-11582A31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9EAE2308-36A9-4020-AB9F-333EC20B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1DFD2A1B-8939-4177-BA8D-5618CF21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3443B082-3016-4E7B-9BE4-B8AC778B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95910479-DC3C-4B0F-85F5-0555D886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B9D019AF-429C-4103-9ECE-D5B10721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C769FEAD-B999-4BA4-95C8-E6CCB35A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CBE90750-34BE-44DD-B8AB-49BE2086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D7FB23BB-4E07-4771-9B06-5BFD3A83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29A8FEBE-7009-4031-B7BA-E99E42FC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B49A44B9-BC15-4E8A-9824-2BD50918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787A7D65-7D3A-4A0B-BB91-99AB9BB5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CF9A8AB3-C897-4B72-B1D8-0AE9960F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Troca os clientes 14 e 5 (2-point move).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0E3061C2-9286-45BA-8FAB-E8E092EA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partição da nova ordem reduz o custo de 5216 para 4878.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B89C768D-33DD-4BC4-8E57-242DADE0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242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Nova ordem, antes do fechamento: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11 – 8 – 4 – 2 – 3 – 16 – 13 – 12 – 7 – 6 – 10 – 9 – 5 – 15 – 14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39D8B93A-E42D-4AF8-B0A4-5FD3B98D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4.878</a:t>
            </a:r>
          </a:p>
        </p:txBody>
      </p:sp>
    </p:spTree>
    <p:extLst>
      <p:ext uri="{BB962C8B-B14F-4D97-AF65-F5344CB8AC3E}">
        <p14:creationId xmlns:p14="http://schemas.microsoft.com/office/powerpoint/2010/main" val="1203618648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Melhoria 3 · custo 4762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91E0C6-B3E9-2F0E-6F4F-4638278C4AE4}" type="slidenum">
              <a:t>50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DC2C8514-9B4B-4016-8755-1E3424C3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MELHORIA ACEITA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97C17D1E-2B36-46F0-AA8C-BD0978EC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F143594B-DACE-4DBC-BAC6-3415929B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76C32187-76CD-466D-B26E-B2978964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C0F6CFD7-6041-4D83-8ED1-0B741893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BF49C302-790E-4FCE-8BA5-E731B886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E3F79B37-C1F4-4732-A883-D7E95E49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01" y="2312388"/>
            <a:ext cx="3705299" cy="2766623"/>
          </a:xfrm>
          <a:custGeom xmlns:a="http://schemas.openxmlformats.org/drawingml/2006/main">
            <a:pathLst>
              <a:path w="3705299" h="2766623">
                <a:moveTo>
                  <a:pt x="3705299" y="27666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E7B273E7-0E38-4D45-B4F8-D8127B2D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F43C32F6-B457-41F4-B33E-A2FB5080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B7BCC747-76C6-46D7-A276-9575FDBD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76ACD26E-5560-4BFC-940A-32A30BB2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D800C376-D10E-4B3E-9677-6EFD3354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0586" y="5266299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1620170" y="5010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97919222-396A-403C-9AB1-884655D0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C5732D7D-B882-4D8B-8F7A-7E1E2153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B9589BA1-6BCA-4A52-A524-A0D0B426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D60D26C3-A86A-4C66-AF85-C461D238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73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1130007"/>
                </a:moveTo>
                <a:lnTo>
                  <a:pt x="22649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B0021E15-3F43-46AC-AE45-4CC5A076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2EA81F66-8E24-40B7-A027-F0D979E1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B0CEE64C-56AB-401B-A556-6E091D68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A84E8B24-D30B-4A71-9740-78BB2969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1329541A-3116-4409-92EC-9E467077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37780834-582D-4260-BA43-A597B4CA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Vértice 5">
            <a:extLst xmlns:a="http://schemas.openxmlformats.org/drawingml/2006/main">
              <a:ext uri="{FF2B5EF4-FFF2-40B4-BE49-F238E27FC236}">
                <a16:creationId xmlns:a16="http://schemas.microsoft.com/office/drawing/2014/main" id="{468156A8-FBCD-4253-A25B-3285EBA6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7" name="Vértice 6">
            <a:extLst xmlns:a="http://schemas.openxmlformats.org/drawingml/2006/main">
              <a:ext uri="{FF2B5EF4-FFF2-40B4-BE49-F238E27FC236}">
                <a16:creationId xmlns:a16="http://schemas.microsoft.com/office/drawing/2014/main" id="{09540B11-40BA-4F75-9D23-EA5E360B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8" name="Vértice 7">
            <a:extLst xmlns:a="http://schemas.openxmlformats.org/drawingml/2006/main">
              <a:ext uri="{FF2B5EF4-FFF2-40B4-BE49-F238E27FC236}">
                <a16:creationId xmlns:a16="http://schemas.microsoft.com/office/drawing/2014/main" id="{27906B97-922B-40DD-BADA-21E18CD3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9" name="Vértice 8">
            <a:extLst xmlns:a="http://schemas.openxmlformats.org/drawingml/2006/main">
              <a:ext uri="{FF2B5EF4-FFF2-40B4-BE49-F238E27FC236}">
                <a16:creationId xmlns:a16="http://schemas.microsoft.com/office/drawing/2014/main" id="{D1FB4F6F-A26E-4B71-A97A-D77802C1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0" name="Vértice 9">
            <a:extLst xmlns:a="http://schemas.openxmlformats.org/drawingml/2006/main">
              <a:ext uri="{FF2B5EF4-FFF2-40B4-BE49-F238E27FC236}">
                <a16:creationId xmlns:a16="http://schemas.microsoft.com/office/drawing/2014/main" id="{2623594D-242C-4005-9058-15736FD1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663EF622-F157-44AF-B4EC-589FDC3D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2" name="Vértice 11">
            <a:extLst xmlns:a="http://schemas.openxmlformats.org/drawingml/2006/main">
              <a:ext uri="{FF2B5EF4-FFF2-40B4-BE49-F238E27FC236}">
                <a16:creationId xmlns:a16="http://schemas.microsoft.com/office/drawing/2014/main" id="{6B3E2C25-D68E-4623-9A00-9A1D9BD6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3" name="Vértice 12">
            <a:extLst xmlns:a="http://schemas.openxmlformats.org/drawingml/2006/main">
              <a:ext uri="{FF2B5EF4-FFF2-40B4-BE49-F238E27FC236}">
                <a16:creationId xmlns:a16="http://schemas.microsoft.com/office/drawing/2014/main" id="{E985E828-D4DC-4609-86B5-0B0012B7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4" name="Vértice 13">
            <a:extLst xmlns:a="http://schemas.openxmlformats.org/drawingml/2006/main">
              <a:ext uri="{FF2B5EF4-FFF2-40B4-BE49-F238E27FC236}">
                <a16:creationId xmlns:a16="http://schemas.microsoft.com/office/drawing/2014/main" id="{34CBF8E7-C7C3-430D-A456-765FB92A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5" name="Vértice 14">
            <a:extLst xmlns:a="http://schemas.openxmlformats.org/drawingml/2006/main">
              <a:ext uri="{FF2B5EF4-FFF2-40B4-BE49-F238E27FC236}">
                <a16:creationId xmlns:a16="http://schemas.microsoft.com/office/drawing/2014/main" id="{197F3E46-38B6-444A-BB48-DFA883AC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6" name="Vértice 15">
            <a:extLst xmlns:a="http://schemas.openxmlformats.org/drawingml/2006/main">
              <a:ext uri="{FF2B5EF4-FFF2-40B4-BE49-F238E27FC236}">
                <a16:creationId xmlns:a16="http://schemas.microsoft.com/office/drawing/2014/main" id="{F96877F0-3E8D-40E5-AAD3-81E87069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7" name="Vértice 16">
            <a:extLst xmlns:a="http://schemas.openxmlformats.org/drawingml/2006/main">
              <a:ext uri="{FF2B5EF4-FFF2-40B4-BE49-F238E27FC236}">
                <a16:creationId xmlns:a16="http://schemas.microsoft.com/office/drawing/2014/main" id="{3AF7CC36-8441-44D3-8D04-7CE8FFC7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C14761FD-561D-4175-A0BC-F371EACD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F9B89245-5D86-4B30-8E98-C00C4048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557BAB78-AFB3-4C18-8434-822F5FEF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62F33FD7-B459-47E8-9DDC-58FE97FD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3654D829-1276-4EAB-93A1-47F7D581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E73FA813-C865-4352-A5EC-D8F8DBFC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Realoca o cliente 6 da posição 10 para a posição 12 (1-point move).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EE816404-03F2-4B1F-960E-279E3367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partição da nova ordem reduz o custo de 4878 para 4762.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65AC1807-D26C-466E-94D1-48372453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242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Nova ordem, antes do fechamento: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11 – 8 – 4 – 2 – 3 – 16 – 13 – 12 – 7 – 10 – 9 – 6 – 5 – 15 – 14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7AFB6CD9-EA25-433B-90BC-A9885646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4.762</a:t>
            </a:r>
          </a:p>
        </p:txBody>
      </p:sp>
    </p:spTree>
    <p:extLst>
      <p:ext uri="{BB962C8B-B14F-4D97-AF65-F5344CB8AC3E}">
        <p14:creationId xmlns:p14="http://schemas.microsoft.com/office/powerpoint/2010/main" val="1885367449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Melhoria 4 · custo 4726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043A58D-60CA-DFB2-80EC-B65AE4CB9481}" type="slidenum">
              <a:t>51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1F848958-66B1-4F04-A761-0F51941D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MELHORIA ACEITA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EC508095-03FF-430B-869F-BDD55715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07639A42-A774-49FC-95EC-A1D7A2E7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96B00942-8244-42D7-B4D5-AE760EA5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779CB6A5-FE78-45DE-AF7B-9CD20BF1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640CBC47-B08B-4283-8634-53C6B763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4C1FE06C-24B9-47DF-8E78-5AD449CD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172" y="1880665"/>
            <a:ext cx="2834597" cy="3167564"/>
          </a:xfrm>
          <a:custGeom xmlns:a="http://schemas.openxmlformats.org/drawingml/2006/main">
            <a:pathLst>
              <a:path w="2834597" h="3167564">
                <a:moveTo>
                  <a:pt x="2834597" y="316756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96EA8044-78FF-41C6-B262-8E10A140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32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C2726DCF-7861-4378-ABB0-FA4842C6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5666889"/>
            <a:ext cx="1767936" cy="953"/>
          </a:xfrm>
          <a:custGeom xmlns:a="http://schemas.openxmlformats.org/drawingml/2006/main">
            <a:pathLst>
              <a:path w="1767936" h="953">
                <a:moveTo>
                  <a:pt x="0" y="0"/>
                </a:moveTo>
                <a:lnTo>
                  <a:pt x="1767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034EB124-EFE9-45CE-8B2D-E488BDCF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555AAF79-5EE9-478B-A80F-7AF03033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0586" y="5266299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1620170" y="5010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1D5D301B-35FF-4D0C-8382-DE4F0D2A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799398A9-0F12-4547-8C62-3BE600F5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22C0164B-4043-41A1-AC52-C69B01F7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CC4349B3-85F9-4266-82AD-813323F6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73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1130007"/>
                </a:moveTo>
                <a:lnTo>
                  <a:pt x="22649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F4D12417-54FC-464F-A80E-25C6BE92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3CB2A06D-E1BA-439A-990A-845F3203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403E09A3-947A-4F5D-9A48-AB5383D7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1CD37D4A-AA1F-48EA-B504-F636F996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0586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501085"/>
                </a:moveTo>
                <a:lnTo>
                  <a:pt x="16201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Vértice 1">
            <a:extLst xmlns:a="http://schemas.openxmlformats.org/drawingml/2006/main">
              <a:ext uri="{FF2B5EF4-FFF2-40B4-BE49-F238E27FC236}">
                <a16:creationId xmlns:a16="http://schemas.microsoft.com/office/drawing/2014/main" id="{D822EC68-BAED-447C-9C6D-3A96DF3A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F225AB8B-C7C0-42C2-92DD-9C578615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Vértice 3">
            <a:extLst xmlns:a="http://schemas.openxmlformats.org/drawingml/2006/main">
              <a:ext uri="{FF2B5EF4-FFF2-40B4-BE49-F238E27FC236}">
                <a16:creationId xmlns:a16="http://schemas.microsoft.com/office/drawing/2014/main" id="{D3092E1A-2B4F-413A-A2EA-0F527389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FC76996F-4F3F-4631-BB0E-4BCFF092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56EB8100-EE5A-44B2-97AF-9FB7D7F6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270FDD8C-EDA5-41EC-8D9C-A965DF8A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23395DD1-1E8E-41AF-9B7D-5B2FE7D7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DF495A11-A12D-4C25-A7FC-7525B737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F51CBE3F-0118-4E87-8C32-6DEDB2DC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097DE796-DA93-4DE4-88C0-B1E5F6CC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1BFE100E-83E0-4543-B7F4-C81C14C5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687CD3CB-32C5-4729-BD4F-C46D0823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5A58721D-7877-4DFB-AFF5-56FB042F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312AC4ED-23B0-43B9-8628-36120236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CF03F165-8928-4398-9F2D-4F345345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3616E0E8-D193-497E-9885-190CFDA1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77E32A57-B904-4F3A-8B58-EFA7DA8D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1409B91E-D427-416C-9E3C-F09B6D8A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B8559F83-7B1B-42D7-B878-E2CF64FC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DAADDCFF-CEB1-4823-AEEA-19AD36F5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2028CA3E-347A-4418-85A0-B9860FA9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4C8E52DA-9B1C-4A5F-9743-ABDAC2A5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Realoca o cliente 13 da posição 7 para a posição 15 (1-point move).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A88BEC95-4A89-4A69-AC83-66E72E16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partição da nova ordem reduz o custo de 4762 para 4726.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D70CDE42-3C9E-4495-903B-9E472B70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242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Nova ordem, antes do fechamento: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11 – 8 – 4 – 2 – 3 – 16 – 12 – 7 – 10 – 9 – 6 – 5 – 15 – 14 – 13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189CAA5C-6C24-4108-AFA5-34AD85A8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4.726</a:t>
            </a:r>
          </a:p>
        </p:txBody>
      </p:sp>
    </p:spTree>
    <p:extLst>
      <p:ext uri="{BB962C8B-B14F-4D97-AF65-F5344CB8AC3E}">
        <p14:creationId xmlns:p14="http://schemas.microsoft.com/office/powerpoint/2010/main" val="1584447698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Melhoria 5 · custo 4694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633A456-5465-3671-5B0B-A8DFBB753E5A}" type="slidenum">
              <a:t>52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78144E20-47FC-475F-91B8-3C6554AE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MELHORIA ACEITA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ED189E19-FF90-4E8E-BA59-5690BE94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1AD0A7AF-EAC0-4892-A862-DA25F057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70E456A4-3AD1-4F17-ACCF-862CF6D1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2C02E8F2-6A92-4214-A38D-BDACE3BE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EB8E1A65-2B69-4D9B-BA33-F6CC54D7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F75C1D0C-BFEE-424B-8A7A-C2A35CA0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172" y="1880665"/>
            <a:ext cx="2834597" cy="3167564"/>
          </a:xfrm>
          <a:custGeom xmlns:a="http://schemas.openxmlformats.org/drawingml/2006/main">
            <a:pathLst>
              <a:path w="2834597" h="3167564">
                <a:moveTo>
                  <a:pt x="2834597" y="316756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173B289A-26BB-4441-BB5F-C77E8B93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86" y="1907753"/>
            <a:ext cx="1983728" cy="3575894"/>
          </a:xfrm>
          <a:custGeom xmlns:a="http://schemas.openxmlformats.org/drawingml/2006/main">
            <a:pathLst>
              <a:path w="1983728" h="3575894">
                <a:moveTo>
                  <a:pt x="0" y="0"/>
                </a:moveTo>
                <a:lnTo>
                  <a:pt x="1983728" y="357589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4B479DFE-09F5-4720-B642-D8F6F8FD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94B0D716-9976-4A33-9D11-0F838F2C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2FF667BA-C817-444D-9A4F-522D02D1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7FFFCC05-3BCA-4DB4-90BE-A43843BF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941E3E06-BA00-4027-96EA-47EEB978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521E89B9-728F-410A-A664-8A2E9440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3A25826E-7F89-4ED6-AF47-B140A5CC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73" y="1655650"/>
            <a:ext cx="2264967" cy="1130007"/>
          </a:xfrm>
          <a:custGeom xmlns:a="http://schemas.openxmlformats.org/drawingml/2006/main">
            <a:pathLst>
              <a:path w="2264967" h="1130007">
                <a:moveTo>
                  <a:pt x="0" y="1130007"/>
                </a:moveTo>
                <a:lnTo>
                  <a:pt x="22649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A1AADFB1-62CF-4E30-A7B5-D788F542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C1292637-1552-4033-AB51-300600C3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4A939B2A-47B4-4025-B0A6-09D82B40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A23F9497-3D20-4B37-888A-B98A4EFF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0586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501085"/>
                </a:moveTo>
                <a:lnTo>
                  <a:pt x="16201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3" name="Vértice 1">
            <a:extLst xmlns:a="http://schemas.openxmlformats.org/drawingml/2006/main">
              <a:ext uri="{FF2B5EF4-FFF2-40B4-BE49-F238E27FC236}">
                <a16:creationId xmlns:a16="http://schemas.microsoft.com/office/drawing/2014/main" id="{F12C4800-6E72-4EAD-8F82-BF26F26B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40933362-29E2-4DAF-8BDA-6136E35F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Vértice 3">
            <a:extLst xmlns:a="http://schemas.openxmlformats.org/drawingml/2006/main">
              <a:ext uri="{FF2B5EF4-FFF2-40B4-BE49-F238E27FC236}">
                <a16:creationId xmlns:a16="http://schemas.microsoft.com/office/drawing/2014/main" id="{6131C741-BC34-48A3-8B04-AED9EE06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B181C537-EADC-465B-88A9-475D08A5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42DB739E-A625-48EB-A7DD-DBA2A753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F0185CE1-1F6F-4502-B1C2-CEDD1C0D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BE1B0C01-5645-4164-93D5-F26BF4B1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CB774DD7-62FD-48DC-85C4-C725E9EE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86DC7035-225B-4C36-90D2-738A8550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FBBBC36C-8CF8-4D61-8304-7F768E5A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EE8EF935-34EE-48AD-AA79-5CC2DCCC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947F74A3-3D24-4A65-A82C-2EF744BB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8FC136C9-79A3-445B-83DF-1172C17B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92D07575-C760-41A8-B1F6-089DF8D1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3D52F0CF-E9AE-4FA7-A495-A054141C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FC2CE4AF-E754-4E39-95E2-98FA0FCB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86A81DF7-2454-484C-A6FC-E4315ED0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BBE22348-BB4C-4D78-AD24-47E6BA61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BC87D1BB-CA63-4CEC-9110-3386A898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FB98E4EB-1DB7-4600-9922-915AE223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593B9399-87E4-487A-90DB-FEBF5CD4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D891DB36-3536-49FC-86DB-F48FE1FB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Realoca o cliente 7 da posição 8 para a posição 10 (1-point move).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8C852259-F04E-4E8F-916C-F00BA9CF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partição da nova ordem reduz o custo de 4726 para 4694.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3155FB06-CC80-41A2-A71F-51E50B62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242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Nova ordem, antes do fechamento: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11 – 8 – 4 – 2 – 3 – 16 – 12 – 10 – 9 – 7 – 6 – 5 – 15 – 14 – 13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769300A6-AB08-4974-9A28-BC1F5871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4.694</a:t>
            </a:r>
          </a:p>
        </p:txBody>
      </p:sp>
    </p:spTree>
    <p:extLst>
      <p:ext uri="{BB962C8B-B14F-4D97-AF65-F5344CB8AC3E}">
        <p14:creationId xmlns:p14="http://schemas.microsoft.com/office/powerpoint/2010/main" val="501794151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Melhoria 6 · custo 4653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477B42F-3A06-F812-16D6-7080D8A12563}" type="slidenum">
              <a:t>53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269696EF-5E20-4294-AD19-8610BB3D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MELHORIA ACEITA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5D8BEFD-FEA5-4BC0-AC97-08ABE80D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634A08BA-7941-41D1-B29E-3EC41775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1AD9A974-AE3C-4C1E-B8AB-8E281EFE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58120452-5D0E-42D2-8A27-44DAC3C9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AA781A43-B6A1-41CB-AB08-7DF46158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4A0537BF-B469-43D5-9CD6-E10AD6DE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DE8FBC04-D28A-4D2E-A50C-D6A7246D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913C4822-D5AD-47CB-AAB9-DC74AC51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6384F88B-2040-4981-8B76-09C6DC2F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46D92374-ABEF-4CB3-9859-667CD7DA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8CC9E749-45B6-49DA-AF43-57D72C7B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B00F11FD-6C40-478C-B2BA-76107431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23DF5A54-ADDB-48F6-B0B2-AC1C2753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5E908E3D-36E1-4B79-BD2B-74EBFC07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944989C3-AB87-4BAE-8602-C3CF6711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2D1A57A2-FF64-4DDC-870F-8E3B614C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928BD720-E0E0-43FD-BF52-C4995A05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1724511"/>
            <a:ext cx="1767936" cy="953"/>
          </a:xfrm>
          <a:custGeom xmlns:a="http://schemas.openxmlformats.org/drawingml/2006/main">
            <a:pathLst>
              <a:path w="1767936" h="953">
                <a:moveTo>
                  <a:pt x="176793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AE88D8AA-9EE0-4F2F-8071-D6A53B7E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A36E575E-2829-439F-BC6C-FB01C9FD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2AAC4290-A09B-4656-8631-FB4AB884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D081F123-602C-4788-A247-DC68065E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Vértice 5">
            <a:extLst xmlns:a="http://schemas.openxmlformats.org/drawingml/2006/main">
              <a:ext uri="{FF2B5EF4-FFF2-40B4-BE49-F238E27FC236}">
                <a16:creationId xmlns:a16="http://schemas.microsoft.com/office/drawing/2014/main" id="{D3DD221A-EBD6-43C0-BD50-72652794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7" name="Vértice 6">
            <a:extLst xmlns:a="http://schemas.openxmlformats.org/drawingml/2006/main">
              <a:ext uri="{FF2B5EF4-FFF2-40B4-BE49-F238E27FC236}">
                <a16:creationId xmlns:a16="http://schemas.microsoft.com/office/drawing/2014/main" id="{36413377-89A7-4907-8B41-B401D448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8" name="Vértice 7">
            <a:extLst xmlns:a="http://schemas.openxmlformats.org/drawingml/2006/main">
              <a:ext uri="{FF2B5EF4-FFF2-40B4-BE49-F238E27FC236}">
                <a16:creationId xmlns:a16="http://schemas.microsoft.com/office/drawing/2014/main" id="{9012EB7A-DC9E-4730-943A-01504F3C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9" name="Vértice 8">
            <a:extLst xmlns:a="http://schemas.openxmlformats.org/drawingml/2006/main">
              <a:ext uri="{FF2B5EF4-FFF2-40B4-BE49-F238E27FC236}">
                <a16:creationId xmlns:a16="http://schemas.microsoft.com/office/drawing/2014/main" id="{200AFDE6-F4E5-46F3-BA75-C2782A46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0" name="Vértice 9">
            <a:extLst xmlns:a="http://schemas.openxmlformats.org/drawingml/2006/main">
              <a:ext uri="{FF2B5EF4-FFF2-40B4-BE49-F238E27FC236}">
                <a16:creationId xmlns:a16="http://schemas.microsoft.com/office/drawing/2014/main" id="{B9817563-4B9C-4C17-B271-0CB62A72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DF9C04D9-1BBB-418B-B582-0284B4A6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2" name="Vértice 11">
            <a:extLst xmlns:a="http://schemas.openxmlformats.org/drawingml/2006/main">
              <a:ext uri="{FF2B5EF4-FFF2-40B4-BE49-F238E27FC236}">
                <a16:creationId xmlns:a16="http://schemas.microsoft.com/office/drawing/2014/main" id="{7A95ABBB-86AE-4316-A9ED-F706839C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3" name="Vértice 12">
            <a:extLst xmlns:a="http://schemas.openxmlformats.org/drawingml/2006/main">
              <a:ext uri="{FF2B5EF4-FFF2-40B4-BE49-F238E27FC236}">
                <a16:creationId xmlns:a16="http://schemas.microsoft.com/office/drawing/2014/main" id="{2F42152F-BC97-42D4-B2C0-08F0DAEF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4" name="Vértice 13">
            <a:extLst xmlns:a="http://schemas.openxmlformats.org/drawingml/2006/main">
              <a:ext uri="{FF2B5EF4-FFF2-40B4-BE49-F238E27FC236}">
                <a16:creationId xmlns:a16="http://schemas.microsoft.com/office/drawing/2014/main" id="{B0F7A701-04D6-45F1-AAE2-159E8E16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5" name="Vértice 14">
            <a:extLst xmlns:a="http://schemas.openxmlformats.org/drawingml/2006/main">
              <a:ext uri="{FF2B5EF4-FFF2-40B4-BE49-F238E27FC236}">
                <a16:creationId xmlns:a16="http://schemas.microsoft.com/office/drawing/2014/main" id="{DB0B9BEA-C55C-49C3-B3D7-8F5D2F1C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6" name="Vértice 15">
            <a:extLst xmlns:a="http://schemas.openxmlformats.org/drawingml/2006/main">
              <a:ext uri="{FF2B5EF4-FFF2-40B4-BE49-F238E27FC236}">
                <a16:creationId xmlns:a16="http://schemas.microsoft.com/office/drawing/2014/main" id="{E9161817-95DD-496B-95AE-85B3DF98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7" name="Vértice 16">
            <a:extLst xmlns:a="http://schemas.openxmlformats.org/drawingml/2006/main">
              <a:ext uri="{FF2B5EF4-FFF2-40B4-BE49-F238E27FC236}">
                <a16:creationId xmlns:a16="http://schemas.microsoft.com/office/drawing/2014/main" id="{00B3DDC0-0F3D-4763-807D-1985CB7B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7D367FE2-F57A-416C-926D-CB6E8A7E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8D8955F6-3E3F-457D-8F22-719DA71C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C900624B-8826-42D6-8DE7-3C62D561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D0BA6028-500F-4D66-AEE5-344E192F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CFEEF8E9-842E-4D54-B6AE-F78C22D7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338CC38A-65F5-4D5F-9142-A259B153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Realoca o cliente 12 da posição 7 para a posição 15 (1-point move).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1890B404-2810-402F-8203-9F39A3C0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partição da nova ordem reduz o custo de 4694 para 4653.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FE4E254C-84E0-4A0F-B616-5E32510F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242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Nova ordem, antes do fechamento: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11 – 8 – 4 – 2 – 3 – 16 – 10 – 9 – 7 – 6 – 5 – 15 – 14 – 13 – 12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D10722CC-D4E4-41DB-9382-85845AE8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4.653</a:t>
            </a:r>
          </a:p>
        </p:txBody>
      </p:sp>
    </p:spTree>
    <p:extLst>
      <p:ext uri="{BB962C8B-B14F-4D97-AF65-F5344CB8AC3E}">
        <p14:creationId xmlns:p14="http://schemas.microsoft.com/office/powerpoint/2010/main" val="995961329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Última rodada e partição final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FFCF489-DFD6-64BD-BCB3-4D97AF36B1FB}" type="slidenum">
              <a:t>54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A5894253-8717-4E4B-B661-D2387A3E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ENCERRAMENTO DA BUSCA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B1B50C42-2F87-4466-B1F6-C93E1D6F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C989FCE9-06BC-4CE0-AA8E-0D7C0DE0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E0B17202-BE2C-482C-97AF-CD0DB63C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5A60E87D-5D5C-4B05-B8BA-B5A6AD07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E2A6B82D-C85F-407C-A0B0-243BF08F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4B49702E-4046-4628-A406-A6528709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D1109C57-0316-44BA-8078-17E30354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1A6CC946-A66B-4A4B-BE85-FDEA5373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BFB82116-6A45-41DC-985F-EADE7C14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A7BD582C-88B3-428E-8DF6-FA760B31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29BAA31C-5C5A-4E58-A6ED-C0ADFC7C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FE9A17D5-2BB9-4AFA-B77C-3C2257F1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4374A199-F435-4A43-96EF-7D5DB73A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D35221F8-627A-4E5A-A4FC-3F171BC6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3BB62330-CE92-4869-95F0-887D95D0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D65986DB-964E-4B17-B995-857BEB14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1" name="Vértice 1">
            <a:extLst xmlns:a="http://schemas.openxmlformats.org/drawingml/2006/main">
              <a:ext uri="{FF2B5EF4-FFF2-40B4-BE49-F238E27FC236}">
                <a16:creationId xmlns:a16="http://schemas.microsoft.com/office/drawing/2014/main" id="{2D051DD4-A3D4-4E4D-83F1-C0150FB0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2" name="Vértice 2">
            <a:extLst xmlns:a="http://schemas.openxmlformats.org/drawingml/2006/main">
              <a:ext uri="{FF2B5EF4-FFF2-40B4-BE49-F238E27FC236}">
                <a16:creationId xmlns:a16="http://schemas.microsoft.com/office/drawing/2014/main" id="{2C164A70-2DCE-4C50-9492-5D37BBA7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3" name="Vértice 3">
            <a:extLst xmlns:a="http://schemas.openxmlformats.org/drawingml/2006/main">
              <a:ext uri="{FF2B5EF4-FFF2-40B4-BE49-F238E27FC236}">
                <a16:creationId xmlns:a16="http://schemas.microsoft.com/office/drawing/2014/main" id="{812D4D28-CE7F-4DFC-9947-7F365310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4" name="Vértice 4">
            <a:extLst xmlns:a="http://schemas.openxmlformats.org/drawingml/2006/main">
              <a:ext uri="{FF2B5EF4-FFF2-40B4-BE49-F238E27FC236}">
                <a16:creationId xmlns:a16="http://schemas.microsoft.com/office/drawing/2014/main" id="{89A6EEFA-9602-41E6-B15F-C9833A1E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5" name="Vértice 5">
            <a:extLst xmlns:a="http://schemas.openxmlformats.org/drawingml/2006/main">
              <a:ext uri="{FF2B5EF4-FFF2-40B4-BE49-F238E27FC236}">
                <a16:creationId xmlns:a16="http://schemas.microsoft.com/office/drawing/2014/main" id="{108E0AD9-0752-45D1-8859-DF81A7A6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6" name="Vértice 6">
            <a:extLst xmlns:a="http://schemas.openxmlformats.org/drawingml/2006/main">
              <a:ext uri="{FF2B5EF4-FFF2-40B4-BE49-F238E27FC236}">
                <a16:creationId xmlns:a16="http://schemas.microsoft.com/office/drawing/2014/main" id="{868E60E1-1F85-45D0-8155-B23901A2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7" name="Vértice 7">
            <a:extLst xmlns:a="http://schemas.openxmlformats.org/drawingml/2006/main">
              <a:ext uri="{FF2B5EF4-FFF2-40B4-BE49-F238E27FC236}">
                <a16:creationId xmlns:a16="http://schemas.microsoft.com/office/drawing/2014/main" id="{893DF71C-C91B-4674-B13B-624B3507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8" name="Vértice 8">
            <a:extLst xmlns:a="http://schemas.openxmlformats.org/drawingml/2006/main">
              <a:ext uri="{FF2B5EF4-FFF2-40B4-BE49-F238E27FC236}">
                <a16:creationId xmlns:a16="http://schemas.microsoft.com/office/drawing/2014/main" id="{46DA2DEF-CE49-4BF6-BB78-8F44C597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9" name="Vértice 9">
            <a:extLst xmlns:a="http://schemas.openxmlformats.org/drawingml/2006/main">
              <a:ext uri="{FF2B5EF4-FFF2-40B4-BE49-F238E27FC236}">
                <a16:creationId xmlns:a16="http://schemas.microsoft.com/office/drawing/2014/main" id="{397A91D9-C0BA-4698-AE19-A79D9A73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0" name="Vértice 10">
            <a:extLst xmlns:a="http://schemas.openxmlformats.org/drawingml/2006/main">
              <a:ext uri="{FF2B5EF4-FFF2-40B4-BE49-F238E27FC236}">
                <a16:creationId xmlns:a16="http://schemas.microsoft.com/office/drawing/2014/main" id="{20A8E8EF-E5A4-4C06-AFD4-921CF0F1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1" name="Vértice 11">
            <a:extLst xmlns:a="http://schemas.openxmlformats.org/drawingml/2006/main">
              <a:ext uri="{FF2B5EF4-FFF2-40B4-BE49-F238E27FC236}">
                <a16:creationId xmlns:a16="http://schemas.microsoft.com/office/drawing/2014/main" id="{1A678511-6A1E-4623-A655-3F911BE6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2" name="Vértice 12">
            <a:extLst xmlns:a="http://schemas.openxmlformats.org/drawingml/2006/main">
              <a:ext uri="{FF2B5EF4-FFF2-40B4-BE49-F238E27FC236}">
                <a16:creationId xmlns:a16="http://schemas.microsoft.com/office/drawing/2014/main" id="{5AE158B3-A6B0-4AE2-99F7-B25A4BF5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3" name="Vértice 13">
            <a:extLst xmlns:a="http://schemas.openxmlformats.org/drawingml/2006/main">
              <a:ext uri="{FF2B5EF4-FFF2-40B4-BE49-F238E27FC236}">
                <a16:creationId xmlns:a16="http://schemas.microsoft.com/office/drawing/2014/main" id="{0186648C-FB7B-4AA0-BEA8-5A3523A1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4" name="Vértice 14">
            <a:extLst xmlns:a="http://schemas.openxmlformats.org/drawingml/2006/main">
              <a:ext uri="{FF2B5EF4-FFF2-40B4-BE49-F238E27FC236}">
                <a16:creationId xmlns:a16="http://schemas.microsoft.com/office/drawing/2014/main" id="{59C9CCD2-9697-485F-9F2A-A9A62881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5" name="Vértice 15">
            <a:extLst xmlns:a="http://schemas.openxmlformats.org/drawingml/2006/main">
              <a:ext uri="{FF2B5EF4-FFF2-40B4-BE49-F238E27FC236}">
                <a16:creationId xmlns:a16="http://schemas.microsoft.com/office/drawing/2014/main" id="{F1C4A04D-C1F2-4413-8BE4-7B4A0786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6" name="Vértice 16">
            <a:extLst xmlns:a="http://schemas.openxmlformats.org/drawingml/2006/main">
              <a:ext uri="{FF2B5EF4-FFF2-40B4-BE49-F238E27FC236}">
                <a16:creationId xmlns:a16="http://schemas.microsoft.com/office/drawing/2014/main" id="{CCEBEE64-55AD-483A-B4E9-1237CC10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C95BAFD8-D0F9-45F6-9A2A-F518AB12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5E633696-C1AD-4775-B015-C7779600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76C7E3E2-99A4-48D4-B1CF-8F497BFE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6B09818E-DF79-46A8-A76F-9B5161E4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6DAB4110-4DA3-4F7F-B67B-54183384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4834685A-0D5E-4900-883C-B2301C53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sétima rodada testa 420 movimentos e não encontra custo menor que 4.653.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99B3D5C0-9D81-425A-8119-970CFAE4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encerra após seis melhorias aceitas. _greedyHeuristic chama partitionRoute novamente.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DCF5D86D-88CA-450C-9EAD-26F9B0A9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partição reinicia com a ordem melhorada. Seu ciclo somente de caminhão custa 9.227.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09A9117F-8EBE-4828-8429-1A462A00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9.227</a:t>
            </a:r>
          </a:p>
        </p:txBody>
      </p:sp>
    </p:spTree>
    <p:extLst>
      <p:ext uri="{BB962C8B-B14F-4D97-AF65-F5344CB8AC3E}">
        <p14:creationId xmlns:p14="http://schemas.microsoft.com/office/powerpoint/2010/main" val="1295088086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01 · MakeFly no vértice 11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0BC6D5-207B-F838-F994-CD836D38A6B0}" type="slidenum">
              <a:t>55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B94441B4-C743-4AC0-8B66-D07DFB8A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F9E038F2-2CC0-4E0B-862B-98D0A516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B5F2933C-0B24-4711-8F1D-56EB675C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F2010253-E433-4CBB-A5FD-247D8298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8DFD6E1C-7859-45EB-831B-A609EEE1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1CA8FB93-1F49-405C-B71A-708E38D0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7184870E-68F5-4C12-A72E-9A94D098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1460CC84-AFED-4CF6-852F-8240CDEB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E6E3BB1B-C3A3-492B-A036-99F6D10D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5F481676-4BFB-45DE-9A21-31559D26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3E89B5D9-2DEC-4C4F-B7C9-905FA231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860D7EA9-E3D7-41D5-8C37-F3C8A741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282FC301-E3BD-4693-ACD0-129011C6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94F85493-41E8-4069-BF12-17A1F014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569106AE-6B33-4990-AD31-A67A0DD3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EE267015-0A33-4878-9A54-BB51A780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0E5B32F5-0002-4BC4-8FA7-6CE2525B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027756D1-96C6-4216-8351-D4C0319B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0"/>
                </a:moveTo>
                <a:lnTo>
                  <a:pt x="552021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034279B8-8712-4944-8DBF-E347A56A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BAFAA286-3F6C-4523-88F3-7CCBE9D1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05AA50ED-2F11-4EE5-B586-8CEF1713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C7AEC2A1-6F7A-49C3-BB80-57E430F2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Vértice 5">
            <a:extLst xmlns:a="http://schemas.openxmlformats.org/drawingml/2006/main">
              <a:ext uri="{FF2B5EF4-FFF2-40B4-BE49-F238E27FC236}">
                <a16:creationId xmlns:a16="http://schemas.microsoft.com/office/drawing/2014/main" id="{E45F460C-53E0-42ED-8499-39F7CF3E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7" name="Vértice 6">
            <a:extLst xmlns:a="http://schemas.openxmlformats.org/drawingml/2006/main">
              <a:ext uri="{FF2B5EF4-FFF2-40B4-BE49-F238E27FC236}">
                <a16:creationId xmlns:a16="http://schemas.microsoft.com/office/drawing/2014/main" id="{14E6806F-D042-4FF9-AB03-26B4F2BF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8" name="Vértice 7">
            <a:extLst xmlns:a="http://schemas.openxmlformats.org/drawingml/2006/main">
              <a:ext uri="{FF2B5EF4-FFF2-40B4-BE49-F238E27FC236}">
                <a16:creationId xmlns:a16="http://schemas.microsoft.com/office/drawing/2014/main" id="{C15170E5-8A56-489F-8175-5A15E91A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9" name="Vértice 8">
            <a:extLst xmlns:a="http://schemas.openxmlformats.org/drawingml/2006/main">
              <a:ext uri="{FF2B5EF4-FFF2-40B4-BE49-F238E27FC236}">
                <a16:creationId xmlns:a16="http://schemas.microsoft.com/office/drawing/2014/main" id="{03617D74-7D02-4BA3-9045-F889807E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0" name="Vértice 9">
            <a:extLst xmlns:a="http://schemas.openxmlformats.org/drawingml/2006/main">
              <a:ext uri="{FF2B5EF4-FFF2-40B4-BE49-F238E27FC236}">
                <a16:creationId xmlns:a16="http://schemas.microsoft.com/office/drawing/2014/main" id="{515AB1F2-53E2-4660-AD48-2E0DB9C4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967BAE83-D68E-46ED-A6A3-DF9AE23C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5887076A-E53A-457B-B058-F53497ED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93" y="1467336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054120D4-181E-43E5-B7C5-C475C34D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6A4A57C2-F049-44E2-80A8-3C441B2C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0A466E97-2666-443B-9164-C367CEDE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79D21E08-C47B-43F0-A962-EC5D4BEF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88815837-9D9C-477A-9EAF-65A36910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A08B27A3-1824-4DBC-97BF-12EE2FDB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49D7CCDF-7789-497D-8B80-9F174267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1E7D69C1-3E9D-4B5E-BB9A-0EC08774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71C15818-B9B3-4587-9524-7E4A36C5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25B6C41D-C0C2-4D3E-BF83-0E1D9087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2D99BEC3-9475-44EA-9705-5A1DC10B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BFFFC26E-B76A-4C3A-BA71-3697B487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cliente 11 passa de Simple para Drone. 1 e 8 tornam-se Combined.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36C2588B-F73F-4C7B-8561-33FB4C73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caminhão desvia de 11. O drone voa 1 – 11 – 8.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07DC9612-BC7C-4D03-99DF-357D52C9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242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9227 − 0 = 9227.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13 posições Simple.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F69AEDB3-72B8-427E-89A0-1140CB8D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433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movimento muda a partição mesmo sem reduzir o custo neste passo.</a:t>
            </a: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7F161ADE-05B6-436B-A088-D223B87D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9.227</a:t>
            </a:r>
          </a:p>
        </p:txBody>
      </p:sp>
    </p:spTree>
    <p:extLst>
      <p:ext uri="{BB962C8B-B14F-4D97-AF65-F5344CB8AC3E}">
        <p14:creationId xmlns:p14="http://schemas.microsoft.com/office/powerpoint/2010/main" val="1479618396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02 · PushLeft no vértice 4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3265AEE-4D99-0673-12C8-99EFF695690A}" type="slidenum">
              <a:t>56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BC9FC359-C108-4359-808E-E39BA365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70AD8EE6-C2F3-4823-A769-390716D0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D5C544E4-A3AB-4AE6-AB6D-37B06222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95446B33-8116-4746-9C04-D6A8BE73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6EAD81A4-0E95-4615-AFBD-92DC66A9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18659045-99A9-4384-BC05-0FC9B7DF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D203D9E2-DD9C-4F92-84FE-49690A43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3151ADC2-0A2B-451A-BA67-94BB6F63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7A57F98F-28A5-404C-B4E5-A662791C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F24621A8-6C8B-4733-BAFF-7438ADD9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5327571F-0F90-4ACF-8D26-CE38D2BB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849FBBC6-51C8-4D79-8670-7E9401C3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B2650929-8A08-47F5-A57D-25F06ECA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DFD7BE5A-A3DC-4339-8684-091A1ABA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1709CEF4-7B5E-402F-97E4-8EB36103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E491CB97-197B-4FDB-B3EC-B1BA52B3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427D35B4-D96B-445C-B0EA-26CF227D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64E1545D-D138-4E02-A227-D43E824D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376" y="1849882"/>
            <a:ext cx="1210651" cy="903953"/>
          </a:xfrm>
          <a:custGeom xmlns:a="http://schemas.openxmlformats.org/drawingml/2006/main">
            <a:pathLst>
              <a:path w="1210651" h="903953">
                <a:moveTo>
                  <a:pt x="0" y="0"/>
                </a:moveTo>
                <a:lnTo>
                  <a:pt x="1210651" y="903953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2930B97A-5625-4FEB-9A0F-85A42A34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1B446070-7330-4FF0-9EE1-CD15050C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3FFC386D-56C6-46B4-8010-5A8EE8D5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0D2F67BF-9341-48E4-B183-13FAE969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3761" y="262203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2E1BA625-55C9-440F-B264-D323C1E5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02AC6C9C-10E6-47F5-81E7-8E2E4744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DAC32227-A159-4DAA-8287-C34E1782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F434DE05-0F2D-4744-9A08-D020D4BA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BB89F679-47FD-4E62-988D-2F22DC75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E8E3D12C-E044-4BF9-B4BB-3AA8FB1A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64DEE849-C214-44A0-8639-948570AE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767745BB-9033-4A85-B29E-00A4AFD6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38273931-AB6F-448F-A90E-6AFF3EB0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0CBFCB33-3457-4B93-8366-D995FAA1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FBDDB727-7E88-4EB7-B686-3C9CE71F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29F405C9-398F-4B81-927B-4235261A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3AC0E08C-C532-4B33-BEEB-F34DA4A8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D859E9B2-0EED-474C-B2E5-E7C6A727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57AC15E8-0647-4B5B-B64C-C0CFB279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7E45CCC2-06D6-4007-92BD-DE027A4B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5F464532-741B-469F-AF5D-ADB179B4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85BA4A78-4782-4A59-AB50-3EAB9131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5383A721-DBED-4094-8E5C-F2A14028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4 passa de Simple para Combined. O antigo encontro, em 8, passa a Truck.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3F91FFD8-4562-40C2-96DC-FE61D8FB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4. O drone passa a reencontrar o caminhão em 4.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11DEA094-04B1-43BF-BDD9-6FFDD6BA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9227 − 38 = 9189.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12 posições Simple.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706CC5B7-2759-4771-B8BA-7D03AE41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9.189</a:t>
            </a:r>
          </a:p>
        </p:txBody>
      </p:sp>
    </p:spTree>
    <p:extLst>
      <p:ext uri="{BB962C8B-B14F-4D97-AF65-F5344CB8AC3E}">
        <p14:creationId xmlns:p14="http://schemas.microsoft.com/office/powerpoint/2010/main" val="2033630423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03 · PushLeft no vértice 2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F0DF58B-F0CC-EE04-B3E8-87EC24B7009F}" type="slidenum">
              <a:t>57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1A647E33-9A5D-49E4-9589-F4D51380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5E114770-3D53-44B1-BA4E-97E6EE7C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4322A86B-AE71-4EC7-B261-D5669117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34F087E1-7167-4446-B4D3-E305E9EA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60ACACE3-52CE-4ECA-B420-3370CBD9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7061EB55-549F-4C3A-98BE-DEAF36B1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1B926B5B-43BB-4955-BAC9-7263105A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62F45619-1976-4C8F-AB4B-259019FD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572FC729-5092-49B7-BE81-06067381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D26D8E10-EBBE-4BBE-AC3B-0F1E4F5F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9C68406F-5EA0-4AA1-B92C-85EDEC42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4A917B84-2DD1-42AB-9001-23E07919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37884591-5C2D-4299-AF05-F16A225E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59F61CDA-57D6-4467-A3EF-F63B0450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FB313B23-5D4F-40B3-9AE2-2E5F611F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48480877-BAE3-43F1-BC48-9BB47B52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B866DB8B-D874-48EC-9C11-5F40011A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8B352FDB-0177-4B49-9B57-1254FF1D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207" y="1880665"/>
            <a:ext cx="1484503" cy="1658881"/>
          </a:xfrm>
          <a:custGeom xmlns:a="http://schemas.openxmlformats.org/drawingml/2006/main">
            <a:pathLst>
              <a:path w="1484503" h="1658881">
                <a:moveTo>
                  <a:pt x="0" y="0"/>
                </a:moveTo>
                <a:lnTo>
                  <a:pt x="1484503" y="165888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0127E661-1742-4ED9-93E3-8FE3C927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7D6E3894-7FEB-4C4F-AB52-B537DE57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4385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4" name="Vértice 2">
            <a:extLst xmlns:a="http://schemas.openxmlformats.org/drawingml/2006/main">
              <a:ext uri="{FF2B5EF4-FFF2-40B4-BE49-F238E27FC236}">
                <a16:creationId xmlns:a16="http://schemas.microsoft.com/office/drawing/2014/main" id="{62D5E20A-C818-4039-AF84-991B3130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5" name="Vértice 3">
            <a:extLst xmlns:a="http://schemas.openxmlformats.org/drawingml/2006/main">
              <a:ext uri="{FF2B5EF4-FFF2-40B4-BE49-F238E27FC236}">
                <a16:creationId xmlns:a16="http://schemas.microsoft.com/office/drawing/2014/main" id="{9B53F8D8-0DDF-4EA6-9230-26115D05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681E71DB-002E-4B11-8A53-5F46872F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9C4A9FFA-F754-4D8B-B908-B8ABA9F6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D795820C-6830-4950-ACAC-10C88DAF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099AFDD7-4C4F-458A-90A4-1C00F408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930CBCF8-0991-4894-8F7C-531E0CA0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B53C54EC-BBB4-40FE-8F6C-A0A0CBC4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D04DC001-08F0-4661-AEEB-6A331169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C2450A6C-B368-4389-A762-7BABE9A7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7A4784C8-AD64-41ED-9C8E-325E2737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6E8FAC0E-BBAA-4640-BC71-3E3EDC78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70A59240-16B0-4BC5-8E6E-91C8309C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5A5B35B2-DA8E-40AD-B370-B27AF121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7115C512-F7CE-4CAF-ACD9-810DBC13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C34BD78E-8151-475C-80E1-9B58010B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14C9458A-1D92-40F5-87E6-17DA4FCA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6291D416-AA0B-46BB-8DB9-FCB1FBE6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55ED64B9-5940-48FD-A834-093DD9E1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28C4222F-E058-4524-9079-FAB66BB3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463CD7DB-F60D-4F49-8993-9402D950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 passa de Simple para Combined. O antigo encontro, em 4, passa a Truck.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554EB7A1-7B26-4A28-8FE5-B34A75D8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2. O drone passa a reencontrar o caminhão em 2.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13F06975-88C4-4FCC-B746-449CF49E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9189 − 238 = 8951.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11 posições Simple.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B6BC4C91-12BF-4805-A25A-0960A9F2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8.951</a:t>
            </a:r>
          </a:p>
        </p:txBody>
      </p:sp>
    </p:spTree>
    <p:extLst>
      <p:ext uri="{BB962C8B-B14F-4D97-AF65-F5344CB8AC3E}">
        <p14:creationId xmlns:p14="http://schemas.microsoft.com/office/powerpoint/2010/main" val="102733390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04 · PushLeft no vértice 3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5D86DB-0D22-4F3A-B798-73C3EACC87D6}" type="slidenum">
              <a:t>58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0677B5BE-B472-4713-82B5-3C690CBF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93059933-A039-45F3-87DB-0BEB7FD0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039F396C-D4C2-4B23-B55B-FB7226DA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3FE6F60D-E797-4802-A2BB-1A0F27E8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3E960F2E-8710-46AE-8AB0-B3591381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8B8D1833-18AF-4919-A405-2ECA4388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29833162-9D4A-45BB-A23D-D24064C8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3E9B1159-A1F3-4C57-B527-8210C92C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62032CA2-08B0-46C2-9AA7-B41916A9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AE886544-91AC-41A2-9293-4D7DE90C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12ED8FD0-DF14-4E58-9FCF-582449B6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3611F3A7-EA25-41D5-ACAF-A4A817CB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8E2F9EAB-76DB-4946-A655-6D47D7EE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AD2E53A7-72C5-480C-8BF2-DD5B1B94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2253A85B-8F7F-4189-99C0-727AC67D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A6426C85-9F2F-4AAE-98E4-D61AD47C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1CC4ACF7-8DAC-4AE7-8CD2-714312F2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9D2C8401-AFFC-4BE3-9ADA-3AB42E4E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122" y="1907753"/>
            <a:ext cx="1343160" cy="2421198"/>
          </a:xfrm>
          <a:custGeom xmlns:a="http://schemas.openxmlformats.org/drawingml/2006/main">
            <a:pathLst>
              <a:path w="1343160" h="2421198">
                <a:moveTo>
                  <a:pt x="0" y="0"/>
                </a:moveTo>
                <a:lnTo>
                  <a:pt x="1343160" y="242119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296A76D6-D126-49FF-854A-CDD7BE83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F3E02B82-EA7C-4A9E-988E-914FC2E8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21A59658-0334-4E11-8ECF-1B23A63F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3761" y="425501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5" name="Vértice 3">
            <a:extLst xmlns:a="http://schemas.openxmlformats.org/drawingml/2006/main">
              <a:ext uri="{FF2B5EF4-FFF2-40B4-BE49-F238E27FC236}">
                <a16:creationId xmlns:a16="http://schemas.microsoft.com/office/drawing/2014/main" id="{EFB06D69-BFCA-4309-A971-4B46CB24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6" name="Vértice 4">
            <a:extLst xmlns:a="http://schemas.openxmlformats.org/drawingml/2006/main">
              <a:ext uri="{FF2B5EF4-FFF2-40B4-BE49-F238E27FC236}">
                <a16:creationId xmlns:a16="http://schemas.microsoft.com/office/drawing/2014/main" id="{2D87BEA6-E86E-4B15-94ED-D5B3133E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F2DF3333-0F96-4283-83A3-EA1D87F5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E115E039-2D2B-4E75-8844-B103D66B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6A2657BF-C2A8-4103-805F-D7683083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00114029-0088-4DC2-8CB7-242EBCA5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B2A3C3B9-DE8E-4592-8ADC-F684885A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A2E7D66C-4618-469F-B3F2-F24AA9AD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A65C1675-7018-4EC7-8ECA-AD542D99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3BF7D342-47CE-47C8-B7BF-93E3FFB1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76F9A623-098D-4EE0-AA25-158A2556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DAA646BE-A995-4F86-9FE4-FF5EE4D3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427FADE6-E7F7-45FA-AA27-45B34B45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95A2146D-1598-42F7-9399-D88D1BD7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59E61F3C-AAB3-428B-9CA0-AB22CEA9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91AC6D82-CEA1-4AA1-852A-66EF0901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D8A926C7-88AB-4715-97B3-D58B92C1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F3E4A074-3DC0-477A-90A5-30F83CF0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709A9718-55BC-48F3-906D-074CE58E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2B2991C7-1F4A-4602-8DAB-1294DE18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 passa de Simple para Combined. O antigo encontro, em 2, passa a Truck.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975EB8B7-DE1E-4F66-99FC-6DDBC676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3. O drone passa a reencontrar o caminhão em 3.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59D225E0-F586-4710-BABE-95D7AEF3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8951 − 187 = 8764.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10 posições Simple.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2E0BE2D3-0006-4E67-A84D-E3A81159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8.764</a:t>
            </a:r>
          </a:p>
        </p:txBody>
      </p:sp>
    </p:spTree>
    <p:extLst>
      <p:ext uri="{BB962C8B-B14F-4D97-AF65-F5344CB8AC3E}">
        <p14:creationId xmlns:p14="http://schemas.microsoft.com/office/powerpoint/2010/main" val="959976075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05 · PushLeft no vértice 16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F1FA4F-5E1D-6DD7-8899-DB45C4C32C6E}" type="slidenum">
              <a:t>59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7F6EA3FF-2045-42AA-BBCC-B91559A0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4DA2046F-C507-4AAC-86B2-9304E724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5AAD17D1-B546-4C73-85A8-CE25B32C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5904A0AD-E362-4ACF-B1E9-46F2FE8C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274C33E3-823A-4F50-864D-CDDA8B19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B2602E6F-142A-418E-A832-3896A8B7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2F3ED6E5-D85E-4034-A992-41B6A02B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8BFAA3BA-935A-44BE-8ED4-32A9DF07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BB5A41CE-208B-4F9F-99BB-59593325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7250C2A4-DCCE-4B6E-9634-048944F1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39F1EEF3-8000-466B-92F1-1E51FD16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8E34CB49-F243-4499-B4FD-F54FD119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A316C6E4-EE81-4DD6-82D8-1E609B13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B51506DB-34F1-42DD-8F7E-96BB7729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13FDE8AA-F94B-4B6B-825F-6BC06D7F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363611A4-F667-456E-AEF7-992D5597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B5F49C81-B4F3-4AA6-AA64-BF3F9806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C8F9B5A0-5E5B-437C-89F3-ECB4028D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411" y="1926999"/>
            <a:ext cx="819154" cy="3074897"/>
          </a:xfrm>
          <a:custGeom xmlns:a="http://schemas.openxmlformats.org/drawingml/2006/main">
            <a:pathLst>
              <a:path w="819154" h="3074897">
                <a:moveTo>
                  <a:pt x="0" y="0"/>
                </a:moveTo>
                <a:lnTo>
                  <a:pt x="819154" y="307489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20F9AE1A-362D-4BE4-B077-A700728C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72A82FC9-C460-4166-B84B-A8C423B3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3B98E92B-640B-45DD-AFCA-05AA8D54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359F9E18-78A1-4744-87BD-F81614CC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Vértice 5">
            <a:extLst xmlns:a="http://schemas.openxmlformats.org/drawingml/2006/main">
              <a:ext uri="{FF2B5EF4-FFF2-40B4-BE49-F238E27FC236}">
                <a16:creationId xmlns:a16="http://schemas.microsoft.com/office/drawing/2014/main" id="{3A1F9816-38CA-40E6-B87E-F5362BBC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7" name="Vértice 6">
            <a:extLst xmlns:a="http://schemas.openxmlformats.org/drawingml/2006/main">
              <a:ext uri="{FF2B5EF4-FFF2-40B4-BE49-F238E27FC236}">
                <a16:creationId xmlns:a16="http://schemas.microsoft.com/office/drawing/2014/main" id="{D30AEF87-AB24-4A58-A535-E8A8D83A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8" name="Vértice 7">
            <a:extLst xmlns:a="http://schemas.openxmlformats.org/drawingml/2006/main">
              <a:ext uri="{FF2B5EF4-FFF2-40B4-BE49-F238E27FC236}">
                <a16:creationId xmlns:a16="http://schemas.microsoft.com/office/drawing/2014/main" id="{4E109755-17B8-4D1F-A1B5-E7D6E3C8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9" name="Vértice 8">
            <a:extLst xmlns:a="http://schemas.openxmlformats.org/drawingml/2006/main">
              <a:ext uri="{FF2B5EF4-FFF2-40B4-BE49-F238E27FC236}">
                <a16:creationId xmlns:a16="http://schemas.microsoft.com/office/drawing/2014/main" id="{6D855C74-A6B6-4496-88F1-D132BC84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0" name="Vértice 9">
            <a:extLst xmlns:a="http://schemas.openxmlformats.org/drawingml/2006/main">
              <a:ext uri="{FF2B5EF4-FFF2-40B4-BE49-F238E27FC236}">
                <a16:creationId xmlns:a16="http://schemas.microsoft.com/office/drawing/2014/main" id="{349E2E0E-7110-4275-8B6E-E0947E2D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5369D49E-78F6-4E5D-AFA3-04D55E7B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2" name="Vértice 11">
            <a:extLst xmlns:a="http://schemas.openxmlformats.org/drawingml/2006/main">
              <a:ext uri="{FF2B5EF4-FFF2-40B4-BE49-F238E27FC236}">
                <a16:creationId xmlns:a16="http://schemas.microsoft.com/office/drawing/2014/main" id="{D13E0623-EC27-4D74-880E-603765F7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3" name="Vértice 12">
            <a:extLst xmlns:a="http://schemas.openxmlformats.org/drawingml/2006/main">
              <a:ext uri="{FF2B5EF4-FFF2-40B4-BE49-F238E27FC236}">
                <a16:creationId xmlns:a16="http://schemas.microsoft.com/office/drawing/2014/main" id="{BC5FAB05-A8FF-4B1C-90AD-4B4EBE2E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4" name="Vértice 13">
            <a:extLst xmlns:a="http://schemas.openxmlformats.org/drawingml/2006/main">
              <a:ext uri="{FF2B5EF4-FFF2-40B4-BE49-F238E27FC236}">
                <a16:creationId xmlns:a16="http://schemas.microsoft.com/office/drawing/2014/main" id="{C066F853-0CAC-4A22-9BCA-D42B0F32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5" name="Vértice 14">
            <a:extLst xmlns:a="http://schemas.openxmlformats.org/drawingml/2006/main">
              <a:ext uri="{FF2B5EF4-FFF2-40B4-BE49-F238E27FC236}">
                <a16:creationId xmlns:a16="http://schemas.microsoft.com/office/drawing/2014/main" id="{E1EDFBF6-EA91-4E8E-A255-B8D42E6C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6" name="Vértice 15">
            <a:extLst xmlns:a="http://schemas.openxmlformats.org/drawingml/2006/main">
              <a:ext uri="{FF2B5EF4-FFF2-40B4-BE49-F238E27FC236}">
                <a16:creationId xmlns:a16="http://schemas.microsoft.com/office/drawing/2014/main" id="{A37557FA-51EB-4AB1-B5B0-91C4B8B6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814ADEAD-BEF3-4A66-BF22-7E9E82BD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333" y="494720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FCE97FCC-6ECA-47D9-8C3B-A5CE4611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C60A610C-0884-47B8-8F62-C387E7A0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BC24C11C-4A26-4990-A349-16BB5999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97F5F5D9-A66C-439E-ACE5-539C61BF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AF15187C-0548-4967-8C61-DD8629D9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26C07CFA-6BE8-4AF8-97AA-823EAAE0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7EB9A524-0040-4F94-832F-B04C253C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16 passa de Simple para Combined. O antigo encontro, em 3, passa a Truck.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B3FA756F-51F4-4B72-BD5F-BB8A401D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16. O drone passa a reencontrar o caminhão em 16.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5E66FE58-DCF7-4199-9F03-3286681A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8764 − 979 = 7785.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9 posições Simple.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1C8DEE66-EE77-489C-85A8-970F2170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7.785</a:t>
            </a:r>
          </a:p>
        </p:txBody>
      </p:sp>
    </p:spTree>
    <p:extLst>
      <p:ext uri="{BB962C8B-B14F-4D97-AF65-F5344CB8AC3E}">
        <p14:creationId xmlns:p14="http://schemas.microsoft.com/office/powerpoint/2010/main" val="638606386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06 · PushLeft no vértice 10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8F55584-BE3A-83D9-FA7F-21221C333295}" type="slidenum">
              <a:t>60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71E9BFB0-E207-4CED-88F5-307ADEB8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A4890E5-06F5-4F5F-A6EF-EA3DBCE0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8F59501A-1561-4470-BFB8-4FC2E6EA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58FC7EAB-F996-4FE1-849A-D8211E5B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41A3A73C-F181-426B-BA56-A4116982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84F99CBB-5A8B-4FDB-9068-E5C8980B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662E1A99-0A5A-400F-89B6-37B8EF91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D94F17E0-C549-48CA-9E88-0166B693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60880655-D5DA-420B-B255-C2E6A00D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2C3D119B-7F53-4643-A439-562577E6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E5BF22EF-F92A-4695-A86E-AE6F0D4E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82412C5D-F0F9-4793-8040-B666294A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C5174808-DFF1-4D2A-ACD7-9787DEEC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6A63BCA5-607C-4C3A-98B9-8ECC4B30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64A6FB6A-D66C-4E50-9F92-DCECCDF7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8B6A172F-F25F-4C8D-B9A3-9493C8CC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E4C6DE12-1365-4CE6-8938-529B3A3B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F5FB1E20-8C0A-4DDA-B8F4-CED725AE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468" y="1934061"/>
            <a:ext cx="953" cy="3523279"/>
          </a:xfrm>
          <a:custGeom xmlns:a="http://schemas.openxmlformats.org/drawingml/2006/main">
            <a:pathLst>
              <a:path w="953" h="3523279">
                <a:moveTo>
                  <a:pt x="0" y="0"/>
                </a:moveTo>
                <a:lnTo>
                  <a:pt x="0" y="352327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15288DBB-B5D5-4A4E-AC0B-B50E6C6B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A9AFFF32-9177-42B0-A7DF-BC0641DD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CFADFBD0-92C6-4C54-AE6E-760A3154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D7B2DC18-6AD7-4DAC-B9E1-80135ACD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Vértice 5">
            <a:extLst xmlns:a="http://schemas.openxmlformats.org/drawingml/2006/main">
              <a:ext uri="{FF2B5EF4-FFF2-40B4-BE49-F238E27FC236}">
                <a16:creationId xmlns:a16="http://schemas.microsoft.com/office/drawing/2014/main" id="{9944B9DF-0AF6-4CCB-B664-C94E7D25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7" name="Vértice 6">
            <a:extLst xmlns:a="http://schemas.openxmlformats.org/drawingml/2006/main">
              <a:ext uri="{FF2B5EF4-FFF2-40B4-BE49-F238E27FC236}">
                <a16:creationId xmlns:a16="http://schemas.microsoft.com/office/drawing/2014/main" id="{56459F01-A9EA-44D7-8FCB-630E5129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8" name="Vértice 7">
            <a:extLst xmlns:a="http://schemas.openxmlformats.org/drawingml/2006/main">
              <a:ext uri="{FF2B5EF4-FFF2-40B4-BE49-F238E27FC236}">
                <a16:creationId xmlns:a16="http://schemas.microsoft.com/office/drawing/2014/main" id="{47A04902-F3D3-4612-9043-BDAB6105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9" name="Vértice 8">
            <a:extLst xmlns:a="http://schemas.openxmlformats.org/drawingml/2006/main">
              <a:ext uri="{FF2B5EF4-FFF2-40B4-BE49-F238E27FC236}">
                <a16:creationId xmlns:a16="http://schemas.microsoft.com/office/drawing/2014/main" id="{6725DAF7-72B2-415B-9668-029DF309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0" name="Vértice 9">
            <a:extLst xmlns:a="http://schemas.openxmlformats.org/drawingml/2006/main">
              <a:ext uri="{FF2B5EF4-FFF2-40B4-BE49-F238E27FC236}">
                <a16:creationId xmlns:a16="http://schemas.microsoft.com/office/drawing/2014/main" id="{620DB35B-AEC9-4719-8511-F00C4AAF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79ABC692-4DFB-49A0-96CC-0D6AE0E0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93" y="5409714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B3AF9D8A-E8E4-4B5A-98E3-E01F0F47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5D68843F-BAEA-4E6E-86F9-4EE272EF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64C11ADC-ED98-43F7-BBEE-3029F153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AA0C80C6-0BAA-4FD6-BF4F-98781E8A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6149255B-8E5B-4DC3-B044-72B56EA1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7841D1AE-2D88-4AF1-9A6E-D94F8B69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148E84A0-3681-4BDF-BC72-064FA6A4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A8522FC0-2F4D-49F8-BBF2-4D70F6C5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482417FF-F69A-460E-A05A-F6043899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624072CA-7E02-4C97-9439-65FFAE35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CBF0353C-6465-4835-AA8C-E8CFCA94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1CD6B972-DC21-43E9-9AA9-864A0B9B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CEED6AF1-8A01-463C-ABD9-72616DBA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 passa de Simple para Combined. O antigo encontro, em 16, passa a Truck.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A88A7521-377B-4A9F-AE1B-F6574BBE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10. O drone passa a reencontrar o caminhão em 10.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8BEED25B-B7E9-4061-85F9-6C3E08F9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7785 − 1161 = 6624.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8 posições Simple.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6A680C8D-5BA2-4EA1-841F-BB071CE9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6.624</a:t>
            </a:r>
          </a:p>
        </p:txBody>
      </p:sp>
    </p:spTree>
    <p:extLst>
      <p:ext uri="{BB962C8B-B14F-4D97-AF65-F5344CB8AC3E}">
        <p14:creationId xmlns:p14="http://schemas.microsoft.com/office/powerpoint/2010/main" val="1100776124"/>
      </p:ext>
    </p:extLst>
  </p:cSld>
</p:sld>
</file>

<file path=ppt/slides/slide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07 · PushLeft no vértice 9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1E013D6-0C4B-FE2D-855A-F1342FCB0974}" type="slidenum">
              <a:t>61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09E0A126-C25E-402C-BF84-86E9FD3B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8C684F5-4904-44E9-966C-9B35FC2A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CCA44F7E-871D-46E4-A326-68549188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4A1A28D6-D162-4990-83D0-22862C3D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053E2FDF-D65A-4F67-836B-D5F23B3E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5FE3C2C8-13E7-4537-A823-03CF1C10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20737D86-A643-490B-BEDC-1563D9A9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B3DB0275-38D3-45E2-B885-7E1EC926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6A680F11-60F8-478E-A0B0-1F8BB95C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812B1C6F-3FEA-451E-817B-9CFA68E4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9E17F750-95B8-4C8F-99BC-FFA05447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77F2605E-5882-476E-AA11-B5F14A18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1708900B-34B1-44C1-97CB-596921FC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4A2B58EC-807E-40D4-A1F7-D097231E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5554DD4B-2DB3-43D2-966A-9A3A92C5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5E1AF0E3-6633-4C26-8D5E-0BCAD590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027D3270-A801-4D60-BFC6-C82652E0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83A341C7-3B1A-47F2-BA59-A8F89C75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93" y="1926999"/>
            <a:ext cx="985632" cy="3699813"/>
          </a:xfrm>
          <a:custGeom xmlns:a="http://schemas.openxmlformats.org/drawingml/2006/main">
            <a:pathLst>
              <a:path w="985632" h="3699813">
                <a:moveTo>
                  <a:pt x="985632" y="0"/>
                </a:moveTo>
                <a:lnTo>
                  <a:pt x="0" y="3699813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B746ACC6-0D32-4AC7-9401-21DC38CC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C0DD2AAE-20CF-4B95-9434-09E28545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EC3EA25D-ED85-4567-8667-16BF47E1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22B7A459-2891-4E8E-8D32-4E6F93CB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Vértice 5">
            <a:extLst xmlns:a="http://schemas.openxmlformats.org/drawingml/2006/main">
              <a:ext uri="{FF2B5EF4-FFF2-40B4-BE49-F238E27FC236}">
                <a16:creationId xmlns:a16="http://schemas.microsoft.com/office/drawing/2014/main" id="{43E4FAB0-AC58-4BD9-93EC-6A33C676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7" name="Vértice 6">
            <a:extLst xmlns:a="http://schemas.openxmlformats.org/drawingml/2006/main">
              <a:ext uri="{FF2B5EF4-FFF2-40B4-BE49-F238E27FC236}">
                <a16:creationId xmlns:a16="http://schemas.microsoft.com/office/drawing/2014/main" id="{DFBB5106-4281-4E6D-A971-80DA9E38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8" name="Vértice 7">
            <a:extLst xmlns:a="http://schemas.openxmlformats.org/drawingml/2006/main">
              <a:ext uri="{FF2B5EF4-FFF2-40B4-BE49-F238E27FC236}">
                <a16:creationId xmlns:a16="http://schemas.microsoft.com/office/drawing/2014/main" id="{60178521-C637-4CCC-9B14-7C8AB967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9" name="Vértice 8">
            <a:extLst xmlns:a="http://schemas.openxmlformats.org/drawingml/2006/main">
              <a:ext uri="{FF2B5EF4-FFF2-40B4-BE49-F238E27FC236}">
                <a16:creationId xmlns:a16="http://schemas.microsoft.com/office/drawing/2014/main" id="{AF13DFB6-D4EB-4A17-8742-752FFD74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78D53BC3-5433-4D9E-8F80-9C9A4551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5721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B45A35A8-02E7-4517-B2FD-CBE8BF1D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557E5484-645A-4FC0-9040-2D5805A7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3C602389-501F-4476-A901-1808455B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18362C5A-39C8-4A3A-B117-2C489A33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F39BB63E-0A89-449E-9744-3B414F0B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A3F40DBE-C05E-48AF-B172-FFAE2C3F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2DC95D7F-778F-4B2D-93E7-E528F4D2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100D6040-8F38-4249-80A4-2FFFCEE2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4C8EDEC3-7F46-42BA-84D0-02A20957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C6D46C03-3BA2-42E4-9668-43696853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AAA23D6C-CF62-4AE1-B654-F27E23EA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DE460D80-1FD7-4390-9FE5-42D62273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1BEBEF63-D26C-4ABD-8B6D-8841D08F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5F50EE24-C931-4414-8489-4A9173EF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 passa de Simple para Combined. O antigo encontro, em 10, passa a Truck.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6BE04EBC-A5C3-4ED2-80F3-B739B492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9. O drone passa a reencontrar o caminhão em 9.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8DAB8FCC-D2FC-4C28-948A-3676364C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6624 − 638 = 5986.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7 posições Simple.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DE94281E-FAA3-491E-8504-73043441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5.986</a:t>
            </a:r>
          </a:p>
        </p:txBody>
      </p:sp>
    </p:spTree>
    <p:extLst>
      <p:ext uri="{BB962C8B-B14F-4D97-AF65-F5344CB8AC3E}">
        <p14:creationId xmlns:p14="http://schemas.microsoft.com/office/powerpoint/2010/main" val="1000230839"/>
      </p:ext>
    </p:extLst>
  </p:cSld>
</p:sld>
</file>

<file path=ppt/slides/slide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08 · PushLeft no vértice 7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71E1DC6-F89D-8D69-6333-36D980A4F9DD}" type="slidenum">
              <a:t>62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2DE1E174-D747-42C7-A4AA-01B35FE9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756C0A61-D743-42D8-AF9F-1C9ACBA5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0EA2A2C3-549F-4150-891C-7C00541F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FC4923D1-49A0-4A16-BF26-AA9275DF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7D2034B1-5146-4CCE-892A-78ADB9C1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4E09FBCD-FB17-45DB-BF0B-008DE1BC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064F6570-88FF-4AEE-9B65-F2741B1F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9C09CAD7-2B4F-4607-A12F-4A6C71AF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AF113B14-EDF2-4EB8-B7DF-13FFDC30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5E5FEF9A-A3DF-43D6-BD01-D8059DDE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1DA4098A-7556-4614-B80F-521A0346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9549503D-0B0C-4D20-AD5B-6F13B582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A4D06144-0C3A-437F-9953-2FFB9CAE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2AC34A5B-56CE-44A4-A3A3-FB6E513E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F2736B8F-2A94-4196-9DEB-581B1F27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D2B68E81-7CDF-44E9-98C6-7DE60563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CBFA8D03-9C5B-4954-A949-CFAE422E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6385799E-113E-4D17-831B-D1B4999F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86" y="1907753"/>
            <a:ext cx="1983728" cy="3575894"/>
          </a:xfrm>
          <a:custGeom xmlns:a="http://schemas.openxmlformats.org/drawingml/2006/main">
            <a:pathLst>
              <a:path w="1983728" h="3575894">
                <a:moveTo>
                  <a:pt x="1983728" y="0"/>
                </a:moveTo>
                <a:lnTo>
                  <a:pt x="0" y="357589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1970AD0D-E2FD-4BCC-B184-DA36C6EB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59C87E56-A0ED-491B-A8F6-39101193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ADD3CDF7-DEB5-4CBD-ADB5-7867B54A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7F238648-979B-4C5F-B9D0-C8B82A0D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Vértice 5">
            <a:extLst xmlns:a="http://schemas.openxmlformats.org/drawingml/2006/main">
              <a:ext uri="{FF2B5EF4-FFF2-40B4-BE49-F238E27FC236}">
                <a16:creationId xmlns:a16="http://schemas.microsoft.com/office/drawing/2014/main" id="{2B05E673-0BE4-4461-91DE-8BF8D137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7" name="Vértice 6">
            <a:extLst xmlns:a="http://schemas.openxmlformats.org/drawingml/2006/main">
              <a:ext uri="{FF2B5EF4-FFF2-40B4-BE49-F238E27FC236}">
                <a16:creationId xmlns:a16="http://schemas.microsoft.com/office/drawing/2014/main" id="{C611D400-7ED5-4EF7-AB42-4464759B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86C1F405-4A35-462B-824E-0D4D97F0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257" y="5409714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94622F51-6C14-47F4-81E9-B0B9382E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2DE6193F-3B67-4DE8-9F40-449BAE95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94F84D16-27A3-4BB7-9BD0-8B12A68E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4E0FABC7-53EB-4422-94B6-83606F9B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0CF30323-93CA-4BA0-A9FC-8964A783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39DAE478-D0E2-4D4E-93D7-249D638B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5FDD5EA9-C758-4918-9771-C82DDAA8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635592B6-140A-4C08-B505-ABDB5BDA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45F721F0-429F-4F51-8C0B-FDA6E5ED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CC129867-BEFD-44EE-ABD6-0621839B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D4D5301F-A6C3-4E94-ACDF-30A68EDC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448FD778-790D-4239-8593-0F784358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871C9874-14D7-4547-BE05-9AFF4C90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5DB90ABD-3B32-46C3-9D3D-210C3ADC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FE7A82FF-0989-4E50-99CC-02D15411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7EC5F897-C57B-498B-B988-C59B5B88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7 passa de Simple para Combined. O antigo encontro, em 9, passa a Truck.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D1959E89-B260-4725-B5C5-E696697A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7. O drone passa a reencontrar o caminhão em 7.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81DD71E4-0B09-4399-8573-6D912AC4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5986 − 181 = 5805.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6 posições Simple.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91AE2E61-9BE3-460C-9641-95817786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5.805</a:t>
            </a:r>
          </a:p>
        </p:txBody>
      </p:sp>
    </p:spTree>
    <p:extLst>
      <p:ext uri="{BB962C8B-B14F-4D97-AF65-F5344CB8AC3E}">
        <p14:creationId xmlns:p14="http://schemas.microsoft.com/office/powerpoint/2010/main" val="1633335861"/>
      </p:ext>
    </p:extLst>
  </p:cSld>
</p:sld>
</file>

<file path=ppt/slides/slide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09 · PushLeft no vértice 6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8BECC1C-8AF1-E14F-B384-26C5966C006A}" type="slidenum">
              <a:t>63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5547F19B-8DC2-41BD-9BC2-D141F08B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8A799378-A87E-4455-8529-144E3344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A953657B-B9FD-4F6B-A5A9-04C18A83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8A2754AA-25C5-4DC9-ABFD-1BD803EB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DBB8543E-F4FA-47F0-A10A-C18A17D0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6E08E329-F350-4F5D-A911-43D56AC7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21111377-06F8-4582-BB87-DA2C1055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40622892-4F9F-4C2E-9139-62A21441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6DB6BD4C-0694-489E-A8D9-BD5AAF0A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36F5737F-1C37-4CB1-87C4-D4F88EE4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2ACB9235-036E-4F3F-BF19-E9FE7C16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4638A3AF-4261-477B-9C3F-83A53C8A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FABECCBB-D19E-4C2B-A015-B06148A0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F69F1885-B700-4D51-81D9-25F8C7D7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1E8FFEA5-5177-4810-A0BE-0D6453D9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689062B2-D5E5-4522-B24D-399D76E1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F499616F-02E1-4B26-B001-44CE85F7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2A7E1543-B056-4810-B378-C24E3473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132" y="1880665"/>
            <a:ext cx="2834597" cy="3167564"/>
          </a:xfrm>
          <a:custGeom xmlns:a="http://schemas.openxmlformats.org/drawingml/2006/main">
            <a:pathLst>
              <a:path w="2834597" h="3167564">
                <a:moveTo>
                  <a:pt x="2834597" y="0"/>
                </a:moveTo>
                <a:lnTo>
                  <a:pt x="0" y="316756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19B185AB-6302-41E8-AB56-BCF261D0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88B99EF1-FC81-407D-ABDB-11B09E91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732CAAAE-9D91-4801-A92F-80E41120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8011C1CE-25D5-42B1-93E7-23AFAC83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Vértice 5">
            <a:extLst xmlns:a="http://schemas.openxmlformats.org/drawingml/2006/main">
              <a:ext uri="{FF2B5EF4-FFF2-40B4-BE49-F238E27FC236}">
                <a16:creationId xmlns:a16="http://schemas.microsoft.com/office/drawing/2014/main" id="{DC4E12CA-AF29-4D6D-A14C-D326A5EC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3E084C19-6CA4-474B-A0D5-D75A6A5D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17" y="494720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72EFF1BE-3F66-4CFA-B460-7C38D424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74FDB4E6-FD38-4955-AE55-409327E3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F5B66480-B1DD-4C0F-B204-259071A6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69C9548A-47B0-426C-92CE-92B79D31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E8435460-6E71-427E-9BBF-E8B9F0E7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0F42E06C-C653-455A-BF4D-7A130054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F4CEA35E-D47E-44CF-92CB-9C23248D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DC91DF5B-00BE-4395-8109-CBBBC89E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C7ECEBC3-490E-4694-910F-858B18E9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BD06D4DD-2FD1-40EA-AF6A-61E39FEF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2E67E1AB-9A2A-4453-BF11-A8FDDEF9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A4E23481-B142-46F1-8D03-D2837B20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597A58FE-C3DA-4A6F-BE47-2A3C44DD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8B1153F7-F9DA-44D6-9082-9FFCA8CC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276ADC71-85DF-41E5-8F68-F0FB3671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0EC9B2DF-829B-4268-B41A-D1E114EF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977DD3E9-E0B8-45C7-8EDB-5D0342EC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 passa de Simple para Combined. O antigo encontro, em 7, passa a Truck.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75DB3936-B444-4A37-B94D-2E2C7E75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6. O drone passa a reencontrar o caminhão em 6.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76FA8414-8F67-483D-AA1C-938EE7CA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5805 − 195 = 5610.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5 posições Simple.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14B8D83F-2A84-42E6-9342-A9D6EAD9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5.610</a:t>
            </a:r>
          </a:p>
        </p:txBody>
      </p:sp>
    </p:spTree>
    <p:extLst>
      <p:ext uri="{BB962C8B-B14F-4D97-AF65-F5344CB8AC3E}">
        <p14:creationId xmlns:p14="http://schemas.microsoft.com/office/powerpoint/2010/main" val="2024831555"/>
      </p:ext>
    </p:extLst>
  </p:cSld>
</p:sld>
</file>

<file path=ppt/slides/slide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10 · PushLeft no vértice 5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266C08-4012-4EBF-30A1-86DAD603F97A}" type="slidenum">
              <a:t>64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01E11941-CF85-4E18-A0FD-A225FA59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B74E446E-FEE6-45DE-B8C3-D31CD05D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A131AE29-B95E-4858-B5B7-2B5AC29C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7E36CD04-D344-4A91-AAA2-3A70A721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A5D27FF6-7804-4ED3-885E-977AACCD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9C9034E3-243A-4733-A464-8CEE351A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2977D32C-9F3B-45E4-AF65-60E661D2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00C4269B-704F-4CDD-AA37-F40FE26F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F3CACB75-F6D9-4846-99D9-37410F10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9EE6FEF0-0151-4026-8DFB-50609F54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BBCDCE54-28B5-45BB-8329-91543A3D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22F5D03F-1983-4D5C-A230-94FF0007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3ADFB47E-29F5-47B8-A56C-A8031DD8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61EBD452-41DB-441F-A9CA-5BCC2305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FABFE2CA-8AEA-49D8-96E1-7F2B449E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6F30985E-57BF-4B05-AF60-F52F0CC3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1772B3F9-3704-479D-A86E-F3C5BC84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D5B206F3-75F7-4042-AFA5-EF8CA9F4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873" y="1849882"/>
            <a:ext cx="3397687" cy="2536940"/>
          </a:xfrm>
          <a:custGeom xmlns:a="http://schemas.openxmlformats.org/drawingml/2006/main">
            <a:pathLst>
              <a:path w="3397687" h="2536940">
                <a:moveTo>
                  <a:pt x="3397687" y="0"/>
                </a:moveTo>
                <a:lnTo>
                  <a:pt x="0" y="253694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F901DFF6-D6E5-4A2C-BADE-06527BCB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341639C0-F5A1-4AE9-B36F-968BC955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759FD26D-0DC2-4F0C-BFD5-4F1FF6A6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58373655-D06D-405E-BDFF-290C0159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E7D6E4CA-E773-4FE0-BB67-67D09619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89" y="4255018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57" name="Vértice 5">
            <a:extLst xmlns:a="http://schemas.openxmlformats.org/drawingml/2006/main">
              <a:ext uri="{FF2B5EF4-FFF2-40B4-BE49-F238E27FC236}">
                <a16:creationId xmlns:a16="http://schemas.microsoft.com/office/drawing/2014/main" id="{F7A680A1-FB0A-49FD-97D5-D0D22EC9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8" name="Vértice 6">
            <a:extLst xmlns:a="http://schemas.openxmlformats.org/drawingml/2006/main">
              <a:ext uri="{FF2B5EF4-FFF2-40B4-BE49-F238E27FC236}">
                <a16:creationId xmlns:a16="http://schemas.microsoft.com/office/drawing/2014/main" id="{5B152A21-256F-4D75-9CF9-4CF9C92D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9" name="Vértice 7">
            <a:extLst xmlns:a="http://schemas.openxmlformats.org/drawingml/2006/main">
              <a:ext uri="{FF2B5EF4-FFF2-40B4-BE49-F238E27FC236}">
                <a16:creationId xmlns:a16="http://schemas.microsoft.com/office/drawing/2014/main" id="{9DFEDC96-E571-4220-9A0F-002520A6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0" name="Vértice 8">
            <a:extLst xmlns:a="http://schemas.openxmlformats.org/drawingml/2006/main">
              <a:ext uri="{FF2B5EF4-FFF2-40B4-BE49-F238E27FC236}">
                <a16:creationId xmlns:a16="http://schemas.microsoft.com/office/drawing/2014/main" id="{A3AB08C1-4822-4F76-83F7-81E5D484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1" name="Vértice 9">
            <a:extLst xmlns:a="http://schemas.openxmlformats.org/drawingml/2006/main">
              <a:ext uri="{FF2B5EF4-FFF2-40B4-BE49-F238E27FC236}">
                <a16:creationId xmlns:a16="http://schemas.microsoft.com/office/drawing/2014/main" id="{3DCED225-E78F-4DC7-A569-9E52DAB2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2" name="Vértice 10">
            <a:extLst xmlns:a="http://schemas.openxmlformats.org/drawingml/2006/main">
              <a:ext uri="{FF2B5EF4-FFF2-40B4-BE49-F238E27FC236}">
                <a16:creationId xmlns:a16="http://schemas.microsoft.com/office/drawing/2014/main" id="{310B94A3-5D5D-48EA-B8DB-A16791DC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3" name="Vértice 11">
            <a:extLst xmlns:a="http://schemas.openxmlformats.org/drawingml/2006/main">
              <a:ext uri="{FF2B5EF4-FFF2-40B4-BE49-F238E27FC236}">
                <a16:creationId xmlns:a16="http://schemas.microsoft.com/office/drawing/2014/main" id="{4538B19E-5799-451F-B108-54C0C276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B295D846-F4A9-46A0-A0E7-97D0F992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23F9DF99-4A0A-41C5-9449-817FF80B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42001615-398B-44AD-B779-6AAB9905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E6B7FDA3-418E-4682-9C12-F0C7A25B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99A2E99B-B430-43C7-8225-1F1DD712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0318E3B5-05A2-4442-9131-60A9B277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9425C7FB-4325-488F-9CCF-BB24B59B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C4B153F7-14F4-4046-8F2C-137B42BA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B09E6324-9AF8-4193-9011-BF44CBD4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75798A8A-2DC3-4956-8081-5546DE5B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419D3F19-B977-4942-9262-11558F0B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5 passa de Simple para Combined. O antigo encontro, em 6, passa a Truck.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D8F42BFB-301A-4732-9568-22FF4A18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5. O drone passa a reencontrar o caminhão em 5.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9A49DBC5-A120-491F-8ADB-8EEE4CFC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5610 − 555 = 5055.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4 posições Simple.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93C53204-3650-45F8-90BF-194CAB9F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5.055</a:t>
            </a:r>
          </a:p>
        </p:txBody>
      </p:sp>
    </p:spTree>
    <p:extLst>
      <p:ext uri="{BB962C8B-B14F-4D97-AF65-F5344CB8AC3E}">
        <p14:creationId xmlns:p14="http://schemas.microsoft.com/office/powerpoint/2010/main" val="357510425"/>
      </p:ext>
    </p:extLst>
  </p:cSld>
</p:sld>
</file>

<file path=ppt/slides/slide6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11 · PushLeft no vértice 15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FF3517-0353-38FD-111C-6706FB0AABA9}" type="slidenum">
              <a:t>65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5A22291E-D13A-4981-8549-7B51222A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4D1451F8-9405-41B3-B451-5BE8E85C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CE2B45BC-4BE1-40F5-9441-36C75307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69DCC2AD-BE6D-4DDD-B2E0-1CB2BF8F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EADB52F8-26DA-4915-A689-4FED69D5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853C8CF4-1E70-4506-B84C-552F55E6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781F4D84-C94D-4D16-AB74-F781945B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9C264C6B-61FB-4F33-8EAD-89589B7B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D06F8173-03A5-4185-BF09-84FE4BC9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AE45EAE6-5DCA-4A2E-8CAC-4C5F4D7A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614A92D9-1A85-4E07-93A6-C193BB00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DB6B236E-5E94-404F-9315-45D9FF5D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AB7E021D-4A2B-49C1-86E3-D51C3B6C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32F0523D-0118-4E64-A21E-CCF9CF49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B9F9EEB5-502C-4F1D-ACDD-6D0D0465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37B50027-76DC-4D2F-BB81-2FC09DAC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8FCEA270-6C7D-487F-AE57-DBA75083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AFAFEDB9-EBE9-4AE0-B3A8-600F19D2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959" y="1818060"/>
            <a:ext cx="3576000" cy="1784090"/>
          </a:xfrm>
          <a:custGeom xmlns:a="http://schemas.openxmlformats.org/drawingml/2006/main">
            <a:pathLst>
              <a:path w="3576000" h="1784090">
                <a:moveTo>
                  <a:pt x="3576000" y="0"/>
                </a:moveTo>
                <a:lnTo>
                  <a:pt x="0" y="178409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1F688D9C-F5F8-4E04-B2B7-2967732C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52F9FFAA-11E5-4F4C-94A2-F339D8E4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66EE8859-6611-4B49-9BF0-F6F9AFAC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CC3DD4B8-548D-4A98-AEAF-F5ADE8AA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Vértice 5">
            <a:extLst xmlns:a="http://schemas.openxmlformats.org/drawingml/2006/main">
              <a:ext uri="{FF2B5EF4-FFF2-40B4-BE49-F238E27FC236}">
                <a16:creationId xmlns:a16="http://schemas.microsoft.com/office/drawing/2014/main" id="{5DE94AE8-680E-4431-A9C9-764DE57F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7" name="Vértice 6">
            <a:extLst xmlns:a="http://schemas.openxmlformats.org/drawingml/2006/main">
              <a:ext uri="{FF2B5EF4-FFF2-40B4-BE49-F238E27FC236}">
                <a16:creationId xmlns:a16="http://schemas.microsoft.com/office/drawing/2014/main" id="{255C0E13-B828-478D-9004-6E4FE902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8" name="Vértice 7">
            <a:extLst xmlns:a="http://schemas.openxmlformats.org/drawingml/2006/main">
              <a:ext uri="{FF2B5EF4-FFF2-40B4-BE49-F238E27FC236}">
                <a16:creationId xmlns:a16="http://schemas.microsoft.com/office/drawing/2014/main" id="{0D26E010-AF80-42C3-86CD-B2B225BD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9" name="Vértice 8">
            <a:extLst xmlns:a="http://schemas.openxmlformats.org/drawingml/2006/main">
              <a:ext uri="{FF2B5EF4-FFF2-40B4-BE49-F238E27FC236}">
                <a16:creationId xmlns:a16="http://schemas.microsoft.com/office/drawing/2014/main" id="{1177020A-BFE4-4BEC-955C-861F48DA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0" name="Vértice 9">
            <a:extLst xmlns:a="http://schemas.openxmlformats.org/drawingml/2006/main">
              <a:ext uri="{FF2B5EF4-FFF2-40B4-BE49-F238E27FC236}">
                <a16:creationId xmlns:a16="http://schemas.microsoft.com/office/drawing/2014/main" id="{8DF9AF18-727C-4187-82E4-F7CE4900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20D78BF0-FBD7-4458-8861-98B2C72D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2" name="Vértice 11">
            <a:extLst xmlns:a="http://schemas.openxmlformats.org/drawingml/2006/main">
              <a:ext uri="{FF2B5EF4-FFF2-40B4-BE49-F238E27FC236}">
                <a16:creationId xmlns:a16="http://schemas.microsoft.com/office/drawing/2014/main" id="{7A495660-BCDA-42C4-98AF-5AD39BD1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3" name="Vértice 12">
            <a:extLst xmlns:a="http://schemas.openxmlformats.org/drawingml/2006/main">
              <a:ext uri="{FF2B5EF4-FFF2-40B4-BE49-F238E27FC236}">
                <a16:creationId xmlns:a16="http://schemas.microsoft.com/office/drawing/2014/main" id="{766DC0E6-2796-41FD-B705-68D62756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4" name="Vértice 13">
            <a:extLst xmlns:a="http://schemas.openxmlformats.org/drawingml/2006/main">
              <a:ext uri="{FF2B5EF4-FFF2-40B4-BE49-F238E27FC236}">
                <a16:creationId xmlns:a16="http://schemas.microsoft.com/office/drawing/2014/main" id="{1A7CE98E-1B49-420F-B3BA-7CC101FA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5" name="Vértice 14">
            <a:extLst xmlns:a="http://schemas.openxmlformats.org/drawingml/2006/main">
              <a:ext uri="{FF2B5EF4-FFF2-40B4-BE49-F238E27FC236}">
                <a16:creationId xmlns:a16="http://schemas.microsoft.com/office/drawing/2014/main" id="{168F379B-44A4-4E54-AA77-F4E0BE2F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53CD8902-DACA-45C3-9B4C-69A982F6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385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6BDF1B1E-2769-4EFA-9FE2-15E51734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41966B1D-9934-438D-BBD4-155860CA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E269841E-F666-4734-92F4-E26C7AEF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9FDCF98F-1129-440F-B703-3790CBFB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1D636D1A-F42F-4433-97E3-6BD55106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48785F25-26DB-4552-989E-3CA19A15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9C83CAFC-BCD3-4199-AB82-14329FA6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CD96C589-A740-4463-8A06-34681C43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15 passa de Simple para Combined. O antigo encontro, em 5, passa a Truck.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14928314-D41B-47CA-B1F2-BD86A040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15. O drone passa a reencontrar o caminhão em 15.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DD165599-C20C-487A-8F85-A4F0D3A9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5055 − 116 = 4939.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3 posições Simple.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19559642-17FA-4EC0-A026-F3137A9D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4.939</a:t>
            </a:r>
          </a:p>
        </p:txBody>
      </p:sp>
    </p:spTree>
    <p:extLst>
      <p:ext uri="{BB962C8B-B14F-4D97-AF65-F5344CB8AC3E}">
        <p14:creationId xmlns:p14="http://schemas.microsoft.com/office/powerpoint/2010/main" val="536334051"/>
      </p:ext>
    </p:extLst>
  </p:cSld>
</p:sld>
</file>

<file path=ppt/slides/slide6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 · PushLeft no vértice 14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0572CC-9AC8-F369-D684-34788CEC1F0F}" type="slidenum">
              <a:t>66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CF6DDD18-B324-48AF-8E4D-EA9C8419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341CBCE-95BA-4D5D-BB96-AE80DB9F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777D9916-684D-408C-B45D-6450A405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8C390AB0-F5E4-47AD-B6B6-25CA52E5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E9919A77-5A04-49B0-A672-242A8A07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811F7F4A-356D-43FD-8054-F6F29EC0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1973CA3B-4DC2-46BA-BA73-D04D62D7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6290C266-6B56-45AB-8E8E-B8BB5B8A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B1823D45-EEC3-407E-8B12-818AEC03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7003B120-1504-4B03-A0CD-55DCBAFE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F50E38D7-7673-4A5C-AE6D-0AA72969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948D330D-37A6-4BE1-8EC4-E6E52DC0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C3BB03F3-4D26-49D5-8503-E50681DF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5EE28F2A-A499-4373-9888-83AFB027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40961FA8-5582-443C-BD53-2743D0B2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46EC973B-522D-4402-876D-41B79E2B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C92301A2-FA14-438E-A66E-F392A623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A79CB7A0-A3B4-4CF2-BF07-13297BF6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58" y="1786427"/>
            <a:ext cx="3333116" cy="1030864"/>
          </a:xfrm>
          <a:custGeom xmlns:a="http://schemas.openxmlformats.org/drawingml/2006/main">
            <a:pathLst>
              <a:path w="3333116" h="1030864">
                <a:moveTo>
                  <a:pt x="3333116" y="0"/>
                </a:moveTo>
                <a:lnTo>
                  <a:pt x="0" y="103086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4B521F5C-9AEA-4907-ABAE-B493623E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3DDA4B5B-426F-4388-9623-629DEA0A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DF15CFBE-881D-439A-9853-3F45E2FB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6A5A04FB-D10C-4E26-8770-F9F16C18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Vértice 5">
            <a:extLst xmlns:a="http://schemas.openxmlformats.org/drawingml/2006/main">
              <a:ext uri="{FF2B5EF4-FFF2-40B4-BE49-F238E27FC236}">
                <a16:creationId xmlns:a16="http://schemas.microsoft.com/office/drawing/2014/main" id="{A77F3FC4-3567-426D-886A-C3BF21B9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7" name="Vértice 6">
            <a:extLst xmlns:a="http://schemas.openxmlformats.org/drawingml/2006/main">
              <a:ext uri="{FF2B5EF4-FFF2-40B4-BE49-F238E27FC236}">
                <a16:creationId xmlns:a16="http://schemas.microsoft.com/office/drawing/2014/main" id="{E112723D-FD9D-4266-8FE8-63D2106C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8" name="Vértice 7">
            <a:extLst xmlns:a="http://schemas.openxmlformats.org/drawingml/2006/main">
              <a:ext uri="{FF2B5EF4-FFF2-40B4-BE49-F238E27FC236}">
                <a16:creationId xmlns:a16="http://schemas.microsoft.com/office/drawing/2014/main" id="{DEDB51B0-69F8-46EF-B539-8909954D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9" name="Vértice 8">
            <a:extLst xmlns:a="http://schemas.openxmlformats.org/drawingml/2006/main">
              <a:ext uri="{FF2B5EF4-FFF2-40B4-BE49-F238E27FC236}">
                <a16:creationId xmlns:a16="http://schemas.microsoft.com/office/drawing/2014/main" id="{C9DD216A-0071-44FA-9918-2DB7699C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0" name="Vértice 9">
            <a:extLst xmlns:a="http://schemas.openxmlformats.org/drawingml/2006/main">
              <a:ext uri="{FF2B5EF4-FFF2-40B4-BE49-F238E27FC236}">
                <a16:creationId xmlns:a16="http://schemas.microsoft.com/office/drawing/2014/main" id="{86224C0E-87EC-4BCD-B672-4295BC4F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D36B9CF3-6F2E-4E33-9CB7-DF857E3E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2" name="Vértice 11">
            <a:extLst xmlns:a="http://schemas.openxmlformats.org/drawingml/2006/main">
              <a:ext uri="{FF2B5EF4-FFF2-40B4-BE49-F238E27FC236}">
                <a16:creationId xmlns:a16="http://schemas.microsoft.com/office/drawing/2014/main" id="{93B14225-3AC7-4FFE-BB78-7E7BE011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3" name="Vértice 12">
            <a:extLst xmlns:a="http://schemas.openxmlformats.org/drawingml/2006/main">
              <a:ext uri="{FF2B5EF4-FFF2-40B4-BE49-F238E27FC236}">
                <a16:creationId xmlns:a16="http://schemas.microsoft.com/office/drawing/2014/main" id="{667E0DD5-0B74-48AD-8F53-36C24421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4" name="Vértice 13">
            <a:extLst xmlns:a="http://schemas.openxmlformats.org/drawingml/2006/main">
              <a:ext uri="{FF2B5EF4-FFF2-40B4-BE49-F238E27FC236}">
                <a16:creationId xmlns:a16="http://schemas.microsoft.com/office/drawing/2014/main" id="{A3ACB036-4CE7-4DAA-813E-A3B60D39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4761A5FE-1422-4A3E-9A1C-7FF16DC6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89" y="262203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65E3474E-D0B9-4F41-A088-750E439C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6A659DFB-D472-4CDE-8AEB-51B1B5A3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C288A409-0E81-4C3D-BCD8-CCF4F65B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66943FF4-D569-4371-ADDD-86CB9BB8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42B62D5B-F552-40F6-9E0B-ADC08979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B8D766D1-AA01-4F97-A187-0A404E60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9A6D83BF-90BA-466A-8DF5-C8D7DCAE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84CFCA4A-43AF-4107-8BD5-D13E941D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4CA487C0-C74A-42BB-8E89-64972D62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 passa de Simple para Combined. O antigo encontro, em 15, passa a Truck.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E961E858-BD8F-4377-A6BD-1E77FBDB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14. O drone passa a reencontrar o caminhão em 14.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B0C63389-5C3F-4287-9CFC-F65CDD7A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4939 − 185 = 4754.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2 posições Simple.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D1E2074E-9F3A-4A4C-9EFB-B67DB883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4.754</a:t>
            </a:r>
          </a:p>
        </p:txBody>
      </p:sp>
    </p:spTree>
    <p:extLst>
      <p:ext uri="{BB962C8B-B14F-4D97-AF65-F5344CB8AC3E}">
        <p14:creationId xmlns:p14="http://schemas.microsoft.com/office/powerpoint/2010/main" val="210769932"/>
      </p:ext>
    </p:extLst>
  </p:cSld>
</p:sld>
</file>

<file path=ppt/slides/slide6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 · PushLeft no vértice 13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9DAD1FF-0708-FB06-41A3-EFFD1902CB65}" type="slidenum">
              <a:t>67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4693019A-A5E7-4A3F-AB83-0975E6A4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EBB768DB-2E61-4CE0-8874-1E6B1B87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5FBF4714-9711-46A5-A4C6-8B8B3888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E68C624B-F14A-4ACB-9B33-DD6DDFC7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5EB68F9F-D596-4EA1-86F9-55E0D0F9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188EF053-FD4B-46CF-A6B7-6C726761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ECD552B1-2130-4BB6-B303-83A4FA99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643B5B51-640C-4418-AA38-03E634D4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DA710FDA-498D-48AC-AECB-D7C865DC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D295EDB8-1FBE-4AEE-95C5-9848D395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C38DDDC9-31F6-488E-A426-49E6640D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2FCF4485-411A-4DF6-8908-5E1BADE2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2E6C1E33-3F3F-4167-A0B6-79F4A0B9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9AEFA078-5606-4956-BA37-61C24136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5ABD0829-2413-4365-8570-3F2BF969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D4FE5D90-8BFC-4DAF-9703-4D189246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FD864451-659B-4E29-A084-4AFFC9CB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983BE6FB-5975-4947-ABEB-3A4A05A8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669" y="1755296"/>
            <a:ext cx="2699523" cy="400936"/>
          </a:xfrm>
          <a:custGeom xmlns:a="http://schemas.openxmlformats.org/drawingml/2006/main">
            <a:pathLst>
              <a:path w="2699523" h="400936">
                <a:moveTo>
                  <a:pt x="2699523" y="0"/>
                </a:moveTo>
                <a:lnTo>
                  <a:pt x="0" y="40093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E5918322-0C6A-4FB9-AD2B-34B0A39A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32CE43F7-55D3-4721-B601-BDCF57C9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E31ACC41-7BE0-4BF6-94F8-7C0704AA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4DB89EAD-BC23-467C-941C-F52CD111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Vértice 5">
            <a:extLst xmlns:a="http://schemas.openxmlformats.org/drawingml/2006/main">
              <a:ext uri="{FF2B5EF4-FFF2-40B4-BE49-F238E27FC236}">
                <a16:creationId xmlns:a16="http://schemas.microsoft.com/office/drawing/2014/main" id="{298EDC3E-4038-4CA4-834F-7E8FD811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7" name="Vértice 6">
            <a:extLst xmlns:a="http://schemas.openxmlformats.org/drawingml/2006/main">
              <a:ext uri="{FF2B5EF4-FFF2-40B4-BE49-F238E27FC236}">
                <a16:creationId xmlns:a16="http://schemas.microsoft.com/office/drawing/2014/main" id="{E039081F-2D3D-414B-94A2-D758D741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8" name="Vértice 7">
            <a:extLst xmlns:a="http://schemas.openxmlformats.org/drawingml/2006/main">
              <a:ext uri="{FF2B5EF4-FFF2-40B4-BE49-F238E27FC236}">
                <a16:creationId xmlns:a16="http://schemas.microsoft.com/office/drawing/2014/main" id="{A5CB7F96-FE50-4E7B-A932-8C1B1096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9" name="Vértice 8">
            <a:extLst xmlns:a="http://schemas.openxmlformats.org/drawingml/2006/main">
              <a:ext uri="{FF2B5EF4-FFF2-40B4-BE49-F238E27FC236}">
                <a16:creationId xmlns:a16="http://schemas.microsoft.com/office/drawing/2014/main" id="{C1C66987-6B58-4CC9-B2B2-56CD9FB0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0" name="Vértice 9">
            <a:extLst xmlns:a="http://schemas.openxmlformats.org/drawingml/2006/main">
              <a:ext uri="{FF2B5EF4-FFF2-40B4-BE49-F238E27FC236}">
                <a16:creationId xmlns:a16="http://schemas.microsoft.com/office/drawing/2014/main" id="{071EE18D-CC73-4543-A581-94D203F1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76B451AE-A71A-46DC-86F8-B1850910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2" name="Vértice 11">
            <a:extLst xmlns:a="http://schemas.openxmlformats.org/drawingml/2006/main">
              <a:ext uri="{FF2B5EF4-FFF2-40B4-BE49-F238E27FC236}">
                <a16:creationId xmlns:a16="http://schemas.microsoft.com/office/drawing/2014/main" id="{B98FBA72-1FF4-4C82-AC50-DCC2457C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3" name="Vértice 12">
            <a:extLst xmlns:a="http://schemas.openxmlformats.org/drawingml/2006/main">
              <a:ext uri="{FF2B5EF4-FFF2-40B4-BE49-F238E27FC236}">
                <a16:creationId xmlns:a16="http://schemas.microsoft.com/office/drawing/2014/main" id="{7B707C3C-27E4-48AB-A640-5A1F2410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91A8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42888AE9-A0B5-40EB-A6EA-A39EC24F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17" y="1929842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64301C21-6DA5-49F4-BF10-4A5627D6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17509601-9AAB-4FD2-8784-FCFAE487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22C6764C-E7B3-433F-A8D3-3C340AB7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8E194DF8-BC12-46AA-BD1A-507E3981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0E1A1202-AB04-4E57-9933-78CBFA32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9DD01908-864C-44CB-83B5-C750065E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C64798CF-BBD9-46B5-8A66-76A70793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6A8ED7A5-7995-41BC-BC63-6F0FFDE1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4432993C-B228-4AAD-A870-367CE373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40D58AA8-5CAF-4456-8090-FA6C2F39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13 passa de Simple para Combined. O antigo encontro, em 14, passa a Truck.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57257C9E-A979-4F65-A38E-9CBB5900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13. O drone passa a reencontrar o caminhão em 13.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0CA7CB2D-BA89-42C5-812A-DF6419B0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4754 − 25 = 4729.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1 posições Simple.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0952774A-963E-4C81-B964-1E23FD31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4.729</a:t>
            </a:r>
          </a:p>
        </p:txBody>
      </p:sp>
    </p:spTree>
    <p:extLst>
      <p:ext uri="{BB962C8B-B14F-4D97-AF65-F5344CB8AC3E}">
        <p14:creationId xmlns:p14="http://schemas.microsoft.com/office/powerpoint/2010/main" val="1517091729"/>
      </p:ext>
    </p:extLst>
  </p:cSld>
</p:sld>
</file>

<file path=ppt/slides/slide6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14 · PushLeft no vértice 12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22EA31E-2FA5-E9C8-EB93-8FED021F82AB}" type="slidenum">
              <a:t>68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3EFE688C-3B13-481A-9167-F58EA8F8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CONSTRUÇÃO DA SOLUÇÃO FINAL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05DCCF67-3326-4D10-A4DE-816B74FB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F148A78D-B91C-4215-A279-EB6A28CF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75706107-89B2-4680-8109-349B1D06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4AA00EF1-6051-428E-9A79-1B0056C5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F0CDC0C2-26DA-4589-9E42-AD660C6A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5EFE103D-CACE-48BF-9841-69D89DCF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DBCB8E51-475D-4A0D-941B-65347D77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AB081884-465A-4054-9B12-1EF1568E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5E7DF3CF-713E-4E11-82F3-EC83A1E6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5EAEBD59-260A-420B-8237-63861371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F3061584-E3B4-4B8B-86B0-7AC4CB58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B4B03FCA-011A-4B91-91DC-19D0B8C5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E1FFC22C-C86B-4BDB-8886-7960AD74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52C27F61-2E59-4F2B-A5BA-4741173B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7FC8FD57-1E89-4056-8A06-0642F192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9A40B671-757B-4863-86EA-4D3E8589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424A49FD-6074-4E0F-95DB-4F275EA3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1724511"/>
            <a:ext cx="1767936" cy="953"/>
          </a:xfrm>
          <a:custGeom xmlns:a="http://schemas.openxmlformats.org/drawingml/2006/main">
            <a:pathLst>
              <a:path w="1767936" h="953">
                <a:moveTo>
                  <a:pt x="176793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6D5F9664-69BD-4618-BC97-6BBC6DB8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AFC7B32C-4664-438C-BE5F-C0B7237E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7AF6D6CD-C94C-4A6B-8C45-2021C3A2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40462889-DCD7-4C37-8E40-74F31431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Vértice 5">
            <a:extLst xmlns:a="http://schemas.openxmlformats.org/drawingml/2006/main">
              <a:ext uri="{FF2B5EF4-FFF2-40B4-BE49-F238E27FC236}">
                <a16:creationId xmlns:a16="http://schemas.microsoft.com/office/drawing/2014/main" id="{83F0FBDE-47A9-4C34-8178-24713337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7" name="Vértice 6">
            <a:extLst xmlns:a="http://schemas.openxmlformats.org/drawingml/2006/main">
              <a:ext uri="{FF2B5EF4-FFF2-40B4-BE49-F238E27FC236}">
                <a16:creationId xmlns:a16="http://schemas.microsoft.com/office/drawing/2014/main" id="{CE300560-8255-4E65-B445-7A76D63B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8" name="Vértice 7">
            <a:extLst xmlns:a="http://schemas.openxmlformats.org/drawingml/2006/main">
              <a:ext uri="{FF2B5EF4-FFF2-40B4-BE49-F238E27FC236}">
                <a16:creationId xmlns:a16="http://schemas.microsoft.com/office/drawing/2014/main" id="{3EEA1180-D29B-4FCE-9EB5-E073C8CF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9" name="Vértice 8">
            <a:extLst xmlns:a="http://schemas.openxmlformats.org/drawingml/2006/main">
              <a:ext uri="{FF2B5EF4-FFF2-40B4-BE49-F238E27FC236}">
                <a16:creationId xmlns:a16="http://schemas.microsoft.com/office/drawing/2014/main" id="{D876FC3B-269F-49AC-9174-6069A76A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0" name="Vértice 9">
            <a:extLst xmlns:a="http://schemas.openxmlformats.org/drawingml/2006/main">
              <a:ext uri="{FF2B5EF4-FFF2-40B4-BE49-F238E27FC236}">
                <a16:creationId xmlns:a16="http://schemas.microsoft.com/office/drawing/2014/main" id="{30499FD9-350F-4D46-A074-80E64B9F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2363DC46-9D5E-4463-84FB-4FFE1B8B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2" name="Vértice 11">
            <a:extLst xmlns:a="http://schemas.openxmlformats.org/drawingml/2006/main">
              <a:ext uri="{FF2B5EF4-FFF2-40B4-BE49-F238E27FC236}">
                <a16:creationId xmlns:a16="http://schemas.microsoft.com/office/drawing/2014/main" id="{731FC224-E016-482B-99DE-0E1C4F3F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13C0C212-DC73-4DFF-AC20-F12AF420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257" y="1467336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13B"/>
            </a:solidFill>
          </a:ln>
        </p:spPr>
      </p:sp>
      <p:sp>
        <p:nvSpPr>
          <p:cNvPr id="564" name="Vértice 12">
            <a:extLst xmlns:a="http://schemas.openxmlformats.org/drawingml/2006/main">
              <a:ext uri="{FF2B5EF4-FFF2-40B4-BE49-F238E27FC236}">
                <a16:creationId xmlns:a16="http://schemas.microsoft.com/office/drawing/2014/main" id="{DC071566-6348-451A-96BE-83504A6C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5" name="Vértice 13">
            <a:extLst xmlns:a="http://schemas.openxmlformats.org/drawingml/2006/main">
              <a:ext uri="{FF2B5EF4-FFF2-40B4-BE49-F238E27FC236}">
                <a16:creationId xmlns:a16="http://schemas.microsoft.com/office/drawing/2014/main" id="{34C968C7-ACA7-47FE-839A-F2FE39CB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6" name="Vértice 14">
            <a:extLst xmlns:a="http://schemas.openxmlformats.org/drawingml/2006/main">
              <a:ext uri="{FF2B5EF4-FFF2-40B4-BE49-F238E27FC236}">
                <a16:creationId xmlns:a16="http://schemas.microsoft.com/office/drawing/2014/main" id="{7E253C48-143B-4D64-8E9B-94148CE3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7" name="Vértice 15">
            <a:extLst xmlns:a="http://schemas.openxmlformats.org/drawingml/2006/main">
              <a:ext uri="{FF2B5EF4-FFF2-40B4-BE49-F238E27FC236}">
                <a16:creationId xmlns:a16="http://schemas.microsoft.com/office/drawing/2014/main" id="{8B06C90D-50D5-4711-9646-0590E4E6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8" name="Vértice 16">
            <a:extLst xmlns:a="http://schemas.openxmlformats.org/drawingml/2006/main">
              <a:ext uri="{FF2B5EF4-FFF2-40B4-BE49-F238E27FC236}">
                <a16:creationId xmlns:a16="http://schemas.microsoft.com/office/drawing/2014/main" id="{CBC80BAD-3035-4663-A537-B1361E70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6109EB22-49BD-4AF1-B262-3A90C386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CC92F9D9-2369-40BD-B038-0EFF4A5D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FD0BCFF1-F122-4998-9C11-2534F633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021696DE-C1D6-4650-89CD-5A7F928A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CE1E088F-1A1C-4C72-B0BE-D638891B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B85E63CB-7019-4024-9AFC-6C3F4298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12 passa de Simple para Combined. O antigo encontro, em 13, passa a Truck.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9DAFD1D9-F6AD-4F87-A8A6-8AFAFBB8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PushLeft estende a operação à esquerda de 12. O drone passa a reencontrar o caminhão em 12.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9EA3EACB-0790-4572-821B-3274B5E0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Custo: 4729 − 76 = 4653.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Restam 0 posições Simple.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D9351649-B07E-4A45-ABCB-32D0FA92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4.653</a:t>
            </a:r>
          </a:p>
        </p:txBody>
      </p:sp>
    </p:spTree>
    <p:extLst>
      <p:ext uri="{BB962C8B-B14F-4D97-AF65-F5344CB8AC3E}">
        <p14:creationId xmlns:p14="http://schemas.microsoft.com/office/powerpoint/2010/main" val="1939058761"/>
      </p:ext>
    </p:extLst>
  </p:cSld>
</p:sld>
</file>

<file path=ppt/slides/slide6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Solução retornada pelo código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9EABC7-5C80-1540-9810-371589B4C2E2}" type="slidenum">
              <a:t>69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84AE80AE-C91E-4DF0-B6E3-EA3E0AA0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RESULTADO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38FCE4F7-387C-4134-9868-71CF9765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F3D3153B-46D7-4BC4-AF27-3396C2EA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87C71CDC-7C5A-4CE0-8AFA-289A119C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9F463E97-63FB-4470-BDA6-C95652DD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B937DFDF-51DA-42A3-9307-DFAC661E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86A6F113-E622-4C59-8258-E9B32971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9F37713B-7CB8-474A-8E85-D6F1042F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66EEB15B-B112-46EC-B81E-2E7A288A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4C2A0C50-67F8-4354-BA81-66AFCB57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90E094ED-1003-443A-AD76-BCECAD08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3CE7D63E-CA56-48D9-8F77-30243605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6B666196-B9E2-4CA2-A8CF-64F751A1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9D0C5E45-838C-4E4E-86F9-020BB79A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363E1E17-C0D8-457F-9D7B-DEA5A0B7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A332D1AC-3392-4041-911B-8D4CBF9F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36AEA520-FC65-45ED-B083-49A4D1FE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12FBBC72-51F3-4F08-9BC0-7B2E8A28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1724511"/>
            <a:ext cx="1767936" cy="953"/>
          </a:xfrm>
          <a:custGeom xmlns:a="http://schemas.openxmlformats.org/drawingml/2006/main">
            <a:pathLst>
              <a:path w="1767936" h="953">
                <a:moveTo>
                  <a:pt x="176793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7CFB0997-FF4C-41A0-B7C2-34BE6D4B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5B467B73-15E2-43AD-85F7-745EEA89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2E18E3C1-6C18-4E05-B065-8E23E336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E2802C1F-0BAB-4656-A393-B5EB3E0D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Vértice 5">
            <a:extLst xmlns:a="http://schemas.openxmlformats.org/drawingml/2006/main">
              <a:ext uri="{FF2B5EF4-FFF2-40B4-BE49-F238E27FC236}">
                <a16:creationId xmlns:a16="http://schemas.microsoft.com/office/drawing/2014/main" id="{0E32BC5A-F788-4D58-B1AF-0E41D33E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7" name="Vértice 6">
            <a:extLst xmlns:a="http://schemas.openxmlformats.org/drawingml/2006/main">
              <a:ext uri="{FF2B5EF4-FFF2-40B4-BE49-F238E27FC236}">
                <a16:creationId xmlns:a16="http://schemas.microsoft.com/office/drawing/2014/main" id="{815EA24D-1930-4E75-923F-F2697CC4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8" name="Vértice 7">
            <a:extLst xmlns:a="http://schemas.openxmlformats.org/drawingml/2006/main">
              <a:ext uri="{FF2B5EF4-FFF2-40B4-BE49-F238E27FC236}">
                <a16:creationId xmlns:a16="http://schemas.microsoft.com/office/drawing/2014/main" id="{A96292C5-0108-41FD-BFE1-A2E14F58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9" name="Vértice 8">
            <a:extLst xmlns:a="http://schemas.openxmlformats.org/drawingml/2006/main">
              <a:ext uri="{FF2B5EF4-FFF2-40B4-BE49-F238E27FC236}">
                <a16:creationId xmlns:a16="http://schemas.microsoft.com/office/drawing/2014/main" id="{0FE0DAC0-7B84-4038-8349-716B7BBA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0" name="Vértice 9">
            <a:extLst xmlns:a="http://schemas.openxmlformats.org/drawingml/2006/main">
              <a:ext uri="{FF2B5EF4-FFF2-40B4-BE49-F238E27FC236}">
                <a16:creationId xmlns:a16="http://schemas.microsoft.com/office/drawing/2014/main" id="{EEDCC794-6BEF-4D67-BF5D-CB3C633A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EC23C050-A996-4F83-BD7C-4F63BE6F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2" name="Vértice 11">
            <a:extLst xmlns:a="http://schemas.openxmlformats.org/drawingml/2006/main">
              <a:ext uri="{FF2B5EF4-FFF2-40B4-BE49-F238E27FC236}">
                <a16:creationId xmlns:a16="http://schemas.microsoft.com/office/drawing/2014/main" id="{10700F2F-7012-4951-9A32-7A4E0ED3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3" name="Vértice 12">
            <a:extLst xmlns:a="http://schemas.openxmlformats.org/drawingml/2006/main">
              <a:ext uri="{FF2B5EF4-FFF2-40B4-BE49-F238E27FC236}">
                <a16:creationId xmlns:a16="http://schemas.microsoft.com/office/drawing/2014/main" id="{BDC66C94-7041-4747-B0BF-559FB771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4" name="Vértice 13">
            <a:extLst xmlns:a="http://schemas.openxmlformats.org/drawingml/2006/main">
              <a:ext uri="{FF2B5EF4-FFF2-40B4-BE49-F238E27FC236}">
                <a16:creationId xmlns:a16="http://schemas.microsoft.com/office/drawing/2014/main" id="{27D742C0-9160-424F-9DEF-CD61C623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5" name="Vértice 14">
            <a:extLst xmlns:a="http://schemas.openxmlformats.org/drawingml/2006/main">
              <a:ext uri="{FF2B5EF4-FFF2-40B4-BE49-F238E27FC236}">
                <a16:creationId xmlns:a16="http://schemas.microsoft.com/office/drawing/2014/main" id="{9678756D-3125-420A-9655-061113BD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6" name="Vértice 15">
            <a:extLst xmlns:a="http://schemas.openxmlformats.org/drawingml/2006/main">
              <a:ext uri="{FF2B5EF4-FFF2-40B4-BE49-F238E27FC236}">
                <a16:creationId xmlns:a16="http://schemas.microsoft.com/office/drawing/2014/main" id="{7C5027D7-0D3F-4486-BF65-45648419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7" name="Vértice 16">
            <a:extLst xmlns:a="http://schemas.openxmlformats.org/drawingml/2006/main">
              <a:ext uri="{FF2B5EF4-FFF2-40B4-BE49-F238E27FC236}">
                <a16:creationId xmlns:a16="http://schemas.microsoft.com/office/drawing/2014/main" id="{1BF9F042-888B-42F3-BF94-FB6863F5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34840D0C-7BCA-4349-AF8F-6E3BB2B4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BD26ADF3-5C96-4683-B456-9A9BE5A8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91B29BF7-B519-41C6-B102-0F661D54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D39D03ED-5627-496E-B36A-63C41082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4D51C123-3DE2-4B29-8C8D-FA0F21A3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A4775B91-DA41-4E72-9378-FBC2276D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Caminhão: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1 – 8 – 4 – 2 – 3 – 16 – 10 – 9 – 7 – 6 – 5 – 15 – 14 – 13 – 12 – 1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C44935B2-85C4-4C0B-9969-039A8D74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voo: 1 – 11 – 12.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No trecho 12 – 1, segue embarcado.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0DFFB3E4-1443-4A34-B9D1-ED3D7425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Custo total: 4.653.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Percurso do caminhão: 4.653.</a:t>
            </a:r>
          </a:p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Percurso aéreo do drone: 4.152.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80D22FD1-6393-4EAE-8BD3-A08BA544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4.653</a:t>
            </a:r>
          </a:p>
        </p:txBody>
      </p:sp>
    </p:spTree>
    <p:extLst>
      <p:ext uri="{BB962C8B-B14F-4D97-AF65-F5344CB8AC3E}">
        <p14:creationId xmlns:p14="http://schemas.microsoft.com/office/powerpoint/2010/main" val="2073549731"/>
      </p:ext>
    </p:extLst>
  </p:cSld>
</p:sld>
</file>

<file path=ppt/slides/slide7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E5C6BE-1C73-433A-A9F1-947E2B146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3853"/>
            <a:ext cx="11404568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que explica o resultado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A6072AD-BB8C-D3CF-DBF4-F438AF6C7F9D}" type="slidenum">
              <a:t>70</a:t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2F20CC1F-423F-4EDC-B272-D482EEAC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LEITURA DA SOLUÇÃO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8D805C9B-A5F2-4984-AB20-4C715595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44" y="1624016"/>
            <a:ext cx="1620170" cy="501085"/>
          </a:xfrm>
          <a:custGeom xmlns:a="http://schemas.openxmlformats.org/drawingml/2006/main">
            <a:pathLst>
              <a:path w="1620170" h="501085">
                <a:moveTo>
                  <a:pt x="0" y="0"/>
                </a:moveTo>
                <a:lnTo>
                  <a:pt x="1620170" y="50108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132A604C-0569-421E-9BCB-2D1398F9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0"/>
                </a:moveTo>
                <a:lnTo>
                  <a:pt x="339949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55D58906-DDE5-4DCF-86C6-5FAC293D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0"/>
                </a:moveTo>
                <a:lnTo>
                  <a:pt x="109628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958C9034-5D7E-4108-A04B-03B6C72F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79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0"/>
                </a:moveTo>
                <a:lnTo>
                  <a:pt x="0" y="41151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D830D004-1183-4D30-80D3-2E851D92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47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0"/>
                </a:moveTo>
                <a:lnTo>
                  <a:pt x="0" y="37988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741B5B5E-0F08-4408-A70C-0550EE64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77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0"/>
                </a:moveTo>
                <a:lnTo>
                  <a:pt x="0" y="2754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5661B368-F511-4CAB-9A77-536BC3CE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0"/>
                </a:moveTo>
                <a:lnTo>
                  <a:pt x="0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1A870FEF-73BF-46D0-BBE6-83831E0F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5697674"/>
            <a:ext cx="678965" cy="100841"/>
          </a:xfrm>
          <a:custGeom xmlns:a="http://schemas.openxmlformats.org/drawingml/2006/main">
            <a:pathLst>
              <a:path w="678965" h="100841">
                <a:moveTo>
                  <a:pt x="678965" y="10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B804B948-0073-467A-8FD7-63411525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5297933"/>
            <a:ext cx="552021" cy="275407"/>
          </a:xfrm>
          <a:custGeom xmlns:a="http://schemas.openxmlformats.org/drawingml/2006/main">
            <a:pathLst>
              <a:path w="552021" h="275407">
                <a:moveTo>
                  <a:pt x="552021" y="275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AF6CCAB6-80D7-4411-9AD1-B2BB4DEA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4668347"/>
            <a:ext cx="339949" cy="379882"/>
          </a:xfrm>
          <a:custGeom xmlns:a="http://schemas.openxmlformats.org/drawingml/2006/main">
            <a:pathLst>
              <a:path w="339949" h="379882">
                <a:moveTo>
                  <a:pt x="339949" y="3798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1B59C55C-32BC-4C58-A095-D80852BF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898188"/>
            <a:ext cx="109628" cy="411517"/>
          </a:xfrm>
          <a:custGeom xmlns:a="http://schemas.openxmlformats.org/drawingml/2006/main">
            <a:pathLst>
              <a:path w="109628" h="411517">
                <a:moveTo>
                  <a:pt x="109628" y="4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FA5E5241-4F10-4E78-92AB-79B17D4F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3" y="3081695"/>
            <a:ext cx="109628" cy="411517"/>
          </a:xfrm>
          <a:custGeom xmlns:a="http://schemas.openxmlformats.org/drawingml/2006/main">
            <a:pathLst>
              <a:path w="109628" h="411517">
                <a:moveTo>
                  <a:pt x="0" y="411517"/>
                </a:moveTo>
                <a:lnTo>
                  <a:pt x="109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10589833-0D1D-470F-B556-8321658B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4" y="2343171"/>
            <a:ext cx="339949" cy="379882"/>
          </a:xfrm>
          <a:custGeom xmlns:a="http://schemas.openxmlformats.org/drawingml/2006/main">
            <a:pathLst>
              <a:path w="339949" h="379882">
                <a:moveTo>
                  <a:pt x="0" y="379882"/>
                </a:moveTo>
                <a:lnTo>
                  <a:pt x="339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0D74C6A7-9F48-4587-BD3C-D188DFE4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" y="1818060"/>
            <a:ext cx="552021" cy="275407"/>
          </a:xfrm>
          <a:custGeom xmlns:a="http://schemas.openxmlformats.org/drawingml/2006/main">
            <a:pathLst>
              <a:path w="552021" h="275407">
                <a:moveTo>
                  <a:pt x="0" y="275407"/>
                </a:moveTo>
                <a:lnTo>
                  <a:pt x="552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6F9CA202-940B-4784-BD25-AF474B12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08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100841"/>
                </a:moveTo>
                <a:lnTo>
                  <a:pt x="678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84F37BAF-F6C3-452A-BA33-9287C815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226" y="1592885"/>
            <a:ext cx="678965" cy="100841"/>
          </a:xfrm>
          <a:custGeom xmlns:a="http://schemas.openxmlformats.org/drawingml/2006/main">
            <a:pathLst>
              <a:path w="678965" h="100841">
                <a:moveTo>
                  <a:pt x="0" y="0"/>
                </a:moveTo>
                <a:lnTo>
                  <a:pt x="678965" y="10084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3EEA3AE7-C264-4370-AF9D-48549F76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982" y="1724511"/>
            <a:ext cx="1767936" cy="953"/>
          </a:xfrm>
          <a:custGeom xmlns:a="http://schemas.openxmlformats.org/drawingml/2006/main">
            <a:pathLst>
              <a:path w="1767936" h="953">
                <a:moveTo>
                  <a:pt x="176793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52" name="Vértice 1">
            <a:extLst xmlns:a="http://schemas.openxmlformats.org/drawingml/2006/main">
              <a:ext uri="{FF2B5EF4-FFF2-40B4-BE49-F238E27FC236}">
                <a16:creationId xmlns:a16="http://schemas.microsoft.com/office/drawing/2014/main" id="{18F94570-56B6-428D-8541-EB7D3B4B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362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F"/>
          </a:solidFill>
          <a:ln xmlns:a="http://schemas.openxmlformats.org/drawingml/2006/main" w="19050">
            <a:solidFill>
              <a:srgbClr val="08284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53" name="Vértice 2">
            <a:extLst xmlns:a="http://schemas.openxmlformats.org/drawingml/2006/main">
              <a:ext uri="{FF2B5EF4-FFF2-40B4-BE49-F238E27FC236}">
                <a16:creationId xmlns:a16="http://schemas.microsoft.com/office/drawing/2014/main" id="{12EE708D-4AD2-4678-AB41-51D689D3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54" name="Vértice 3">
            <a:extLst xmlns:a="http://schemas.openxmlformats.org/drawingml/2006/main">
              <a:ext uri="{FF2B5EF4-FFF2-40B4-BE49-F238E27FC236}">
                <a16:creationId xmlns:a16="http://schemas.microsoft.com/office/drawing/2014/main" id="{A169BF50-F447-44B2-94EE-4508E36D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55" name="Vértice 4">
            <a:extLst xmlns:a="http://schemas.openxmlformats.org/drawingml/2006/main">
              <a:ext uri="{FF2B5EF4-FFF2-40B4-BE49-F238E27FC236}">
                <a16:creationId xmlns:a16="http://schemas.microsoft.com/office/drawing/2014/main" id="{2C2BF78A-9271-42C5-A11C-2C840F0F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911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56" name="Vértice 5">
            <a:extLst xmlns:a="http://schemas.openxmlformats.org/drawingml/2006/main">
              <a:ext uri="{FF2B5EF4-FFF2-40B4-BE49-F238E27FC236}">
                <a16:creationId xmlns:a16="http://schemas.microsoft.com/office/drawing/2014/main" id="{F0C2E1B3-565F-445A-8178-4D636DA7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431216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57" name="Vértice 6">
            <a:extLst xmlns:a="http://schemas.openxmlformats.org/drawingml/2006/main">
              <a:ext uri="{FF2B5EF4-FFF2-40B4-BE49-F238E27FC236}">
                <a16:creationId xmlns:a16="http://schemas.microsoft.com/office/drawing/2014/main" id="{54ED6141-D205-4A39-8A8D-681D6F4A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58" name="Vértice 7">
            <a:extLst xmlns:a="http://schemas.openxmlformats.org/drawingml/2006/main">
              <a:ext uri="{FF2B5EF4-FFF2-40B4-BE49-F238E27FC236}">
                <a16:creationId xmlns:a16="http://schemas.microsoft.com/office/drawing/2014/main" id="{FD435B79-2E85-4772-BBE0-5A83ACD8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59" name="Vértice 8">
            <a:extLst xmlns:a="http://schemas.openxmlformats.org/drawingml/2006/main">
              <a:ext uri="{FF2B5EF4-FFF2-40B4-BE49-F238E27FC236}">
                <a16:creationId xmlns:a16="http://schemas.microsoft.com/office/drawing/2014/main" id="{BF3A58E4-37D5-4B82-9872-F8C0F2E1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60" name="Vértice 9">
            <a:extLst xmlns:a="http://schemas.openxmlformats.org/drawingml/2006/main">
              <a:ext uri="{FF2B5EF4-FFF2-40B4-BE49-F238E27FC236}">
                <a16:creationId xmlns:a16="http://schemas.microsoft.com/office/drawing/2014/main" id="{D3B473B0-66B4-4853-B760-34BE1B60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292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61" name="Vértice 10">
            <a:extLst xmlns:a="http://schemas.openxmlformats.org/drawingml/2006/main">
              <a:ext uri="{FF2B5EF4-FFF2-40B4-BE49-F238E27FC236}">
                <a16:creationId xmlns:a16="http://schemas.microsoft.com/office/drawing/2014/main" id="{39A02208-C0E3-4D48-9E40-398B9416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54668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62" name="Vértice 11">
            <a:extLst xmlns:a="http://schemas.openxmlformats.org/drawingml/2006/main">
              <a:ext uri="{FF2B5EF4-FFF2-40B4-BE49-F238E27FC236}">
                <a16:creationId xmlns:a16="http://schemas.microsoft.com/office/drawing/2014/main" id="{B5B51C93-5ACD-40D5-95B0-76009593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443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D0A"/>
          </a:solidFill>
          <a:ln xmlns:a="http://schemas.openxmlformats.org/drawingml/2006/main" w="19050">
            <a:solidFill>
              <a:srgbClr val="C45D0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63" name="Vértice 12">
            <a:extLst xmlns:a="http://schemas.openxmlformats.org/drawingml/2006/main">
              <a:ext uri="{FF2B5EF4-FFF2-40B4-BE49-F238E27FC236}">
                <a16:creationId xmlns:a16="http://schemas.microsoft.com/office/drawing/2014/main" id="{2D169584-8626-4ACB-A9D4-461C860C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07" y="152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79"/>
          </a:solidFill>
          <a:ln xmlns:a="http://schemas.openxmlformats.org/drawingml/2006/main" w="19050">
            <a:solidFill>
              <a:srgbClr val="40787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64" name="Vértice 13">
            <a:extLst xmlns:a="http://schemas.openxmlformats.org/drawingml/2006/main">
              <a:ext uri="{FF2B5EF4-FFF2-40B4-BE49-F238E27FC236}">
                <a16:creationId xmlns:a16="http://schemas.microsoft.com/office/drawing/2014/main" id="{80ED3AE6-AE07-484C-BFDA-4D9EAC51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67" y="198699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65" name="Vértice 14">
            <a:extLst xmlns:a="http://schemas.openxmlformats.org/drawingml/2006/main">
              <a:ext uri="{FF2B5EF4-FFF2-40B4-BE49-F238E27FC236}">
                <a16:creationId xmlns:a16="http://schemas.microsoft.com/office/drawing/2014/main" id="{72B92C4F-3655-4B29-9C10-7955F68D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39" y="26791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66" name="Vértice 15">
            <a:extLst xmlns:a="http://schemas.openxmlformats.org/drawingml/2006/main">
              <a:ext uri="{FF2B5EF4-FFF2-40B4-BE49-F238E27FC236}">
                <a16:creationId xmlns:a16="http://schemas.microsoft.com/office/drawing/2014/main" id="{7F7B8ABB-EA5C-4A25-B767-5B7B2FC1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67" name="Vértice 16">
            <a:extLst xmlns:a="http://schemas.openxmlformats.org/drawingml/2006/main">
              <a:ext uri="{FF2B5EF4-FFF2-40B4-BE49-F238E27FC236}">
                <a16:creationId xmlns:a16="http://schemas.microsoft.com/office/drawing/2014/main" id="{4EB55165-BE4F-46C2-97A4-ECB27C8D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83" y="50043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19050">
            <a:solidFill>
              <a:srgbClr val="175CD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4AAEB015-2043-452F-892F-9490A54D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5CD4"/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88677EA1-A21C-46B0-82BE-8FC24548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Caminhão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B74DA1B1-C3B2-49E8-80BF-EE514884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67450"/>
            <a:ext cx="485775" cy="953"/>
          </a:xfrm>
          <a:custGeom xmlns:a="http://schemas.openxmlformats.org/drawingml/2006/main">
            <a:pathLst>
              <a:path w="485775" h="953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45D0A"/>
            </a:solidFill>
            <a:prstDash val="dot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9D7FA595-7F10-49AA-AE2C-41E29672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Drone em voo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ECC97A81-42D3-4053-A225-5F581F54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Contorno dourado: nó alterado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C32D3CDD-A77E-4727-B3B3-EFD1B147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400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primeiro MakeFly não economiza tempo. Os PushLeft seguintes prolongam o trabalho em paralelo.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4725DABC-516E-4168-82BF-6594163F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4000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O caminhão atende 14 clientes e o drone atende o 11. O caminhão espera apenas quando seu trecho é menor que o voo.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10D73713-80DC-4282-9E4C-68FE0A8E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52900"/>
            <a:ext cx="4000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A busca reduz o custo da primeira partição de 7.668 para 4.653 (39,3%). Esse resultado não certifica ótimo global.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DDAB86D9-1FBE-4019-AC02-80C9F8FE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72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 total: 4.653</a:t>
            </a:r>
          </a:p>
        </p:txBody>
      </p:sp>
    </p:spTree>
    <p:extLst>
      <p:ext uri="{BB962C8B-B14F-4D97-AF65-F5344CB8AC3E}">
        <p14:creationId xmlns:p14="http://schemas.microsoft.com/office/powerpoint/2010/main" val="16978962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2026-09-08T00:48:16.9650000Z</dcterms:created>
  <dcterms:modified xsi:type="dcterms:W3CDTF">2026-09-08T00:48:16.9650000Z</dcterms:modified>
</coreProperties>
</file>