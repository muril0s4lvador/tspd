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7d93774be54383" /><Relationship Type="http://schemas.openxmlformats.org/officeDocument/2006/relationships/extended-properties" Target="/docProps/app.xml" Id="R0dec6b0634d94a08" /><Relationship Type="http://schemas.openxmlformats.org/officeDocument/2006/relationships/officeDocument" Target="/ppt/presentation.xml" Id="Rab42de26676e4a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9c019d5c3b464e"/>
  </p:sldMasterIdLst>
  <p:notesMasterIdLst>
    <p:notesMasterId xmlns:r="http://schemas.openxmlformats.org/officeDocument/2006/relationships" r:id="R85fd36d38dd0403a"/>
  </p:notesMasterIdLst>
  <p:sldIdLst>
    <p:sldId xmlns:r="http://schemas.openxmlformats.org/officeDocument/2006/relationships" id="256" r:id="Rf7f321e268ba4bd7"/>
    <p:sldId xmlns:r="http://schemas.openxmlformats.org/officeDocument/2006/relationships" id="257" r:id="R019a4506597d44f0"/>
    <p:sldId xmlns:r="http://schemas.openxmlformats.org/officeDocument/2006/relationships" id="258" r:id="Rc299a27e41084010"/>
    <p:sldId xmlns:r="http://schemas.openxmlformats.org/officeDocument/2006/relationships" id="259" r:id="R0f1f0b4d89ec449c"/>
    <p:sldId xmlns:r="http://schemas.openxmlformats.org/officeDocument/2006/relationships" id="260" r:id="Rd2c1e1409e144706"/>
    <p:sldId xmlns:r="http://schemas.openxmlformats.org/officeDocument/2006/relationships" id="261" r:id="R224105c54b2d455b"/>
    <p:sldId xmlns:r="http://schemas.openxmlformats.org/officeDocument/2006/relationships" id="262" r:id="R49dfc5cd71e9481d"/>
    <p:sldId xmlns:r="http://schemas.openxmlformats.org/officeDocument/2006/relationships" id="263" r:id="R2d22b46d0f464a16"/>
    <p:sldId xmlns:r="http://schemas.openxmlformats.org/officeDocument/2006/relationships" id="264" r:id="R68c5258359e9426c"/>
    <p:sldId xmlns:r="http://schemas.openxmlformats.org/officeDocument/2006/relationships" id="265" r:id="R4c7ed5c6fd53412f"/>
    <p:sldId xmlns:r="http://schemas.openxmlformats.org/officeDocument/2006/relationships" id="266" r:id="Rae2e945b0cc94245"/>
    <p:sldId xmlns:r="http://schemas.openxmlformats.org/officeDocument/2006/relationships" id="267" r:id="Rfc900da00be1463c"/>
    <p:sldId xmlns:r="http://schemas.openxmlformats.org/officeDocument/2006/relationships" id="268" r:id="Re13a03500994417b"/>
    <p:sldId xmlns:r="http://schemas.openxmlformats.org/officeDocument/2006/relationships" id="269" r:id="R7cb6b78c61854c4a"/>
    <p:sldId xmlns:r="http://schemas.openxmlformats.org/officeDocument/2006/relationships" id="270" r:id="Rbcaf3020cf414ba3"/>
    <p:sldId xmlns:r="http://schemas.openxmlformats.org/officeDocument/2006/relationships" id="271" r:id="R9fae5945ec1f420b"/>
    <p:sldId xmlns:r="http://schemas.openxmlformats.org/officeDocument/2006/relationships" id="272" r:id="Re65eaa4be00e4f97"/>
    <p:sldId xmlns:r="http://schemas.openxmlformats.org/officeDocument/2006/relationships" id="273" r:id="R905ce040aefc4c3b"/>
    <p:sldId xmlns:r="http://schemas.openxmlformats.org/officeDocument/2006/relationships" id="274" r:id="R826b2aa7c0e04b5e"/>
    <p:sldId xmlns:r="http://schemas.openxmlformats.org/officeDocument/2006/relationships" id="275" r:id="R722a75b9707e4bda"/>
    <p:sldId xmlns:r="http://schemas.openxmlformats.org/officeDocument/2006/relationships" id="276" r:id="R0adc6883a1824ac4"/>
    <p:sldId xmlns:r="http://schemas.openxmlformats.org/officeDocument/2006/relationships" id="277" r:id="Rb2794fb5141045f1"/>
    <p:sldId xmlns:r="http://schemas.openxmlformats.org/officeDocument/2006/relationships" id="278" r:id="Redcb129d23a24d10"/>
    <p:sldId xmlns:r="http://schemas.openxmlformats.org/officeDocument/2006/relationships" id="279" r:id="Rb05999ffcd5d49c7"/>
    <p:sldId xmlns:r="http://schemas.openxmlformats.org/officeDocument/2006/relationships" id="280" r:id="R7c7d3f1340604535"/>
    <p:sldId xmlns:r="http://schemas.openxmlformats.org/officeDocument/2006/relationships" id="281" r:id="Rb62de5985a884718"/>
    <p:sldId xmlns:r="http://schemas.openxmlformats.org/officeDocument/2006/relationships" id="282" r:id="R75fcc50a010a4c1a"/>
    <p:sldId xmlns:r="http://schemas.openxmlformats.org/officeDocument/2006/relationships" id="283" r:id="R1652afb7a7b947ca"/>
    <p:sldId xmlns:r="http://schemas.openxmlformats.org/officeDocument/2006/relationships" id="284" r:id="R3ebd4c55f2a94ee4"/>
    <p:sldId xmlns:r="http://schemas.openxmlformats.org/officeDocument/2006/relationships" id="285" r:id="R012d38b352834897"/>
    <p:sldId xmlns:r="http://schemas.openxmlformats.org/officeDocument/2006/relationships" id="286" r:id="Rd9fec3406dc64ec0"/>
    <p:sldId xmlns:r="http://schemas.openxmlformats.org/officeDocument/2006/relationships" id="287" r:id="R514b660648234887"/>
    <p:sldId xmlns:r="http://schemas.openxmlformats.org/officeDocument/2006/relationships" id="288" r:id="Rb3cfd16f6a014e64"/>
    <p:sldId xmlns:r="http://schemas.openxmlformats.org/officeDocument/2006/relationships" id="289" r:id="R8b1af821fac943ca"/>
    <p:sldId xmlns:r="http://schemas.openxmlformats.org/officeDocument/2006/relationships" id="290" r:id="Rfd371934ec634727"/>
    <p:sldId xmlns:r="http://schemas.openxmlformats.org/officeDocument/2006/relationships" id="291" r:id="Rde0b181995b94b97"/>
    <p:sldId xmlns:r="http://schemas.openxmlformats.org/officeDocument/2006/relationships" id="292" r:id="R80bcedc3ad1b4dce"/>
    <p:sldId xmlns:r="http://schemas.openxmlformats.org/officeDocument/2006/relationships" id="293" r:id="R2cff60048b2d4b0a"/>
    <p:sldId xmlns:r="http://schemas.openxmlformats.org/officeDocument/2006/relationships" id="294" r:id="R623d60e1c3e74660"/>
    <p:sldId xmlns:r="http://schemas.openxmlformats.org/officeDocument/2006/relationships" id="295" r:id="R002732d900b84950"/>
    <p:sldId xmlns:r="http://schemas.openxmlformats.org/officeDocument/2006/relationships" id="296" r:id="R99e44ed6dd8d4d63"/>
    <p:sldId xmlns:r="http://schemas.openxmlformats.org/officeDocument/2006/relationships" id="297" r:id="R33ac2b484e99442b"/>
    <p:sldId xmlns:r="http://schemas.openxmlformats.org/officeDocument/2006/relationships" id="298" r:id="R9b51390451de4fed"/>
    <p:sldId xmlns:r="http://schemas.openxmlformats.org/officeDocument/2006/relationships" id="299" r:id="R6c2802358705468d"/>
    <p:sldId xmlns:r="http://schemas.openxmlformats.org/officeDocument/2006/relationships" id="300" r:id="R3949a654632544c1"/>
    <p:sldId xmlns:r="http://schemas.openxmlformats.org/officeDocument/2006/relationships" id="301" r:id="R91247e5a35be49be"/>
    <p:sldId xmlns:r="http://schemas.openxmlformats.org/officeDocument/2006/relationships" id="302" r:id="R3b3e9a484c1f4947"/>
    <p:sldId xmlns:r="http://schemas.openxmlformats.org/officeDocument/2006/relationships" id="303" r:id="Rfbb053cbf5684799"/>
    <p:sldId xmlns:r="http://schemas.openxmlformats.org/officeDocument/2006/relationships" id="304" r:id="R9d3074df450d4165"/>
    <p:sldId xmlns:r="http://schemas.openxmlformats.org/officeDocument/2006/relationships" id="305" r:id="R8f3a408c0c664504"/>
    <p:sldId xmlns:r="http://schemas.openxmlformats.org/officeDocument/2006/relationships" id="306" r:id="R40767ae05c014c0e"/>
    <p:sldId xmlns:r="http://schemas.openxmlformats.org/officeDocument/2006/relationships" id="307" r:id="R0fde81244f7f4185"/>
    <p:sldId xmlns:r="http://schemas.openxmlformats.org/officeDocument/2006/relationships" id="308" r:id="R603f14c7db194279"/>
    <p:sldId xmlns:r="http://schemas.openxmlformats.org/officeDocument/2006/relationships" id="309" r:id="Rf28c9f74b2bb4173"/>
    <p:sldId xmlns:r="http://schemas.openxmlformats.org/officeDocument/2006/relationships" id="310" r:id="R7689cbc106d94b8a"/>
    <p:sldId xmlns:r="http://schemas.openxmlformats.org/officeDocument/2006/relationships" id="311" r:id="R41501487d96e4cd9"/>
    <p:sldId xmlns:r="http://schemas.openxmlformats.org/officeDocument/2006/relationships" id="312" r:id="R3f5a5910c5934ebc"/>
    <p:sldId xmlns:r="http://schemas.openxmlformats.org/officeDocument/2006/relationships" id="313" r:id="R4fe36684f6af46a2"/>
    <p:sldId xmlns:r="http://schemas.openxmlformats.org/officeDocument/2006/relationships" id="314" r:id="R9ac992b51e094744"/>
    <p:sldId xmlns:r="http://schemas.openxmlformats.org/officeDocument/2006/relationships" id="315" r:id="R66bd51969af84e65"/>
    <p:sldId xmlns:r="http://schemas.openxmlformats.org/officeDocument/2006/relationships" id="316" r:id="R70c6ec14d9dc42b1"/>
    <p:sldId xmlns:r="http://schemas.openxmlformats.org/officeDocument/2006/relationships" id="317" r:id="R42454d5c1f2d4147"/>
    <p:sldId xmlns:r="http://schemas.openxmlformats.org/officeDocument/2006/relationships" id="318" r:id="R4bc23ec0157f4a8d"/>
    <p:sldId xmlns:r="http://schemas.openxmlformats.org/officeDocument/2006/relationships" id="319" r:id="R86608c78383042d9"/>
    <p:sldId xmlns:r="http://schemas.openxmlformats.org/officeDocument/2006/relationships" id="320" r:id="R88fa9a04cd4a4a2d"/>
    <p:sldId xmlns:r="http://schemas.openxmlformats.org/officeDocument/2006/relationships" id="321" r:id="Rd24dd6fbe42a458e"/>
    <p:sldId xmlns:r="http://schemas.openxmlformats.org/officeDocument/2006/relationships" id="322" r:id="R32caa70ae9f34c8c"/>
    <p:sldId xmlns:r="http://schemas.openxmlformats.org/officeDocument/2006/relationships" id="323" r:id="Rac270b50bb1d4af7"/>
    <p:sldId xmlns:r="http://schemas.openxmlformats.org/officeDocument/2006/relationships" id="324" r:id="Rb5ee67a2d0374839"/>
    <p:sldId xmlns:r="http://schemas.openxmlformats.org/officeDocument/2006/relationships" id="325" r:id="Rb20280bd275c48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d5b464aebb4f8e" /><Relationship Type="http://schemas.openxmlformats.org/officeDocument/2006/relationships/slideMaster" Target="/ppt/slideMasters/slideMaster1.xml" Id="Rd79c019d5c3b464e" /><Relationship Type="http://schemas.openxmlformats.org/officeDocument/2006/relationships/notesMaster" Target="/ppt/notesMasters/notesMaster1.xml" Id="R85fd36d38dd0403a" /><Relationship Type="http://schemas.openxmlformats.org/officeDocument/2006/relationships/presProps" Target="/ppt/presProps.xml" Id="R53c2e1d2c1574294" /><Relationship Type="http://schemas.openxmlformats.org/officeDocument/2006/relationships/viewProps" Target="/ppt/viewProps.xml" Id="Rdced472b3a644238" /><Relationship Type="http://schemas.openxmlformats.org/officeDocument/2006/relationships/tableStyles" Target="/ppt/tableStyles.xml" Id="R5ce9373f15484789" /><Relationship Type="http://schemas.openxmlformats.org/officeDocument/2006/relationships/slide" Target="/ppt/slides/slide1.xml" Id="Rf7f321e268ba4bd7" /><Relationship Type="http://schemas.openxmlformats.org/officeDocument/2006/relationships/slide" Target="/ppt/slides/slide2.xml" Id="R019a4506597d44f0" /><Relationship Type="http://schemas.openxmlformats.org/officeDocument/2006/relationships/slide" Target="/ppt/slides/slide3.xml" Id="Rc299a27e41084010" /><Relationship Type="http://schemas.openxmlformats.org/officeDocument/2006/relationships/slide" Target="/ppt/slides/slide4.xml" Id="R0f1f0b4d89ec449c" /><Relationship Type="http://schemas.openxmlformats.org/officeDocument/2006/relationships/slide" Target="/ppt/slides/slide5.xml" Id="Rd2c1e1409e144706" /><Relationship Type="http://schemas.openxmlformats.org/officeDocument/2006/relationships/slide" Target="/ppt/slides/slide6.xml" Id="R224105c54b2d455b" /><Relationship Type="http://schemas.openxmlformats.org/officeDocument/2006/relationships/slide" Target="/ppt/slides/slide7.xml" Id="R49dfc5cd71e9481d" /><Relationship Type="http://schemas.openxmlformats.org/officeDocument/2006/relationships/slide" Target="/ppt/slides/slide8.xml" Id="R2d22b46d0f464a16" /><Relationship Type="http://schemas.openxmlformats.org/officeDocument/2006/relationships/slide" Target="/ppt/slides/slide9.xml" Id="R68c5258359e9426c" /><Relationship Type="http://schemas.openxmlformats.org/officeDocument/2006/relationships/slide" Target="/ppt/slides/slide10.xml" Id="R4c7ed5c6fd53412f" /><Relationship Type="http://schemas.openxmlformats.org/officeDocument/2006/relationships/slide" Target="/ppt/slides/slide11.xml" Id="Rae2e945b0cc94245" /><Relationship Type="http://schemas.openxmlformats.org/officeDocument/2006/relationships/slide" Target="/ppt/slides/slide12.xml" Id="Rfc900da00be1463c" /><Relationship Type="http://schemas.openxmlformats.org/officeDocument/2006/relationships/slide" Target="/ppt/slides/slide13.xml" Id="Re13a03500994417b" /><Relationship Type="http://schemas.openxmlformats.org/officeDocument/2006/relationships/slide" Target="/ppt/slides/slide14.xml" Id="R7cb6b78c61854c4a" /><Relationship Type="http://schemas.openxmlformats.org/officeDocument/2006/relationships/slide" Target="/ppt/slides/slide15.xml" Id="Rbcaf3020cf414ba3" /><Relationship Type="http://schemas.openxmlformats.org/officeDocument/2006/relationships/slide" Target="/ppt/slides/slide16.xml" Id="R9fae5945ec1f420b" /><Relationship Type="http://schemas.openxmlformats.org/officeDocument/2006/relationships/slide" Target="/ppt/slides/slide17.xml" Id="Re65eaa4be00e4f97" /><Relationship Type="http://schemas.openxmlformats.org/officeDocument/2006/relationships/slide" Target="/ppt/slides/slide18.xml" Id="R905ce040aefc4c3b" /><Relationship Type="http://schemas.openxmlformats.org/officeDocument/2006/relationships/slide" Target="/ppt/slides/slide19.xml" Id="R826b2aa7c0e04b5e" /><Relationship Type="http://schemas.openxmlformats.org/officeDocument/2006/relationships/slide" Target="/ppt/slides/slide20.xml" Id="R722a75b9707e4bda" /><Relationship Type="http://schemas.openxmlformats.org/officeDocument/2006/relationships/slide" Target="/ppt/slides/slide21.xml" Id="R0adc6883a1824ac4" /><Relationship Type="http://schemas.openxmlformats.org/officeDocument/2006/relationships/slide" Target="/ppt/slides/slide22.xml" Id="Rb2794fb5141045f1" /><Relationship Type="http://schemas.openxmlformats.org/officeDocument/2006/relationships/slide" Target="/ppt/slides/slide23.xml" Id="Redcb129d23a24d10" /><Relationship Type="http://schemas.openxmlformats.org/officeDocument/2006/relationships/slide" Target="/ppt/slides/slide24.xml" Id="Rb05999ffcd5d49c7" /><Relationship Type="http://schemas.openxmlformats.org/officeDocument/2006/relationships/slide" Target="/ppt/slides/slide25.xml" Id="R7c7d3f1340604535" /><Relationship Type="http://schemas.openxmlformats.org/officeDocument/2006/relationships/slide" Target="/ppt/slides/slide26.xml" Id="Rb62de5985a884718" /><Relationship Type="http://schemas.openxmlformats.org/officeDocument/2006/relationships/slide" Target="/ppt/slides/slide27.xml" Id="R75fcc50a010a4c1a" /><Relationship Type="http://schemas.openxmlformats.org/officeDocument/2006/relationships/slide" Target="/ppt/slides/slide28.xml" Id="R1652afb7a7b947ca" /><Relationship Type="http://schemas.openxmlformats.org/officeDocument/2006/relationships/slide" Target="/ppt/slides/slide29.xml" Id="R3ebd4c55f2a94ee4" /><Relationship Type="http://schemas.openxmlformats.org/officeDocument/2006/relationships/slide" Target="/ppt/slides/slide30.xml" Id="R012d38b352834897" /><Relationship Type="http://schemas.openxmlformats.org/officeDocument/2006/relationships/slide" Target="/ppt/slides/slide31.xml" Id="Rd9fec3406dc64ec0" /><Relationship Type="http://schemas.openxmlformats.org/officeDocument/2006/relationships/slide" Target="/ppt/slides/slide32.xml" Id="R514b660648234887" /><Relationship Type="http://schemas.openxmlformats.org/officeDocument/2006/relationships/slide" Target="/ppt/slides/slide33.xml" Id="Rb3cfd16f6a014e64" /><Relationship Type="http://schemas.openxmlformats.org/officeDocument/2006/relationships/slide" Target="/ppt/slides/slide34.xml" Id="R8b1af821fac943ca" /><Relationship Type="http://schemas.openxmlformats.org/officeDocument/2006/relationships/slide" Target="/ppt/slides/slide35.xml" Id="Rfd371934ec634727" /><Relationship Type="http://schemas.openxmlformats.org/officeDocument/2006/relationships/slide" Target="/ppt/slides/slide36.xml" Id="Rde0b181995b94b97" /><Relationship Type="http://schemas.openxmlformats.org/officeDocument/2006/relationships/slide" Target="/ppt/slides/slide37.xml" Id="R80bcedc3ad1b4dce" /><Relationship Type="http://schemas.openxmlformats.org/officeDocument/2006/relationships/slide" Target="/ppt/slides/slide38.xml" Id="R2cff60048b2d4b0a" /><Relationship Type="http://schemas.openxmlformats.org/officeDocument/2006/relationships/slide" Target="/ppt/slides/slide39.xml" Id="R623d60e1c3e74660" /><Relationship Type="http://schemas.openxmlformats.org/officeDocument/2006/relationships/slide" Target="/ppt/slides/slide40.xml" Id="R002732d900b84950" /><Relationship Type="http://schemas.openxmlformats.org/officeDocument/2006/relationships/slide" Target="/ppt/slides/slide41.xml" Id="R99e44ed6dd8d4d63" /><Relationship Type="http://schemas.openxmlformats.org/officeDocument/2006/relationships/slide" Target="/ppt/slides/slide42.xml" Id="R33ac2b484e99442b" /><Relationship Type="http://schemas.openxmlformats.org/officeDocument/2006/relationships/slide" Target="/ppt/slides/slide43.xml" Id="R9b51390451de4fed" /><Relationship Type="http://schemas.openxmlformats.org/officeDocument/2006/relationships/slide" Target="/ppt/slides/slide44.xml" Id="R6c2802358705468d" /><Relationship Type="http://schemas.openxmlformats.org/officeDocument/2006/relationships/slide" Target="/ppt/slides/slide45.xml" Id="R3949a654632544c1" /><Relationship Type="http://schemas.openxmlformats.org/officeDocument/2006/relationships/slide" Target="/ppt/slides/slide46.xml" Id="R91247e5a35be49be" /><Relationship Type="http://schemas.openxmlformats.org/officeDocument/2006/relationships/slide" Target="/ppt/slides/slide47.xml" Id="R3b3e9a484c1f4947" /><Relationship Type="http://schemas.openxmlformats.org/officeDocument/2006/relationships/slide" Target="/ppt/slides/slide48.xml" Id="Rfbb053cbf5684799" /><Relationship Type="http://schemas.openxmlformats.org/officeDocument/2006/relationships/slide" Target="/ppt/slides/slide49.xml" Id="R9d3074df450d4165" /><Relationship Type="http://schemas.openxmlformats.org/officeDocument/2006/relationships/slide" Target="/ppt/slides/slide50.xml" Id="R8f3a408c0c664504" /><Relationship Type="http://schemas.openxmlformats.org/officeDocument/2006/relationships/slide" Target="/ppt/slides/slide51.xml" Id="R40767ae05c014c0e" /><Relationship Type="http://schemas.openxmlformats.org/officeDocument/2006/relationships/slide" Target="/ppt/slides/slide52.xml" Id="R0fde81244f7f4185" /><Relationship Type="http://schemas.openxmlformats.org/officeDocument/2006/relationships/slide" Target="/ppt/slides/slide53.xml" Id="R603f14c7db194279" /><Relationship Type="http://schemas.openxmlformats.org/officeDocument/2006/relationships/slide" Target="/ppt/slides/slide54.xml" Id="Rf28c9f74b2bb4173" /><Relationship Type="http://schemas.openxmlformats.org/officeDocument/2006/relationships/slide" Target="/ppt/slides/slide55.xml" Id="R7689cbc106d94b8a" /><Relationship Type="http://schemas.openxmlformats.org/officeDocument/2006/relationships/slide" Target="/ppt/slides/slide56.xml" Id="R41501487d96e4cd9" /><Relationship Type="http://schemas.openxmlformats.org/officeDocument/2006/relationships/slide" Target="/ppt/slides/slide57.xml" Id="R3f5a5910c5934ebc" /><Relationship Type="http://schemas.openxmlformats.org/officeDocument/2006/relationships/slide" Target="/ppt/slides/slide58.xml" Id="R4fe36684f6af46a2" /><Relationship Type="http://schemas.openxmlformats.org/officeDocument/2006/relationships/slide" Target="/ppt/slides/slide59.xml" Id="R9ac992b51e094744" /><Relationship Type="http://schemas.openxmlformats.org/officeDocument/2006/relationships/slide" Target="/ppt/slides/slide60.xml" Id="R66bd51969af84e65" /><Relationship Type="http://schemas.openxmlformats.org/officeDocument/2006/relationships/slide" Target="/ppt/slides/slide61.xml" Id="R70c6ec14d9dc42b1" /><Relationship Type="http://schemas.openxmlformats.org/officeDocument/2006/relationships/slide" Target="/ppt/slides/slide62.xml" Id="R42454d5c1f2d4147" /><Relationship Type="http://schemas.openxmlformats.org/officeDocument/2006/relationships/slide" Target="/ppt/slides/slide63.xml" Id="R4bc23ec0157f4a8d" /><Relationship Type="http://schemas.openxmlformats.org/officeDocument/2006/relationships/slide" Target="/ppt/slides/slide64.xml" Id="R86608c78383042d9" /><Relationship Type="http://schemas.openxmlformats.org/officeDocument/2006/relationships/slide" Target="/ppt/slides/slide65.xml" Id="R88fa9a04cd4a4a2d" /><Relationship Type="http://schemas.openxmlformats.org/officeDocument/2006/relationships/slide" Target="/ppt/slides/slide66.xml" Id="Rd24dd6fbe42a458e" /><Relationship Type="http://schemas.openxmlformats.org/officeDocument/2006/relationships/slide" Target="/ppt/slides/slide67.xml" Id="R32caa70ae9f34c8c" /><Relationship Type="http://schemas.openxmlformats.org/officeDocument/2006/relationships/slide" Target="/ppt/slides/slide68.xml" Id="Rac270b50bb1d4af7" /><Relationship Type="http://schemas.openxmlformats.org/officeDocument/2006/relationships/slide" Target="/ppt/slides/slide69.xml" Id="Rb5ee67a2d0374839" /><Relationship Type="http://schemas.openxmlformats.org/officeDocument/2006/relationships/slide" Target="/ppt/slides/slide70.xml" Id="Rb20280bd275c48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111fd50d3346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fc4641685c4b6a" /><Relationship Type="http://schemas.openxmlformats.org/officeDocument/2006/relationships/notesMaster" Target="/ppt/notesMasters/notesMaster1.xml" Id="R6637e4a095c743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d1aaa6421c4d23" /><Relationship Type="http://schemas.openxmlformats.org/officeDocument/2006/relationships/notesMaster" Target="/ppt/notesMasters/notesMaster1.xml" Id="Rc646f1182aa74d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9519f6e5d64190" /><Relationship Type="http://schemas.openxmlformats.org/officeDocument/2006/relationships/notesMaster" Target="/ppt/notesMasters/notesMaster1.xml" Id="Rf5a708dbdac34f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87caa16d6546e3" /><Relationship Type="http://schemas.openxmlformats.org/officeDocument/2006/relationships/notesMaster" Target="/ppt/notesMasters/notesMaster1.xml" Id="R60da799f9fd94a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aa9ab7896249fc" /><Relationship Type="http://schemas.openxmlformats.org/officeDocument/2006/relationships/notesMaster" Target="/ppt/notesMasters/notesMaster1.xml" Id="R20bdec08ed9046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a81c298a474952" /><Relationship Type="http://schemas.openxmlformats.org/officeDocument/2006/relationships/notesMaster" Target="/ppt/notesMasters/notesMaster1.xml" Id="R92b0a36c50ce4b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3cc171d34a4217" /><Relationship Type="http://schemas.openxmlformats.org/officeDocument/2006/relationships/notesMaster" Target="/ppt/notesMasters/notesMaster1.xml" Id="R9f39d4427b964f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14a11d05354147" /><Relationship Type="http://schemas.openxmlformats.org/officeDocument/2006/relationships/notesMaster" Target="/ppt/notesMasters/notesMaster1.xml" Id="Rf07c544569724e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de71d17807482e" /><Relationship Type="http://schemas.openxmlformats.org/officeDocument/2006/relationships/notesMaster" Target="/ppt/notesMasters/notesMaster1.xml" Id="R9734347525e34b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b5a11f2cd0449f" /><Relationship Type="http://schemas.openxmlformats.org/officeDocument/2006/relationships/notesMaster" Target="/ppt/notesMasters/notesMaster1.xml" Id="R95a60a0aed214b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4c4f859d8f44b3" /><Relationship Type="http://schemas.openxmlformats.org/officeDocument/2006/relationships/notesMaster" Target="/ppt/notesMasters/notesMaster1.xml" Id="R88429851b96f4a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4800a6db344b85" /><Relationship Type="http://schemas.openxmlformats.org/officeDocument/2006/relationships/notesMaster" Target="/ppt/notesMasters/notesMaster1.xml" Id="Ra47541ebbcf648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6e58b3da3942be" /><Relationship Type="http://schemas.openxmlformats.org/officeDocument/2006/relationships/notesMaster" Target="/ppt/notesMasters/notesMaster1.xml" Id="Rcc0d40036dc544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5b76831a484c97" /><Relationship Type="http://schemas.openxmlformats.org/officeDocument/2006/relationships/notesMaster" Target="/ppt/notesMasters/notesMaster1.xml" Id="Rfc82e86087994f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4359af83214418" /><Relationship Type="http://schemas.openxmlformats.org/officeDocument/2006/relationships/notesMaster" Target="/ppt/notesMasters/notesMaster1.xml" Id="R7af10fcb81bb44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91695a0562b488f" /><Relationship Type="http://schemas.openxmlformats.org/officeDocument/2006/relationships/notesMaster" Target="/ppt/notesMasters/notesMaster1.xml" Id="R25b905d59ed74f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32d41a8dd547fd" /><Relationship Type="http://schemas.openxmlformats.org/officeDocument/2006/relationships/notesMaster" Target="/ppt/notesMasters/notesMaster1.xml" Id="Ree9cc06e819045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bc29a6bb1a4f85" /><Relationship Type="http://schemas.openxmlformats.org/officeDocument/2006/relationships/notesMaster" Target="/ppt/notesMasters/notesMaster1.xml" Id="Rc789ecd0d982445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682b98833541c4" /><Relationship Type="http://schemas.openxmlformats.org/officeDocument/2006/relationships/notesMaster" Target="/ppt/notesMasters/notesMaster1.xml" Id="Ra71a6e290bc9487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37f48df0c7c4e71" /><Relationship Type="http://schemas.openxmlformats.org/officeDocument/2006/relationships/notesMaster" Target="/ppt/notesMasters/notesMaster1.xml" Id="Rfdf5098f4fe94ff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950cd0484284997" /><Relationship Type="http://schemas.openxmlformats.org/officeDocument/2006/relationships/notesMaster" Target="/ppt/notesMasters/notesMaster1.xml" Id="R33b48e4b3299442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85ecd2d74bd4a54" /><Relationship Type="http://schemas.openxmlformats.org/officeDocument/2006/relationships/notesMaster" Target="/ppt/notesMasters/notesMaster1.xml" Id="Raa3e5e689fa949b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023c61d247a40a5" /><Relationship Type="http://schemas.openxmlformats.org/officeDocument/2006/relationships/notesMaster" Target="/ppt/notesMasters/notesMaster1.xml" Id="Re8536979704944c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19566f3431c49f8" /><Relationship Type="http://schemas.openxmlformats.org/officeDocument/2006/relationships/notesMaster" Target="/ppt/notesMasters/notesMaster1.xml" Id="R63796e7c6aab4fc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360af3d2fba48a3" /><Relationship Type="http://schemas.openxmlformats.org/officeDocument/2006/relationships/notesMaster" Target="/ppt/notesMasters/notesMaster1.xml" Id="Rd05cea55adbe4a3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2668c8276fe496a" /><Relationship Type="http://schemas.openxmlformats.org/officeDocument/2006/relationships/notesMaster" Target="/ppt/notesMasters/notesMaster1.xml" Id="R1da704ce376c4a0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118a46dab084d63" /><Relationship Type="http://schemas.openxmlformats.org/officeDocument/2006/relationships/notesMaster" Target="/ppt/notesMasters/notesMaster1.xml" Id="R143f30593689481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6243b4068ca4c7c" /><Relationship Type="http://schemas.openxmlformats.org/officeDocument/2006/relationships/notesMaster" Target="/ppt/notesMasters/notesMaster1.xml" Id="R0fd5fce1fc79474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3bce698bb5345bc" /><Relationship Type="http://schemas.openxmlformats.org/officeDocument/2006/relationships/notesMaster" Target="/ppt/notesMasters/notesMaster1.xml" Id="Raf8ea12f494242b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f23657c2425417e" /><Relationship Type="http://schemas.openxmlformats.org/officeDocument/2006/relationships/notesMaster" Target="/ppt/notesMasters/notesMaster1.xml" Id="Rbf0b1e09e944440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a40f20a66af44b6" /><Relationship Type="http://schemas.openxmlformats.org/officeDocument/2006/relationships/notesMaster" Target="/ppt/notesMasters/notesMaster1.xml" Id="R6bcac1f3e199468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b8536dfe85a4719" /><Relationship Type="http://schemas.openxmlformats.org/officeDocument/2006/relationships/notesMaster" Target="/ppt/notesMasters/notesMaster1.xml" Id="R81e36b7bd596408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3d6289440d5496b" /><Relationship Type="http://schemas.openxmlformats.org/officeDocument/2006/relationships/notesMaster" Target="/ppt/notesMasters/notesMaster1.xml" Id="R1eb7777b3f7a494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4a8d60a38b4488f" /><Relationship Type="http://schemas.openxmlformats.org/officeDocument/2006/relationships/notesMaster" Target="/ppt/notesMasters/notesMaster1.xml" Id="R80dd0efd67a9449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40c6383eb934a68" /><Relationship Type="http://schemas.openxmlformats.org/officeDocument/2006/relationships/notesMaster" Target="/ppt/notesMasters/notesMaster1.xml" Id="Ra1165501b0f7413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956053679fc4cc2" /><Relationship Type="http://schemas.openxmlformats.org/officeDocument/2006/relationships/notesMaster" Target="/ppt/notesMasters/notesMaster1.xml" Id="Rb167fcb0e6df4e1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5a64eb5c9794f73" /><Relationship Type="http://schemas.openxmlformats.org/officeDocument/2006/relationships/notesMaster" Target="/ppt/notesMasters/notesMaster1.xml" Id="Rf10c34b9bffe47d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501dc2dedcb40bb" /><Relationship Type="http://schemas.openxmlformats.org/officeDocument/2006/relationships/notesMaster" Target="/ppt/notesMasters/notesMaster1.xml" Id="Rc1392e7f01954b5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82695fd3c6645fc" /><Relationship Type="http://schemas.openxmlformats.org/officeDocument/2006/relationships/notesMaster" Target="/ppt/notesMasters/notesMaster1.xml" Id="Raf14f3f0966f470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f1dc88eee1448ee" /><Relationship Type="http://schemas.openxmlformats.org/officeDocument/2006/relationships/notesMaster" Target="/ppt/notesMasters/notesMaster1.xml" Id="Rc6e1b796e2f9457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f41583446694671" /><Relationship Type="http://schemas.openxmlformats.org/officeDocument/2006/relationships/notesMaster" Target="/ppt/notesMasters/notesMaster1.xml" Id="Rd3df7972003f4b4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145f23acb7d4874" /><Relationship Type="http://schemas.openxmlformats.org/officeDocument/2006/relationships/notesMaster" Target="/ppt/notesMasters/notesMaster1.xml" Id="Rb7938787fd4b463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66dbd6dba8e4ea6" /><Relationship Type="http://schemas.openxmlformats.org/officeDocument/2006/relationships/notesMaster" Target="/ppt/notesMasters/notesMaster1.xml" Id="Recc2b7ef72f040d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be874121bce436d" /><Relationship Type="http://schemas.openxmlformats.org/officeDocument/2006/relationships/notesMaster" Target="/ppt/notesMasters/notesMaster1.xml" Id="R4df2d9ca01ad4d8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c54777a477c4dfe" /><Relationship Type="http://schemas.openxmlformats.org/officeDocument/2006/relationships/notesMaster" Target="/ppt/notesMasters/notesMaster1.xml" Id="Rceed034a77904f3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5815c1aa63341a6" /><Relationship Type="http://schemas.openxmlformats.org/officeDocument/2006/relationships/notesMaster" Target="/ppt/notesMasters/notesMaster1.xml" Id="Reebb7b9c6f8540f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099a90868984131" /><Relationship Type="http://schemas.openxmlformats.org/officeDocument/2006/relationships/notesMaster" Target="/ppt/notesMasters/notesMaster1.xml" Id="R64a45ae81c0248a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0fd2de0b5f64ae0" /><Relationship Type="http://schemas.openxmlformats.org/officeDocument/2006/relationships/notesMaster" Target="/ppt/notesMasters/notesMaster1.xml" Id="R9ac0a0f038ca445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d784eb5e3b04fd7" /><Relationship Type="http://schemas.openxmlformats.org/officeDocument/2006/relationships/notesMaster" Target="/ppt/notesMasters/notesMaster1.xml" Id="Rf2348aa7ec1f412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8eaa941331b4ed5" /><Relationship Type="http://schemas.openxmlformats.org/officeDocument/2006/relationships/notesMaster" Target="/ppt/notesMasters/notesMaster1.xml" Id="Raea9e2e1485e495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876794bd09c4b8d" /><Relationship Type="http://schemas.openxmlformats.org/officeDocument/2006/relationships/notesMaster" Target="/ppt/notesMasters/notesMaster1.xml" Id="R4ff9b6654a8c407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554705c1b87498c" /><Relationship Type="http://schemas.openxmlformats.org/officeDocument/2006/relationships/notesMaster" Target="/ppt/notesMasters/notesMaster1.xml" Id="Rf378721dc57c411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c92a93eb74248f4" /><Relationship Type="http://schemas.openxmlformats.org/officeDocument/2006/relationships/notesMaster" Target="/ppt/notesMasters/notesMaster1.xml" Id="R90d731bb4d9b4d7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1be736d165348f8" /><Relationship Type="http://schemas.openxmlformats.org/officeDocument/2006/relationships/notesMaster" Target="/ppt/notesMasters/notesMaster1.xml" Id="R0fce92f3d09f41e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40d3fea3db140d9" /><Relationship Type="http://schemas.openxmlformats.org/officeDocument/2006/relationships/notesMaster" Target="/ppt/notesMasters/notesMaster1.xml" Id="Rf0c35011bd1e49f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44c4580f0f94c8e" /><Relationship Type="http://schemas.openxmlformats.org/officeDocument/2006/relationships/notesMaster" Target="/ppt/notesMasters/notesMaster1.xml" Id="Ra8b3791d1e57428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e70911ebbc2d44cd" /><Relationship Type="http://schemas.openxmlformats.org/officeDocument/2006/relationships/notesMaster" Target="/ppt/notesMasters/notesMaster1.xml" Id="R0b925f93b3a54f8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7f819c03c7e44c7" /><Relationship Type="http://schemas.openxmlformats.org/officeDocument/2006/relationships/notesMaster" Target="/ppt/notesMasters/notesMaster1.xml" Id="Re07bce3375b345d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5f320b20c6c54713" /><Relationship Type="http://schemas.openxmlformats.org/officeDocument/2006/relationships/notesMaster" Target="/ppt/notesMasters/notesMaster1.xml" Id="R71cbaa425a64421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a35f4b0712c457e" /><Relationship Type="http://schemas.openxmlformats.org/officeDocument/2006/relationships/notesMaster" Target="/ppt/notesMasters/notesMaster1.xml" Id="R984917348b1f474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8e6c8a256994981" /><Relationship Type="http://schemas.openxmlformats.org/officeDocument/2006/relationships/notesMaster" Target="/ppt/notesMasters/notesMaster1.xml" Id="R0192375d3dc6450d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311e6ad9311b4ba9" /><Relationship Type="http://schemas.openxmlformats.org/officeDocument/2006/relationships/notesMaster" Target="/ppt/notesMasters/notesMaster1.xml" Id="R0e2fe8e312674e51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b832f63f279548b0" /><Relationship Type="http://schemas.openxmlformats.org/officeDocument/2006/relationships/notesMaster" Target="/ppt/notesMasters/notesMaster1.xml" Id="Rf31a4fa66b46425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a3577052ef8479c" /><Relationship Type="http://schemas.openxmlformats.org/officeDocument/2006/relationships/notesMaster" Target="/ppt/notesMasters/notesMaster1.xml" Id="Rbb1c21796466457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0c0ebde61994800" /><Relationship Type="http://schemas.openxmlformats.org/officeDocument/2006/relationships/notesMaster" Target="/ppt/notesMasters/notesMaster1.xml" Id="Rcb397995999042ca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ddc0cc77761541e7" /><Relationship Type="http://schemas.openxmlformats.org/officeDocument/2006/relationships/notesMaster" Target="/ppt/notesMasters/notesMaster1.xml" Id="R3ba4ee3fc88b4524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e808836905754560" /><Relationship Type="http://schemas.openxmlformats.org/officeDocument/2006/relationships/notesMaster" Target="/ppt/notesMasters/notesMaster1.xml" Id="R5dd87a56911a4e37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14ab5de6d5134b27" /><Relationship Type="http://schemas.openxmlformats.org/officeDocument/2006/relationships/notesMaster" Target="/ppt/notesMasters/notesMaster1.xml" Id="R6489cd53cb7d4dbf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085c2d5b09a74252" /><Relationship Type="http://schemas.openxmlformats.org/officeDocument/2006/relationships/notesMaster" Target="/ppt/notesMasters/notesMaster1.xml" Id="R59e8f2b29e4f4b1c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021b6d610b684e70" /><Relationship Type="http://schemas.openxmlformats.org/officeDocument/2006/relationships/notesMaster" Target="/ppt/notesMasters/notesMaster1.xml" Id="Rc8f95e80f5794c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{"op":-1,"pos":-1,"saving":0,"cost":7788,"truck":7788,"drone":0,"simple":15,"route":[1,8,4,2,3,16,13,12,7,6,10,9,11,14,15,5,1],"labels":[1,0,0,0,0,0,0,0,0,0,0,0,0,0,0,0,1],"bounds":[0,1,2,3,4,5,6,7,8,9,10,11,12,13,14,15,16]}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segmentCost, isBetterCandidate, partitionRoute. A mesma matriz de distâncias vale para ambos os veículos, sem fator de velocidade ou limite de autonomia.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{"op":-1,"pos":-1,"saving":0,"cost":7788,"truck":7788,"drone":0,"simple":15,"route":[1,8,4,2,3,16,13,12,7,6,10,9,11,14,15,5,1],"labels":[1,0,0,0,0,0,0,0,0,0,0,0,0,0,0,0,1],"bounds":[0,1,2,3,4,5,6,7,8,9,10,11,12,13,14,15,16]}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{"op":0,"pos":1,"saving":0,"cost":7788,"truck":7769,"drone":331,"simple":13,"route":[1,8,4,2,3,16,13,12,7,6,10,9,11,14,15,5,1],"labels":[1,3,1,0,0,0,0,0,0,0,0,0,0,0,0,0,1],"bounds":[0,2,3,4,5,6,7,8,9,10,11,12,13,14,15,16]}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{"op":1,"pos":3,"saving":19,"cost":7769,"truck":7769,"drone":592,"simple":12,"route":[1,8,4,2,3,16,13,12,7,6,10,9,11,14,15,5,1],"labels":[1,3,2,1,0,0,0,0,0,0,0,0,0,0,0,0,1],"bounds":[0,3,4,5,6,7,8,9,10,11,12,13,14,15,16]}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{"op":0,"pos":4,"saving":0,"cost":7769,"truck":7686,"drone":1217,"simple":10,"route":[1,8,4,2,3,16,13,12,7,6,10,9,11,14,15,5,1],"labels":[1,3,2,1,3,1,0,0,0,0,0,0,0,0,0,0,1],"bounds":[0,3,5,6,7,8,9,10,11,12,13,14,15,16]}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{"op":1,"pos":6,"saving":1,"cost":7768,"truck":7686,"drone":1622,"simple":9,"route":[1,8,4,2,3,16,13,12,7,6,10,9,11,14,15,5,1],"labels":[1,3,2,1,3,2,1,0,0,0,0,0,0,0,0,0,1],"bounds":[0,3,6,7,8,9,10,11,12,13,14,15,16]}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{"op":1,"pos":7,"saving":59,"cost":7709,"truck":7686,"drone":1631,"simple":8,"route":[1,8,4,2,3,16,13,12,7,6,10,9,11,14,15,5,1],"labels":[1,3,2,1,3,2,2,1,0,0,0,0,0,0,0,0,1],"bounds":[0,3,7,8,9,10,11,12,13,14,15,16]}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{"op":1,"pos":8,"saving":6,"cost":7703,"truck":7686,"drone":1802,"simple":7,"route":[1,8,4,2,3,16,13,12,7,6,10,9,11,14,15,5,1],"labels":[1,3,2,1,3,2,2,2,1,0,0,0,0,0,0,0,1],"bounds":[0,3,8,9,10,11,12,13,14,15,16]}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{"op":1,"pos":9,"saving":15,"cost":7688,"truck":7686,"drone":1902,"simple":6,"route":[1,8,4,2,3,16,13,12,7,6,10,9,11,14,15,5,1],"labels":[1,3,2,1,3,2,2,2,2,1,0,0,0,0,0,0,1],"bounds":[0,3,9,10,11,12,13,14,15,16]}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{"op":1,"pos":10,"saving":2,"cost":7686,"truck":7686,"drone":1763,"simple":5,"route":[1,8,4,2,3,16,13,12,7,6,10,9,11,14,15,5,1],"labels":[1,3,2,1,3,2,2,2,2,2,1,0,0,0,0,0,1],"bounds":[0,3,10,11,12,13,14,15,16]}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11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{"op":0,"pos":11,"saving":0,"cost":7686,"truck":7668,"drone":3478,"simple":3,"route":[1,8,4,2,3,16,13,12,7,6,10,9,11,14,15,5,1],"labels":[1,3,2,1,3,2,2,2,2,2,1,3,1,0,0,0,1],"bounds":[0,3,10,12,13,14,15,16]}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{"op":1,"pos":13,"saving":18,"cost":7668,"truck":7668,"drone":2747,"simple":2,"route":[1,8,4,2,3,16,13,12,7,6,10,9,11,14,15,5,1],"labels":[1,3,2,1,3,2,2,2,2,2,1,3,2,1,0,0,1],"bounds":[0,3,10,13,14,15,16]}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14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{"op":0,"pos":14,"saving":0,"cost":7668,"truck":7630,"drone":3385,"simple":0,"route":[1,8,4,2,3,16,13,12,7,6,10,9,11,14,15,5,1],"labels":[1,3,2,1,3,2,2,2,2,2,1,3,2,1,3,1,1],"bounds":[0,3,10,13,15,16]}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{"op":0,"pos":14,"saving":0,"cost":7668,"truck":7630,"drone":3385,"simple":0,"route":[1,8,4,2,3,16,13,12,7,6,10,9,11,14,15,5,1],"labels":[1,3,2,1,3,2,2,2,2,2,1,3,2,1,3,1,1],"bounds":[0,3,10,13,15,16]}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{"op":1,"pos":15,"saving":307,"cost":5216,"truck":5216,"drone":3818,"simple":0,"route":[1,11,8,4,2,3,16,13,12,7,6,10,9,14,15,5,1],"labels":[1,3,2,2,2,2,2,2,2,2,2,2,2,2,2,1,1],"bounds":[0,15,16]}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{"op":0,"pos":15,"saving":0,"cost":4878,"truck":4781,"drone":4819,"simple":0,"route":[1,11,8,4,2,3,16,13,12,7,6,10,9,5,15,14,1],"labels":[1,3,2,2,2,2,2,2,2,2,2,2,2,2,1,3,1],"bounds":[0,14,16]}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{"op":1,"pos":15,"saving":57,"cost":4762,"truck":4762,"drone":4155,"simple":0,"route":[1,11,8,4,2,3,16,13,12,7,10,9,6,5,15,14,1],"labels":[1,3,2,2,2,2,2,2,2,2,2,2,2,2,2,1,1],"bounds":[0,15,16]}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{"op":0,"pos":15,"saving":0,"cost":4726,"truck":4705,"drone":4655,"simple":0,"route":[1,11,8,4,2,3,16,12,7,10,9,6,5,15,14,13,1],"labels":[1,3,2,2,2,2,2,2,2,2,2,2,2,2,1,3,1],"bounds":[0,14,16]}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{"op":0,"pos":15,"saving":0,"cost":4694,"truck":4673,"drone":4655,"simple":0,"route":[1,11,8,4,2,3,16,12,10,9,7,6,5,15,14,13,1],"labels":[1,3,2,2,2,2,2,2,2,2,2,2,2,2,1,3,1],"bounds":[0,14,16]}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{"op":1,"pos":15,"saving":76,"cost":4653,"truck":4653,"drone":4152,"simple":0,"route":[1,11,8,4,2,3,16,10,9,7,6,5,15,14,13,12,1],"labels":[1,3,2,2,2,2,2,2,2,2,2,2,2,2,2,1,1],"bounds":[0,15,16]}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{"op":-1,"pos":-1,"saving":0,"cost":9227,"truck":9227,"drone":0,"simple":15,"route":[1,11,8,4,2,3,16,10,9,7,6,5,15,14,13,12,1],"labels":[1,0,0,0,0,0,0,0,0,0,0,0,0,0,0,0,1],"bounds":[0,1,2,3,4,5,6,7,8,9,10,11,12,13,14,15,16]}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{"op":0,"pos":1,"saving":0,"cost":9227,"truck":4653,"drone":4634,"simple":13,"route":[1,11,8,4,2,3,16,10,9,7,6,5,15,14,13,12,1],"labels":[1,3,1,0,0,0,0,0,0,0,0,0,0,0,0,0,1],"bounds":[0,2,3,4,5,6,7,8,9,10,11,12,13,14,15,16]}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{"op":1,"pos":3,"saving":38,"cost":9189,"truck":4653,"drone":4867,"simple":12,"route":[1,11,8,4,2,3,16,10,9,7,6,5,15,14,13,12,1],"labels":[1,3,2,1,0,0,0,0,0,0,0,0,0,0,0,0,1],"bounds":[0,3,4,5,6,7,8,9,10,11,12,13,14,15,16]}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{"op":1,"pos":4,"saving":238,"cost":8951,"truck":4653,"drone":5103,"simple":11,"route":[1,11,8,4,2,3,16,10,9,7,6,5,15,14,13,12,1],"labels":[1,3,2,2,1,0,0,0,0,0,0,0,0,0,0,0,1],"bounds":[0,4,5,6,7,8,9,10,11,12,13,14,15,16]}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{"op":1,"pos":5,"saving":187,"cost":8764,"truck":4653,"drone":5042,"simple":10,"route":[1,11,8,4,2,3,16,10,9,7,6,5,15,14,13,12,1],"labels":[1,3,2,2,2,1,0,0,0,0,0,0,0,0,0,0,1],"bounds":[0,5,6,7,8,9,10,11,12,13,14,15,16]}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{"op":1,"pos":6,"saving":979,"cost":7785,"truck":4653,"drone":4562,"simple":9,"route":[1,11,8,4,2,3,16,10,9,7,6,5,15,14,13,12,1],"labels":[1,3,2,2,2,2,1,0,0,0,0,0,0,0,0,0,1],"bounds":[0,6,7,8,9,10,11,12,13,14,15,16]}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{"op":1,"pos":7,"saving":1161,"cost":6624,"truck":4653,"drone":4011,"simple":8,"route":[1,11,8,4,2,3,16,10,9,7,6,5,15,14,13,12,1],"labels":[1,3,2,2,2,2,2,1,0,0,0,0,0,0,0,0,1],"bounds":[0,7,8,9,10,11,12,13,14,15,16]}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{"op":1,"pos":8,"saving":638,"cost":5986,"truck":4653,"drone":3701,"simple":7,"route":[1,11,8,4,2,3,16,10,9,7,6,5,15,14,13,12,1],"labels":[1,3,2,2,2,2,2,2,1,0,0,0,0,0,0,0,1],"bounds":[0,8,9,10,11,12,13,14,15,16]}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{"op":1,"pos":9,"saving":181,"cost":5805,"truck":4653,"drone":3975,"simple":6,"route":[1,11,8,4,2,3,16,10,9,7,6,5,15,14,13,12,1],"labels":[1,3,2,2,2,2,2,2,2,1,0,0,0,0,0,0,1],"bounds":[0,9,10,11,12,13,14,15,16]}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{"op":1,"pos":10,"saving":195,"cost":5610,"truck":4653,"drone":3895,"simple":5,"route":[1,11,8,4,2,3,16,10,9,7,6,5,15,14,13,12,1],"labels":[1,3,2,2,2,2,2,2,2,2,1,0,0,0,0,0,1],"bounds":[0,10,11,12,13,14,15,16]}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{"op":1,"pos":11,"saving":555,"cost":5055,"truck":4653,"drone":3818,"simple":4,"route":[1,11,8,4,2,3,16,10,9,7,6,5,15,14,13,12,1],"labels":[1,3,2,2,2,2,2,2,2,2,2,1,0,0,0,0,1],"bounds":[0,11,12,13,14,15,16]}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{"op":1,"pos":12,"saving":116,"cost":4939,"truck":4653,"drone":4103,"simple":3,"route":[1,11,8,4,2,3,16,10,9,7,6,5,15,14,13,12,1],"labels":[1,3,2,2,2,2,2,2,2,2,2,2,1,0,0,0,1],"bounds":[0,12,13,14,15,16]}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{"op":1,"pos":13,"saving":185,"cost":4754,"truck":4653,"drone":4155,"simple":2,"route":[1,11,8,4,2,3,16,10,9,7,6,5,15,14,13,12,1],"labels":[1,3,2,2,2,2,2,2,2,2,2,2,2,1,0,0,1],"bounds":[0,13,14,15,16]}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{"op":1,"pos":14,"saving":25,"cost":4729,"truck":4653,"drone":4182,"simple":1,"route":[1,11,8,4,2,3,16,10,9,7,6,5,15,14,13,12,1],"labels":[1,3,2,2,2,2,2,2,2,2,2,2,2,2,1,0,1],"bounds":[0,14,15,16]}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{"op":1,"pos":15,"saving":76,"cost":4653,"truck":4653,"drone":4152,"simple":0,"route":[1,11,8,4,2,3,16,10,9,7,6,5,15,14,13,12,1],"labels":[1,3,2,2,2,2,2,2,2,2,2,2,2,2,2,1,1],"bounds":[0,15,16]}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Solution(truckRoute, droneRoute, total.duration, total.truck, total.drone). Vetor caminhão omite depósito repetido. Vetor drone [1,11,12] omite repetição. Segmento 1..12 tem caminhão 4235 e drone 4152, duração 4235. Retorno 12..1 custa 418.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{"op":1,"pos":15,"saving":76,"cost":4653,"truck":4653,"drone":4152,"simple":0,"route":[1,11,8,4,2,3,16,10,9,7,6,5,15,14,13,12,1],"labels":[1,3,2,2,2,2,2,2,2,2,2,2,2,2,2,1,1],"bounds":[0,15,16]}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{"op":1,"pos":15,"saving":76,"cost":4653,"truck":4653,"drone":4152,"simple":0,"route":[1,11,8,4,2,3,16,10,9,7,6,5,15,14,13,12,1],"labels":[1,3,2,2,2,2,2,2,2,2,2,2,2,2,2,1,1],"bounds":[0,15,16]}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0326b048d47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dbc997b5845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d93d82a1445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80d4337f348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74ebace744b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9642ff2c854e6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e909f1ced446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a52e6ab9874d9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49937c7666464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5be3aacb64b8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f9a2c9ba9e483a" /><Relationship Type="http://schemas.openxmlformats.org/officeDocument/2006/relationships/slideLayout" Target="/ppt/slideLayouts/slideLayout1.xml" Id="Rb4915a8ac00a4c84" /><Relationship Type="http://schemas.openxmlformats.org/officeDocument/2006/relationships/slideLayout" Target="/ppt/slideLayouts/slideLayout2.xml" Id="R1a93c529408d43b8" /><Relationship Type="http://schemas.openxmlformats.org/officeDocument/2006/relationships/slideLayout" Target="/ppt/slideLayouts/slideLayout3.xml" Id="Rf7df6ee866f14ed6" /><Relationship Type="http://schemas.openxmlformats.org/officeDocument/2006/relationships/slideLayout" Target="/ppt/slideLayouts/slideLayout4.xml" Id="R0eea2edbcecf4698" /><Relationship Type="http://schemas.openxmlformats.org/officeDocument/2006/relationships/slideLayout" Target="/ppt/slideLayouts/slideLayout5.xml" Id="R017c46be98534188" /><Relationship Type="http://schemas.openxmlformats.org/officeDocument/2006/relationships/slideLayout" Target="/ppt/slideLayouts/slideLayout6.xml" Id="R6a808c85301d4dd4" /><Relationship Type="http://schemas.openxmlformats.org/officeDocument/2006/relationships/slideLayout" Target="/ppt/slideLayouts/slideLayout7.xml" Id="R65961029c32342b0" /><Relationship Type="http://schemas.openxmlformats.org/officeDocument/2006/relationships/slideLayout" Target="/ppt/slideLayouts/slideLayout8.xml" Id="Rc1817e1769ed444b" /><Relationship Type="http://schemas.openxmlformats.org/officeDocument/2006/relationships/slideLayout" Target="/ppt/slideLayouts/slideLayout9.xml" Id="Re6e27e8e309544a8" /><Relationship Type="http://schemas.openxmlformats.org/officeDocument/2006/relationships/slideLayout" Target="/ppt/slideLayouts/slideLayout10.xml" Id="R4e7994910d584ad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915a8ac00a4c84"/>
    <p:sldLayoutId xmlns:r="http://schemas.openxmlformats.org/officeDocument/2006/relationships" id="2147483650" r:id="R1a93c529408d43b8"/>
    <p:sldLayoutId xmlns:r="http://schemas.openxmlformats.org/officeDocument/2006/relationships" id="2147483651" r:id="Rf7df6ee866f14ed6"/>
    <p:sldLayoutId xmlns:r="http://schemas.openxmlformats.org/officeDocument/2006/relationships" id="2147483652" r:id="R0eea2edbcecf4698"/>
    <p:sldLayoutId xmlns:r="http://schemas.openxmlformats.org/officeDocument/2006/relationships" id="2147483653" r:id="R017c46be98534188"/>
    <p:sldLayoutId xmlns:r="http://schemas.openxmlformats.org/officeDocument/2006/relationships" id="2147483654" r:id="R6a808c85301d4dd4"/>
    <p:sldLayoutId xmlns:r="http://schemas.openxmlformats.org/officeDocument/2006/relationships" id="2147483655" r:id="R65961029c32342b0"/>
    <p:sldLayoutId xmlns:r="http://schemas.openxmlformats.org/officeDocument/2006/relationships" id="2147483656" r:id="Rc1817e1769ed444b"/>
    <p:sldLayoutId xmlns:r="http://schemas.openxmlformats.org/officeDocument/2006/relationships" id="2147483657" r:id="Re6e27e8e309544a8"/>
    <p:sldLayoutId xmlns:r="http://schemas.openxmlformats.org/officeDocument/2006/relationships" id="2147483658" r:id="R4e7994910d584ad0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6d81a791147de" /><Relationship Type="http://schemas.openxmlformats.org/officeDocument/2006/relationships/notesSlide" Target="/ppt/notesSlides/notesSlide1.xml" Id="R4b6042b84f8645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6c2dddbff5475e" /><Relationship Type="http://schemas.openxmlformats.org/officeDocument/2006/relationships/notesSlide" Target="/ppt/notesSlides/notesSlide2.xml" Id="R37c356667abc4e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6c033a1f024cfb" /><Relationship Type="http://schemas.openxmlformats.org/officeDocument/2006/relationships/notesSlide" Target="/ppt/notesSlides/notesSlide3.xml" Id="R8a651150072548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1e9cc148cf489c" /><Relationship Type="http://schemas.openxmlformats.org/officeDocument/2006/relationships/notesSlide" Target="/ppt/notesSlides/notesSlide4.xml" Id="Rfc09e293b55940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a0bc524c494849" /><Relationship Type="http://schemas.openxmlformats.org/officeDocument/2006/relationships/notesSlide" Target="/ppt/notesSlides/notesSlide5.xml" Id="Rf76d917446b34b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bbda621f0a49d9" /><Relationship Type="http://schemas.openxmlformats.org/officeDocument/2006/relationships/notesSlide" Target="/ppt/notesSlides/notesSlide6.xml" Id="R89ec1ebb8f554c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67ff5c15ca4577" /><Relationship Type="http://schemas.openxmlformats.org/officeDocument/2006/relationships/notesSlide" Target="/ppt/notesSlides/notesSlide7.xml" Id="Rd95980dd129644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58ed2fed1d4689" /><Relationship Type="http://schemas.openxmlformats.org/officeDocument/2006/relationships/notesSlide" Target="/ppt/notesSlides/notesSlide8.xml" Id="R709fc14d380b49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d5465dfbe34882" /><Relationship Type="http://schemas.openxmlformats.org/officeDocument/2006/relationships/notesSlide" Target="/ppt/notesSlides/notesSlide9.xml" Id="R7fb9362e2cca4f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9ed51a80444cfb" /><Relationship Type="http://schemas.openxmlformats.org/officeDocument/2006/relationships/notesSlide" Target="/ppt/notesSlides/notesSlide10.xml" Id="Re8315679752746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14a187cca44a27" /><Relationship Type="http://schemas.openxmlformats.org/officeDocument/2006/relationships/notesSlide" Target="/ppt/notesSlides/notesSlide11.xml" Id="Re57622d61e264b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de5f2c2dd24d78" /><Relationship Type="http://schemas.openxmlformats.org/officeDocument/2006/relationships/notesSlide" Target="/ppt/notesSlides/notesSlide12.xml" Id="R8152d8cf4a1049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c0ca6877bd4897" /><Relationship Type="http://schemas.openxmlformats.org/officeDocument/2006/relationships/notesSlide" Target="/ppt/notesSlides/notesSlide13.xml" Id="R985b368543c041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02a1a19dc84143" /><Relationship Type="http://schemas.openxmlformats.org/officeDocument/2006/relationships/notesSlide" Target="/ppt/notesSlides/notesSlide14.xml" Id="Re33d8f3c06914a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b690d30d58416f" /><Relationship Type="http://schemas.openxmlformats.org/officeDocument/2006/relationships/notesSlide" Target="/ppt/notesSlides/notesSlide15.xml" Id="Raab412280ee542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d3267b5f484327" /><Relationship Type="http://schemas.openxmlformats.org/officeDocument/2006/relationships/notesSlide" Target="/ppt/notesSlides/notesSlide16.xml" Id="R1cd6442fb4344b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f4562e18e74c23" /><Relationship Type="http://schemas.openxmlformats.org/officeDocument/2006/relationships/notesSlide" Target="/ppt/notesSlides/notesSlide17.xml" Id="R69999ffac41843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e4e21f68e24209" /><Relationship Type="http://schemas.openxmlformats.org/officeDocument/2006/relationships/notesSlide" Target="/ppt/notesSlides/notesSlide18.xml" Id="Rb07a2bcf65084c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318cdae4e642b3" /><Relationship Type="http://schemas.openxmlformats.org/officeDocument/2006/relationships/notesSlide" Target="/ppt/notesSlides/notesSlide19.xml" Id="R016c88ab6f3c466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e85a4bd03d46d8" /><Relationship Type="http://schemas.openxmlformats.org/officeDocument/2006/relationships/notesSlide" Target="/ppt/notesSlides/notesSlide20.xml" Id="R46d2006265dc4e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2192e9fc464099" /><Relationship Type="http://schemas.openxmlformats.org/officeDocument/2006/relationships/notesSlide" Target="/ppt/notesSlides/notesSlide21.xml" Id="Rd7200f79667b494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a5e3fca8a44a1a" /><Relationship Type="http://schemas.openxmlformats.org/officeDocument/2006/relationships/notesSlide" Target="/ppt/notesSlides/notesSlide22.xml" Id="R5abbd5125a164fb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ee472b0f0646be" /><Relationship Type="http://schemas.openxmlformats.org/officeDocument/2006/relationships/notesSlide" Target="/ppt/notesSlides/notesSlide23.xml" Id="Ra5baacab4038414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f4b909011b4010" /><Relationship Type="http://schemas.openxmlformats.org/officeDocument/2006/relationships/notesSlide" Target="/ppt/notesSlides/notesSlide24.xml" Id="R64d3d397221343c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811db6e4a44bb1" /><Relationship Type="http://schemas.openxmlformats.org/officeDocument/2006/relationships/notesSlide" Target="/ppt/notesSlides/notesSlide25.xml" Id="R35de68155859427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4a111e9efb4ba4" /><Relationship Type="http://schemas.openxmlformats.org/officeDocument/2006/relationships/notesSlide" Target="/ppt/notesSlides/notesSlide26.xml" Id="R8d476a486da3417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3c85f0f35e483d" /><Relationship Type="http://schemas.openxmlformats.org/officeDocument/2006/relationships/notesSlide" Target="/ppt/notesSlides/notesSlide27.xml" Id="R5b54d1cffa9a46a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f346afa0b34928" /><Relationship Type="http://schemas.openxmlformats.org/officeDocument/2006/relationships/notesSlide" Target="/ppt/notesSlides/notesSlide28.xml" Id="R0770383e0638474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d5c0224bea4812" /><Relationship Type="http://schemas.openxmlformats.org/officeDocument/2006/relationships/notesSlide" Target="/ppt/notesSlides/notesSlide29.xml" Id="Rfcbd38832fc24a3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06bd9643094e06" /><Relationship Type="http://schemas.openxmlformats.org/officeDocument/2006/relationships/notesSlide" Target="/ppt/notesSlides/notesSlide30.xml" Id="Rc349ed7cc8a941d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c0809ff12b4bb0" /><Relationship Type="http://schemas.openxmlformats.org/officeDocument/2006/relationships/notesSlide" Target="/ppt/notesSlides/notesSlide31.xml" Id="R04f990b955e74b9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0dfab0add440c0" /><Relationship Type="http://schemas.openxmlformats.org/officeDocument/2006/relationships/notesSlide" Target="/ppt/notesSlides/notesSlide32.xml" Id="Rd3271659afe54ed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fabbdcfbf94b62" /><Relationship Type="http://schemas.openxmlformats.org/officeDocument/2006/relationships/notesSlide" Target="/ppt/notesSlides/notesSlide33.xml" Id="R925ccbacb6a6462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8680959f99424a" /><Relationship Type="http://schemas.openxmlformats.org/officeDocument/2006/relationships/notesSlide" Target="/ppt/notesSlides/notesSlide34.xml" Id="R796ca312caf24cd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4a0273bd4d452c" /><Relationship Type="http://schemas.openxmlformats.org/officeDocument/2006/relationships/notesSlide" Target="/ppt/notesSlides/notesSlide35.xml" Id="R4beac9bdb0414ef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12dea87f0e47ed" /><Relationship Type="http://schemas.openxmlformats.org/officeDocument/2006/relationships/notesSlide" Target="/ppt/notesSlides/notesSlide36.xml" Id="R2624a5060b7945a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c4e5f1ef2f44ff" /><Relationship Type="http://schemas.openxmlformats.org/officeDocument/2006/relationships/notesSlide" Target="/ppt/notesSlides/notesSlide37.xml" Id="R582639916e314ca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7ce47e316a4556" /><Relationship Type="http://schemas.openxmlformats.org/officeDocument/2006/relationships/notesSlide" Target="/ppt/notesSlides/notesSlide38.xml" Id="R1eb8a5cb60d2462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c67615de16422c" /><Relationship Type="http://schemas.openxmlformats.org/officeDocument/2006/relationships/notesSlide" Target="/ppt/notesSlides/notesSlide39.xml" Id="Rd86bda4b020a42a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beaa19e3e24062" /><Relationship Type="http://schemas.openxmlformats.org/officeDocument/2006/relationships/notesSlide" Target="/ppt/notesSlides/notesSlide40.xml" Id="R0249cdcf0e75453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6556fb5fec473d" /><Relationship Type="http://schemas.openxmlformats.org/officeDocument/2006/relationships/notesSlide" Target="/ppt/notesSlides/notesSlide41.xml" Id="Rdbdd6c19ec3142c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d74f54998e4f20" /><Relationship Type="http://schemas.openxmlformats.org/officeDocument/2006/relationships/notesSlide" Target="/ppt/notesSlides/notesSlide42.xml" Id="R471010ecbd5b45a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32c988b45d4ae5" /><Relationship Type="http://schemas.openxmlformats.org/officeDocument/2006/relationships/notesSlide" Target="/ppt/notesSlides/notesSlide43.xml" Id="Rf62828ec1ef44d6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dc66cc9dfe4e36" /><Relationship Type="http://schemas.openxmlformats.org/officeDocument/2006/relationships/notesSlide" Target="/ppt/notesSlides/notesSlide44.xml" Id="R4693934716bd491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9375554cd84022" /><Relationship Type="http://schemas.openxmlformats.org/officeDocument/2006/relationships/notesSlide" Target="/ppt/notesSlides/notesSlide45.xml" Id="R3dd1ffb0a59e46c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bdaac48e0c41b5" /><Relationship Type="http://schemas.openxmlformats.org/officeDocument/2006/relationships/notesSlide" Target="/ppt/notesSlides/notesSlide46.xml" Id="R2ed69c372bcf4ca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1e215615fc4a48" /><Relationship Type="http://schemas.openxmlformats.org/officeDocument/2006/relationships/notesSlide" Target="/ppt/notesSlides/notesSlide47.xml" Id="R7888706b41ed47a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dafa2916194a18" /><Relationship Type="http://schemas.openxmlformats.org/officeDocument/2006/relationships/notesSlide" Target="/ppt/notesSlides/notesSlide48.xml" Id="R08a2267d614d4f7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e780d0d74a4045" /><Relationship Type="http://schemas.openxmlformats.org/officeDocument/2006/relationships/notesSlide" Target="/ppt/notesSlides/notesSlide49.xml" Id="Re20362d80fc64a8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d9910cfe434c18" /><Relationship Type="http://schemas.openxmlformats.org/officeDocument/2006/relationships/notesSlide" Target="/ppt/notesSlides/notesSlide50.xml" Id="Rfe41f8863d2d47b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6be196cd1e4cc4" /><Relationship Type="http://schemas.openxmlformats.org/officeDocument/2006/relationships/notesSlide" Target="/ppt/notesSlides/notesSlide51.xml" Id="Rd21070ce4d7b469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5b73597f854026" /><Relationship Type="http://schemas.openxmlformats.org/officeDocument/2006/relationships/notesSlide" Target="/ppt/notesSlides/notesSlide52.xml" Id="R1975f154c7d54a2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b8d9bcddec4fc7" /><Relationship Type="http://schemas.openxmlformats.org/officeDocument/2006/relationships/notesSlide" Target="/ppt/notesSlides/notesSlide53.xml" Id="Rfdb42e9369614c4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7a8e3a2ad443e9" /><Relationship Type="http://schemas.openxmlformats.org/officeDocument/2006/relationships/notesSlide" Target="/ppt/notesSlides/notesSlide54.xml" Id="R05f4b3eda5a7433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4a23433beb4dff" /><Relationship Type="http://schemas.openxmlformats.org/officeDocument/2006/relationships/notesSlide" Target="/ppt/notesSlides/notesSlide55.xml" Id="Re01e5210aa5d4c6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18d5e7686a4243" /><Relationship Type="http://schemas.openxmlformats.org/officeDocument/2006/relationships/notesSlide" Target="/ppt/notesSlides/notesSlide56.xml" Id="Rc99a99a941df4ed2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cf7d6607a64b7c" /><Relationship Type="http://schemas.openxmlformats.org/officeDocument/2006/relationships/notesSlide" Target="/ppt/notesSlides/notesSlide57.xml" Id="R3e8d1d19c96a414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ed3f4b81b8439a" /><Relationship Type="http://schemas.openxmlformats.org/officeDocument/2006/relationships/notesSlide" Target="/ppt/notesSlides/notesSlide58.xml" Id="R4c94f90e8eda49c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37469737cf4360" /><Relationship Type="http://schemas.openxmlformats.org/officeDocument/2006/relationships/notesSlide" Target="/ppt/notesSlides/notesSlide59.xml" Id="R896f71e349c44ec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ea8dbecc784936" /><Relationship Type="http://schemas.openxmlformats.org/officeDocument/2006/relationships/notesSlide" Target="/ppt/notesSlides/notesSlide60.xml" Id="R26fddde87d3d457d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22872faeff4d86" /><Relationship Type="http://schemas.openxmlformats.org/officeDocument/2006/relationships/notesSlide" Target="/ppt/notesSlides/notesSlide61.xml" Id="Rcab6a485b4694cc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bf20ae65ff4545" /><Relationship Type="http://schemas.openxmlformats.org/officeDocument/2006/relationships/notesSlide" Target="/ppt/notesSlides/notesSlide62.xml" Id="Rcb188d4c3cc447c3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8ec6d7502e4d44" /><Relationship Type="http://schemas.openxmlformats.org/officeDocument/2006/relationships/notesSlide" Target="/ppt/notesSlides/notesSlide63.xml" Id="Re4f8e2d88aee4879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a5fa160a8641e9" /><Relationship Type="http://schemas.openxmlformats.org/officeDocument/2006/relationships/notesSlide" Target="/ppt/notesSlides/notesSlide64.xml" Id="R34793e01eb4347e0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b5a3cdc7f947cc" /><Relationship Type="http://schemas.openxmlformats.org/officeDocument/2006/relationships/notesSlide" Target="/ppt/notesSlides/notesSlide65.xml" Id="Raa26d61b144a4249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c5eb93e2994fdc" /><Relationship Type="http://schemas.openxmlformats.org/officeDocument/2006/relationships/notesSlide" Target="/ppt/notesSlides/notesSlide66.xml" Id="R6a721ff4fca84359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06832bf329407c" /><Relationship Type="http://schemas.openxmlformats.org/officeDocument/2006/relationships/notesSlide" Target="/ppt/notesSlides/notesSlide67.xml" Id="R9603cf008768417a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7bb738ec6d4d4b" /><Relationship Type="http://schemas.openxmlformats.org/officeDocument/2006/relationships/notesSlide" Target="/ppt/notesSlides/notesSlide68.xml" Id="Raeb7c07ddd794005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dac1a5402d49d7" /><Relationship Type="http://schemas.openxmlformats.org/officeDocument/2006/relationships/notesSlide" Target="/ppt/notesSlides/notesSlide69.xml" Id="R07a37e3694ad4119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eaf99d0a3c4d51" /><Relationship Type="http://schemas.openxmlformats.org/officeDocument/2006/relationships/notesSlide" Target="/ppt/notesSlides/notesSlide70.xml" Id="Rc1b139cb054b4fd6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225">
                <a:solidFill>
                  <a:srgbClr val="EDF5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225">
                <a:solidFill>
                  <a:srgbClr val="EDF5FE"/>
                </a:solidFill>
                <a:latin typeface="Helvetica Neue"/>
                <a:ea typeface="Helvetica Neue"/>
                <a:cs typeface="Helvetica Neue"/>
              </a:rPr>
              <a:t>Greedy heuristic</a:t>
            </a:r>
          </a:p>
          <a:p xmlns:a="http://schemas.openxmlformats.org/drawingml/2006/main">
            <a:pPr>
              <a:defRPr sz="6225">
                <a:solidFill>
                  <a:srgbClr val="EDF5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225">
                <a:solidFill>
                  <a:srgbClr val="EDF5FE"/>
                </a:solidFill>
                <a:latin typeface="Helvetica Neue"/>
                <a:ea typeface="Helvetica Neue"/>
                <a:cs typeface="Helvetica Neue"/>
              </a:rPr>
              <a:t>Ulysses16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DF5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EDF5FE"/>
                </a:solidFill>
                <a:latin typeface="Helvetica Neue"/>
                <a:ea typeface="Helvetica Neue"/>
                <a:cs typeface="Helvetica Neue"/>
              </a:rPr>
              <a:t>Construção passo a passo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>
                <a:solidFill>
                  <a:srgbClr val="EDF5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EDF5FE"/>
                </a:solidFill>
                <a:latin typeface="Helvetica Neue"/>
                <a:ea typeface="Helvetica Neue"/>
                <a:cs typeface="Helvetica Neue"/>
              </a:rPr>
              <a:t>Caminhão e drone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TSPD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Algoritmos de otimização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93EF0B2D-B0E9-4615-B56E-DDC1C0D1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2563738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instância e a representação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47F5FDA-D3C6-4B02-B9B2-58DF8DD0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E7AE98B-95C5-4D44-959A-C999B943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3049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36" name="Vértice 1">
            <a:extLst xmlns:a="http://schemas.openxmlformats.org/drawingml/2006/main">
              <a:ext uri="{FF2B5EF4-FFF2-40B4-BE49-F238E27FC236}">
                <a16:creationId xmlns:a16="http://schemas.microsoft.com/office/drawing/2014/main" id="{92EF04AF-BD54-4D96-96B4-348C797A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37" name="Vértice 2">
            <a:extLst xmlns:a="http://schemas.openxmlformats.org/drawingml/2006/main">
              <a:ext uri="{FF2B5EF4-FFF2-40B4-BE49-F238E27FC236}">
                <a16:creationId xmlns:a16="http://schemas.microsoft.com/office/drawing/2014/main" id="{836046DA-0E09-4D62-BBF0-6C9F15FF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38" name="Vértice 3">
            <a:extLst xmlns:a="http://schemas.openxmlformats.org/drawingml/2006/main">
              <a:ext uri="{FF2B5EF4-FFF2-40B4-BE49-F238E27FC236}">
                <a16:creationId xmlns:a16="http://schemas.microsoft.com/office/drawing/2014/main" id="{EA6288F5-BF14-451D-B9FD-7B1A85FE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39" name="Vértice 4">
            <a:extLst xmlns:a="http://schemas.openxmlformats.org/drawingml/2006/main">
              <a:ext uri="{FF2B5EF4-FFF2-40B4-BE49-F238E27FC236}">
                <a16:creationId xmlns:a16="http://schemas.microsoft.com/office/drawing/2014/main" id="{2B1FBC8A-1B0B-4ACB-AB71-2E6ED314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0" name="Vértice 5">
            <a:extLst xmlns:a="http://schemas.openxmlformats.org/drawingml/2006/main">
              <a:ext uri="{FF2B5EF4-FFF2-40B4-BE49-F238E27FC236}">
                <a16:creationId xmlns:a16="http://schemas.microsoft.com/office/drawing/2014/main" id="{7FFFF5CB-90A4-4272-BA38-897A23AA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1" name="Vértice 6">
            <a:extLst xmlns:a="http://schemas.openxmlformats.org/drawingml/2006/main">
              <a:ext uri="{FF2B5EF4-FFF2-40B4-BE49-F238E27FC236}">
                <a16:creationId xmlns:a16="http://schemas.microsoft.com/office/drawing/2014/main" id="{01C9C8FE-1A5D-4E04-9EE2-0FFD953C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2" name="Vértice 7">
            <a:extLst xmlns:a="http://schemas.openxmlformats.org/drawingml/2006/main">
              <a:ext uri="{FF2B5EF4-FFF2-40B4-BE49-F238E27FC236}">
                <a16:creationId xmlns:a16="http://schemas.microsoft.com/office/drawing/2014/main" id="{0BDE1B8D-BA49-4D5B-BCC7-D9B8C07B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3" name="Vértice 8">
            <a:extLst xmlns:a="http://schemas.openxmlformats.org/drawingml/2006/main">
              <a:ext uri="{FF2B5EF4-FFF2-40B4-BE49-F238E27FC236}">
                <a16:creationId xmlns:a16="http://schemas.microsoft.com/office/drawing/2014/main" id="{101709EC-3D70-4CA1-9B87-38CF48D7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4" name="Vértice 9">
            <a:extLst xmlns:a="http://schemas.openxmlformats.org/drawingml/2006/main">
              <a:ext uri="{FF2B5EF4-FFF2-40B4-BE49-F238E27FC236}">
                <a16:creationId xmlns:a16="http://schemas.microsoft.com/office/drawing/2014/main" id="{A11EF84B-393A-4C73-BA97-B17865F0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4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A2AEE02A-21F5-43FA-B1D5-EBB3629D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4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A843472-9897-43D1-979C-BACC150B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4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7D61721-C14C-4E89-AD6A-98C98209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48" name="Vértice 13">
            <a:extLst xmlns:a="http://schemas.openxmlformats.org/drawingml/2006/main">
              <a:ext uri="{FF2B5EF4-FFF2-40B4-BE49-F238E27FC236}">
                <a16:creationId xmlns:a16="http://schemas.microsoft.com/office/drawing/2014/main" id="{988FEF7E-97A1-4E26-A988-7AD1BC7A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49" name="Vértice 14">
            <a:extLst xmlns:a="http://schemas.openxmlformats.org/drawingml/2006/main">
              <a:ext uri="{FF2B5EF4-FFF2-40B4-BE49-F238E27FC236}">
                <a16:creationId xmlns:a16="http://schemas.microsoft.com/office/drawing/2014/main" id="{0A9352A7-E3D7-484A-ADE5-D9781F0F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0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E273FB8-91C3-4254-81F5-48C3C272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1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9261BCE-4368-48A3-A94E-39222F75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8975B323-160B-4677-8B90-C1D2F9A5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B1E16F13-6DF9-4907-9C0C-2813561A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9E4B13E1-AEAF-4040-8A16-54DF8462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CC52D351-4BA8-4F59-B14A-BC94A178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C35B58F8-5C90-45A1-B151-79BFA994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B972E2B3-9973-47F8-8AA1-BBCFAF43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 vértices, com o vértice 1 como depósito. O leitor cria as 120 arestas do grafo completo.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D0F59EA8-E041-41DA-B8E0-ADC7204F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código usa distâncias GEO arredondadas para cima. Os custos exibidos são unidades do código.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824EED51-8852-4E02-96B6-F6E8ED51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Os nós ficam em posições fixas no diagrama. O desenho é esquemático, sem escala geográfica.</a:t>
            </a:r>
          </a:p>
        </p:txBody>
      </p:sp>
    </p:spTree>
    <p:extLst>
      <p:ext uri="{BB962C8B-B14F-4D97-AF65-F5344CB8AC3E}">
        <p14:creationId xmlns:p14="http://schemas.microsoft.com/office/powerpoint/2010/main" val="11624174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01: aresta 13–14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1AB7D2C-F264-4B8F-90E9-22FC70F7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18FF0BB-3104-4CE1-A2E6-3C6AE354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Vértice 1">
            <a:extLst xmlns:a="http://schemas.openxmlformats.org/drawingml/2006/main">
              <a:ext uri="{FF2B5EF4-FFF2-40B4-BE49-F238E27FC236}">
                <a16:creationId xmlns:a16="http://schemas.microsoft.com/office/drawing/2014/main" id="{73232F11-B20D-4FB2-902E-4E991147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37" name="Vértice 2">
            <a:extLst xmlns:a="http://schemas.openxmlformats.org/drawingml/2006/main">
              <a:ext uri="{FF2B5EF4-FFF2-40B4-BE49-F238E27FC236}">
                <a16:creationId xmlns:a16="http://schemas.microsoft.com/office/drawing/2014/main" id="{C3CD63B9-A271-4983-8E28-98C6C887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38" name="Vértice 3">
            <a:extLst xmlns:a="http://schemas.openxmlformats.org/drawingml/2006/main">
              <a:ext uri="{FF2B5EF4-FFF2-40B4-BE49-F238E27FC236}">
                <a16:creationId xmlns:a16="http://schemas.microsoft.com/office/drawing/2014/main" id="{F62D9DD5-56CD-4712-AFC2-A3BA2C5E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39" name="Vértice 4">
            <a:extLst xmlns:a="http://schemas.openxmlformats.org/drawingml/2006/main">
              <a:ext uri="{FF2B5EF4-FFF2-40B4-BE49-F238E27FC236}">
                <a16:creationId xmlns:a16="http://schemas.microsoft.com/office/drawing/2014/main" id="{45DCB9E7-62B0-49E0-AA07-373EFC25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0" name="Vértice 5">
            <a:extLst xmlns:a="http://schemas.openxmlformats.org/drawingml/2006/main">
              <a:ext uri="{FF2B5EF4-FFF2-40B4-BE49-F238E27FC236}">
                <a16:creationId xmlns:a16="http://schemas.microsoft.com/office/drawing/2014/main" id="{DE10F70D-24E8-4C0B-98CF-DAC08AF6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1" name="Vértice 6">
            <a:extLst xmlns:a="http://schemas.openxmlformats.org/drawingml/2006/main">
              <a:ext uri="{FF2B5EF4-FFF2-40B4-BE49-F238E27FC236}">
                <a16:creationId xmlns:a16="http://schemas.microsoft.com/office/drawing/2014/main" id="{6CB8FBD3-013A-4B01-9C68-261E40A0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2" name="Vértice 7">
            <a:extLst xmlns:a="http://schemas.openxmlformats.org/drawingml/2006/main">
              <a:ext uri="{FF2B5EF4-FFF2-40B4-BE49-F238E27FC236}">
                <a16:creationId xmlns:a16="http://schemas.microsoft.com/office/drawing/2014/main" id="{0387609E-E512-4409-B8FC-87DA497F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3" name="Vértice 8">
            <a:extLst xmlns:a="http://schemas.openxmlformats.org/drawingml/2006/main">
              <a:ext uri="{FF2B5EF4-FFF2-40B4-BE49-F238E27FC236}">
                <a16:creationId xmlns:a16="http://schemas.microsoft.com/office/drawing/2014/main" id="{3A10605A-7932-4C4B-AD00-A3DEF415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4" name="Vértice 9">
            <a:extLst xmlns:a="http://schemas.openxmlformats.org/drawingml/2006/main">
              <a:ext uri="{FF2B5EF4-FFF2-40B4-BE49-F238E27FC236}">
                <a16:creationId xmlns:a16="http://schemas.microsoft.com/office/drawing/2014/main" id="{AEB8AC57-0FB5-4FCA-8EE2-18EE6B0A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4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78392ED-527A-415A-B915-F6170600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4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31997D7-FC82-41DA-962E-D65F6D1C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4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4159FF0-4ACF-4A03-AEA6-8C56805C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78203A2-5090-4E43-AED5-A853D127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D98E69E1-55C1-4B3A-8380-E871B948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E550D2C-49A5-47DF-957F-6644015F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1" name="Vértice 14">
            <a:extLst xmlns:a="http://schemas.openxmlformats.org/drawingml/2006/main">
              <a:ext uri="{FF2B5EF4-FFF2-40B4-BE49-F238E27FC236}">
                <a16:creationId xmlns:a16="http://schemas.microsoft.com/office/drawing/2014/main" id="{5C20367D-A700-4731-AE6C-D0AC6994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2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9A4493B-BBA9-4B50-97DB-2A1D0F3C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3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8A167C6-ABDB-4A46-9DAF-EA51949A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F60B88D-508D-4AFA-8FB2-BF4DBB37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E57B6D41-718A-40A1-AB2F-33034914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8D50BE04-CA0C-4289-A6AC-3806AC88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0209F289-C4C1-48F9-829C-0FB5753E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13–14, de peso 52, porque conecta componentes diferentes.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860BB5F0-CD8B-45D4-BEEA-9568F0BA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 de 15 arestas. Arestas que fecham ciclos são descartadas.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3B14EE07-B26D-4170-A32F-02A8EC41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3DA613CA-25C0-40DB-8739-24B6A9E7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52</a:t>
            </a:r>
          </a:p>
        </p:txBody>
      </p:sp>
    </p:spTree>
    <p:extLst>
      <p:ext uri="{BB962C8B-B14F-4D97-AF65-F5344CB8AC3E}">
        <p14:creationId xmlns:p14="http://schemas.microsoft.com/office/powerpoint/2010/main" val="5267632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02: aresta 1–8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BDCE5D6-55C4-483A-8F25-7D357BF6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9250476-7387-4CFE-B6F8-C96F9E40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7D254AE-EF8D-42FC-84B3-BD20E038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0328AAA-7F0B-460F-9DFF-95B771A4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3049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38" name="Vértice 1">
            <a:extLst xmlns:a="http://schemas.openxmlformats.org/drawingml/2006/main">
              <a:ext uri="{FF2B5EF4-FFF2-40B4-BE49-F238E27FC236}">
                <a16:creationId xmlns:a16="http://schemas.microsoft.com/office/drawing/2014/main" id="{8175A47F-51D8-47B4-A806-BD624F12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39" name="Vértice 2">
            <a:extLst xmlns:a="http://schemas.openxmlformats.org/drawingml/2006/main">
              <a:ext uri="{FF2B5EF4-FFF2-40B4-BE49-F238E27FC236}">
                <a16:creationId xmlns:a16="http://schemas.microsoft.com/office/drawing/2014/main" id="{EE49738D-F76D-4DF9-A256-1EDDA0D6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0" name="Vértice 3">
            <a:extLst xmlns:a="http://schemas.openxmlformats.org/drawingml/2006/main">
              <a:ext uri="{FF2B5EF4-FFF2-40B4-BE49-F238E27FC236}">
                <a16:creationId xmlns:a16="http://schemas.microsoft.com/office/drawing/2014/main" id="{323E4314-629D-498E-AC34-791B681C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1" name="Vértice 4">
            <a:extLst xmlns:a="http://schemas.openxmlformats.org/drawingml/2006/main">
              <a:ext uri="{FF2B5EF4-FFF2-40B4-BE49-F238E27FC236}">
                <a16:creationId xmlns:a16="http://schemas.microsoft.com/office/drawing/2014/main" id="{2EEFD4DE-DB30-4152-A178-3D91DF06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2" name="Vértice 5">
            <a:extLst xmlns:a="http://schemas.openxmlformats.org/drawingml/2006/main">
              <a:ext uri="{FF2B5EF4-FFF2-40B4-BE49-F238E27FC236}">
                <a16:creationId xmlns:a16="http://schemas.microsoft.com/office/drawing/2014/main" id="{F5E9FF92-7A8A-4A8E-8187-64004A9D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3" name="Vértice 6">
            <a:extLst xmlns:a="http://schemas.openxmlformats.org/drawingml/2006/main">
              <a:ext uri="{FF2B5EF4-FFF2-40B4-BE49-F238E27FC236}">
                <a16:creationId xmlns:a16="http://schemas.microsoft.com/office/drawing/2014/main" id="{7A6223ED-E6AF-413D-83DF-0E503CD9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4" name="Vértice 7">
            <a:extLst xmlns:a="http://schemas.openxmlformats.org/drawingml/2006/main">
              <a:ext uri="{FF2B5EF4-FFF2-40B4-BE49-F238E27FC236}">
                <a16:creationId xmlns:a16="http://schemas.microsoft.com/office/drawing/2014/main" id="{5515DE09-AF3C-45F1-ABC7-070DAF6F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4AC56FB-ECFF-48F2-88BD-08C44E46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6" name="Vértice 8">
            <a:extLst xmlns:a="http://schemas.openxmlformats.org/drawingml/2006/main">
              <a:ext uri="{FF2B5EF4-FFF2-40B4-BE49-F238E27FC236}">
                <a16:creationId xmlns:a16="http://schemas.microsoft.com/office/drawing/2014/main" id="{24C3A6F5-E2A5-4E08-B0C1-48AAED57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7" name="Vértice 9">
            <a:extLst xmlns:a="http://schemas.openxmlformats.org/drawingml/2006/main">
              <a:ext uri="{FF2B5EF4-FFF2-40B4-BE49-F238E27FC236}">
                <a16:creationId xmlns:a16="http://schemas.microsoft.com/office/drawing/2014/main" id="{B1CA79D8-837A-4681-A3B0-D20DEF67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48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B47BF47-28E2-430A-9FA3-24E84873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49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91836C6-F9E2-4B8A-9F6F-71FD3DC4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0" name="Vértice 12">
            <a:extLst xmlns:a="http://schemas.openxmlformats.org/drawingml/2006/main">
              <a:ext uri="{FF2B5EF4-FFF2-40B4-BE49-F238E27FC236}">
                <a16:creationId xmlns:a16="http://schemas.microsoft.com/office/drawing/2014/main" id="{9027DFDA-81FA-4D89-90F6-05EF2C16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1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54256E5-E220-4BAA-8710-D29F8AE9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2" name="Vértice 14">
            <a:extLst xmlns:a="http://schemas.openxmlformats.org/drawingml/2006/main">
              <a:ext uri="{FF2B5EF4-FFF2-40B4-BE49-F238E27FC236}">
                <a16:creationId xmlns:a16="http://schemas.microsoft.com/office/drawing/2014/main" id="{BD06E61F-40DA-48E6-AD82-0F36391A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3" name="Vértice 15">
            <a:extLst xmlns:a="http://schemas.openxmlformats.org/drawingml/2006/main">
              <a:ext uri="{FF2B5EF4-FFF2-40B4-BE49-F238E27FC236}">
                <a16:creationId xmlns:a16="http://schemas.microsoft.com/office/drawing/2014/main" id="{26FCA632-E2DD-4AE3-B0D7-C97C27B9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4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4DE5E34-552D-48B2-B1B8-7896DB61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17C85C55-F009-4AD6-ADF1-22768C75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65F0A81E-C1A2-454C-8E76-5676F1BF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D234CD73-56B5-4F62-9761-07FD84B1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B4A3ECBA-23EF-4B2B-9B61-51E57528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1–8, de peso 60, porque conecta componentes diferentes.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A97A27C2-655A-4BE3-906B-B1678C7D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2 de 15 arestas. Arestas que fecham ciclos são descartadas.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C07E7F31-3CF2-4048-B87D-D8AD63E0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EFDAF8D8-5570-4DB8-9FC5-14FFD5B3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112</a:t>
            </a:r>
          </a:p>
        </p:txBody>
      </p:sp>
    </p:spTree>
    <p:extLst>
      <p:ext uri="{BB962C8B-B14F-4D97-AF65-F5344CB8AC3E}">
        <p14:creationId xmlns:p14="http://schemas.microsoft.com/office/powerpoint/2010/main" val="15610557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03: aresta 12–13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D1F5A70-96D5-47D5-BB88-A925D814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E000F26-ABC3-41E9-91B0-F5E7A2C8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A1D093C-13C5-4E78-A663-0EFB78EA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01B4DBA-C603-4E20-8B79-D63FE273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Vértice 1">
            <a:extLst xmlns:a="http://schemas.openxmlformats.org/drawingml/2006/main">
              <a:ext uri="{FF2B5EF4-FFF2-40B4-BE49-F238E27FC236}">
                <a16:creationId xmlns:a16="http://schemas.microsoft.com/office/drawing/2014/main" id="{760549A5-15E0-4695-B3DF-478DD742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39" name="Vértice 2">
            <a:extLst xmlns:a="http://schemas.openxmlformats.org/drawingml/2006/main">
              <a:ext uri="{FF2B5EF4-FFF2-40B4-BE49-F238E27FC236}">
                <a16:creationId xmlns:a16="http://schemas.microsoft.com/office/drawing/2014/main" id="{96933EAB-7D1D-4547-9557-E6257D41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0" name="Vértice 3">
            <a:extLst xmlns:a="http://schemas.openxmlformats.org/drawingml/2006/main">
              <a:ext uri="{FF2B5EF4-FFF2-40B4-BE49-F238E27FC236}">
                <a16:creationId xmlns:a16="http://schemas.microsoft.com/office/drawing/2014/main" id="{50C1FBAE-4AFF-4F0E-8BDB-1D045929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1" name="Vértice 4">
            <a:extLst xmlns:a="http://schemas.openxmlformats.org/drawingml/2006/main">
              <a:ext uri="{FF2B5EF4-FFF2-40B4-BE49-F238E27FC236}">
                <a16:creationId xmlns:a16="http://schemas.microsoft.com/office/drawing/2014/main" id="{4A5D7371-D4E0-4ECF-8A1E-0900F338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2" name="Vértice 5">
            <a:extLst xmlns:a="http://schemas.openxmlformats.org/drawingml/2006/main">
              <a:ext uri="{FF2B5EF4-FFF2-40B4-BE49-F238E27FC236}">
                <a16:creationId xmlns:a16="http://schemas.microsoft.com/office/drawing/2014/main" id="{F5496C91-B820-4832-8A17-91F811F6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3" name="Vértice 6">
            <a:extLst xmlns:a="http://schemas.openxmlformats.org/drawingml/2006/main">
              <a:ext uri="{FF2B5EF4-FFF2-40B4-BE49-F238E27FC236}">
                <a16:creationId xmlns:a16="http://schemas.microsoft.com/office/drawing/2014/main" id="{914E0F7B-93E1-4262-9C8B-1A122A57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4" name="Vértice 7">
            <a:extLst xmlns:a="http://schemas.openxmlformats.org/drawingml/2006/main">
              <a:ext uri="{FF2B5EF4-FFF2-40B4-BE49-F238E27FC236}">
                <a16:creationId xmlns:a16="http://schemas.microsoft.com/office/drawing/2014/main" id="{EFC3F090-94DA-4B6D-B37E-5037F590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5" name="Vértice 8">
            <a:extLst xmlns:a="http://schemas.openxmlformats.org/drawingml/2006/main">
              <a:ext uri="{FF2B5EF4-FFF2-40B4-BE49-F238E27FC236}">
                <a16:creationId xmlns:a16="http://schemas.microsoft.com/office/drawing/2014/main" id="{89B5774C-B9AA-4D53-95E9-BB78011E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6" name="Vértice 9">
            <a:extLst xmlns:a="http://schemas.openxmlformats.org/drawingml/2006/main">
              <a:ext uri="{FF2B5EF4-FFF2-40B4-BE49-F238E27FC236}">
                <a16:creationId xmlns:a16="http://schemas.microsoft.com/office/drawing/2014/main" id="{D187F518-C706-48AD-8E39-614BCEF0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47" name="Vértice 10">
            <a:extLst xmlns:a="http://schemas.openxmlformats.org/drawingml/2006/main">
              <a:ext uri="{FF2B5EF4-FFF2-40B4-BE49-F238E27FC236}">
                <a16:creationId xmlns:a16="http://schemas.microsoft.com/office/drawing/2014/main" id="{64F9DAC6-C861-4363-A9C1-D2F9A9AF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48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361528B-1754-4AA4-98AE-05CB8147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B28E605-2355-4F65-A76C-6E3F99BF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0" name="Vértice 12">
            <a:extLst xmlns:a="http://schemas.openxmlformats.org/drawingml/2006/main">
              <a:ext uri="{FF2B5EF4-FFF2-40B4-BE49-F238E27FC236}">
                <a16:creationId xmlns:a16="http://schemas.microsoft.com/office/drawing/2014/main" id="{FC7C72F1-BC4E-4CF6-A4A4-C3AD99D7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04B18F6-597C-4EEF-9616-50802B88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2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F456323-A565-4BB9-BF66-4B05CD4B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3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3A5A35D-B81F-4E34-89C5-9F794A0B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4" name="Vértice 15">
            <a:extLst xmlns:a="http://schemas.openxmlformats.org/drawingml/2006/main">
              <a:ext uri="{FF2B5EF4-FFF2-40B4-BE49-F238E27FC236}">
                <a16:creationId xmlns:a16="http://schemas.microsoft.com/office/drawing/2014/main" id="{B2A949BD-6089-470E-B1C7-BB75E735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5" name="Vértice 16">
            <a:extLst xmlns:a="http://schemas.openxmlformats.org/drawingml/2006/main">
              <a:ext uri="{FF2B5EF4-FFF2-40B4-BE49-F238E27FC236}">
                <a16:creationId xmlns:a16="http://schemas.microsoft.com/office/drawing/2014/main" id="{EDB1E73B-2E17-4B91-B073-0B1B31A5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B95EDDCF-ED33-4642-AC91-3368A9E7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D8FB52E8-957E-470A-877B-C5069BB2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A72622F1-A7B3-4D1A-8B51-BF3BB8D4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D638371F-1CBC-49A4-A847-9D8B1B88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12–13, de peso 68, porque conecta componentes diferentes.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7EACC04F-45AC-4FDF-9089-144A8787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3 de 15 arestas. Arestas que fecham ciclos são descartadas.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EF1FD445-E5B4-49B5-BD2F-EB3B2C7A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24D81170-9C07-48E0-ACA2-8AAFC48F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180</a:t>
            </a:r>
          </a:p>
        </p:txBody>
      </p:sp>
    </p:spTree>
    <p:extLst>
      <p:ext uri="{BB962C8B-B14F-4D97-AF65-F5344CB8AC3E}">
        <p14:creationId xmlns:p14="http://schemas.microsoft.com/office/powerpoint/2010/main" val="18329296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04: aresta 6–7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44EA7D8-AF4B-42E4-883F-008C5283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B9A6F78-D987-4194-AE1A-9CEB5D6A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570FEBD-DCB8-4927-B149-F7C86AAE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15F261E-71C7-4BF6-A63D-4C646DDF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C51A86D-9788-4A6A-87C4-9D3ACD66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Vértice 1">
            <a:extLst xmlns:a="http://schemas.openxmlformats.org/drawingml/2006/main">
              <a:ext uri="{FF2B5EF4-FFF2-40B4-BE49-F238E27FC236}">
                <a16:creationId xmlns:a16="http://schemas.microsoft.com/office/drawing/2014/main" id="{879386B0-39A1-431D-845C-BBDA983F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0" name="Vértice 2">
            <a:extLst xmlns:a="http://schemas.openxmlformats.org/drawingml/2006/main">
              <a:ext uri="{FF2B5EF4-FFF2-40B4-BE49-F238E27FC236}">
                <a16:creationId xmlns:a16="http://schemas.microsoft.com/office/drawing/2014/main" id="{00C61F11-8270-4E7A-8FD7-916F7F56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1" name="Vértice 3">
            <a:extLst xmlns:a="http://schemas.openxmlformats.org/drawingml/2006/main">
              <a:ext uri="{FF2B5EF4-FFF2-40B4-BE49-F238E27FC236}">
                <a16:creationId xmlns:a16="http://schemas.microsoft.com/office/drawing/2014/main" id="{CC93B183-7B1A-459F-AC14-CC724D3A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2" name="Vértice 4">
            <a:extLst xmlns:a="http://schemas.openxmlformats.org/drawingml/2006/main">
              <a:ext uri="{FF2B5EF4-FFF2-40B4-BE49-F238E27FC236}">
                <a16:creationId xmlns:a16="http://schemas.microsoft.com/office/drawing/2014/main" id="{CAE49A8C-9061-4AD2-9B8D-AFB74A00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3" name="Vértice 5">
            <a:extLst xmlns:a="http://schemas.openxmlformats.org/drawingml/2006/main">
              <a:ext uri="{FF2B5EF4-FFF2-40B4-BE49-F238E27FC236}">
                <a16:creationId xmlns:a16="http://schemas.microsoft.com/office/drawing/2014/main" id="{B4CFC872-6C4A-4AF6-9DE3-3AE32173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84AE40BA-4E8F-47B9-9CFD-DCBA8B29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5" name="Vértice 6">
            <a:extLst xmlns:a="http://schemas.openxmlformats.org/drawingml/2006/main">
              <a:ext uri="{FF2B5EF4-FFF2-40B4-BE49-F238E27FC236}">
                <a16:creationId xmlns:a16="http://schemas.microsoft.com/office/drawing/2014/main" id="{0322254F-25A5-4BA5-AC74-A0F3A7E8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8AA90A6-3B29-4924-B1BA-8EB795C2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7" name="Vértice 7">
            <a:extLst xmlns:a="http://schemas.openxmlformats.org/drawingml/2006/main">
              <a:ext uri="{FF2B5EF4-FFF2-40B4-BE49-F238E27FC236}">
                <a16:creationId xmlns:a16="http://schemas.microsoft.com/office/drawing/2014/main" id="{B86B9583-B2D8-4202-BE6A-2E53E815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8" name="Vértice 8">
            <a:extLst xmlns:a="http://schemas.openxmlformats.org/drawingml/2006/main">
              <a:ext uri="{FF2B5EF4-FFF2-40B4-BE49-F238E27FC236}">
                <a16:creationId xmlns:a16="http://schemas.microsoft.com/office/drawing/2014/main" id="{B3EC649E-71B4-48FE-9CA8-A4F55D69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9" name="Vértice 9">
            <a:extLst xmlns:a="http://schemas.openxmlformats.org/drawingml/2006/main">
              <a:ext uri="{FF2B5EF4-FFF2-40B4-BE49-F238E27FC236}">
                <a16:creationId xmlns:a16="http://schemas.microsoft.com/office/drawing/2014/main" id="{A4FEBB81-F00B-44DB-8AEC-6A12DED1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230016CF-3C65-48BD-8AEA-DB351AC3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D641A97-4EBF-4F12-BE88-3DD02DEA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54DB5268-ACD4-4ECD-8E30-9D233E18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85B8415-8A14-4E8A-B9D2-18BD3360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FA55B3D-8435-44B3-AF44-EAD746E5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B108B41-3188-46B1-9483-C9F92A5B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BF6F0C11-9E1C-4F6E-B449-71BBEEEB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C6AD2283-A7EB-450C-BB3B-E74092C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21DA79CB-4BEF-4437-A24A-CABCF69E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A0F0F048-1A54-42FF-884F-16A81838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1E223A07-7AA6-494C-A873-E2BE04FA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6–7, de peso 115, porque conecta componentes diferentes.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73BD9035-4245-4A46-B69E-974EB456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4 de 15 arestas. Arestas que fecham ciclos são descartadas.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A08BB004-5BEE-47C1-95D6-50014007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E9F0F36A-2405-40D1-985C-41281150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295</a:t>
            </a:r>
          </a:p>
        </p:txBody>
      </p:sp>
    </p:spTree>
    <p:extLst>
      <p:ext uri="{BB962C8B-B14F-4D97-AF65-F5344CB8AC3E}">
        <p14:creationId xmlns:p14="http://schemas.microsoft.com/office/powerpoint/2010/main" val="20320014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05: aresta 2–3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142A45B-3710-4DC2-83A7-C8DD073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ED543BC-1114-4323-B8A1-539A003C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D014F37-0372-4B68-9D94-8A855181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80F2E65-CCEE-4408-8C4E-249C1EC8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9051FC8-538A-4667-81C4-C9DEA7CE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E662760-B467-457B-97F4-9F3F2E7D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Vértice 1">
            <a:extLst xmlns:a="http://schemas.openxmlformats.org/drawingml/2006/main">
              <a:ext uri="{FF2B5EF4-FFF2-40B4-BE49-F238E27FC236}">
                <a16:creationId xmlns:a16="http://schemas.microsoft.com/office/drawing/2014/main" id="{380AE5FC-ECF0-476F-9994-ABA76A04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F98BC9A-54C0-47E0-8B0D-0876A429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2" name="Vértice 2">
            <a:extLst xmlns:a="http://schemas.openxmlformats.org/drawingml/2006/main">
              <a:ext uri="{FF2B5EF4-FFF2-40B4-BE49-F238E27FC236}">
                <a16:creationId xmlns:a16="http://schemas.microsoft.com/office/drawing/2014/main" id="{5F24A47B-FF5F-4561-9F72-B92F55DE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F2D3976-26FA-4EC6-9090-E3D75E12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4" name="Vértice 3">
            <a:extLst xmlns:a="http://schemas.openxmlformats.org/drawingml/2006/main">
              <a:ext uri="{FF2B5EF4-FFF2-40B4-BE49-F238E27FC236}">
                <a16:creationId xmlns:a16="http://schemas.microsoft.com/office/drawing/2014/main" id="{1B8D3B21-F2EA-4F64-ABD9-B850155F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5" name="Vértice 4">
            <a:extLst xmlns:a="http://schemas.openxmlformats.org/drawingml/2006/main">
              <a:ext uri="{FF2B5EF4-FFF2-40B4-BE49-F238E27FC236}">
                <a16:creationId xmlns:a16="http://schemas.microsoft.com/office/drawing/2014/main" id="{58E397CA-AD61-4574-BAF9-90E09790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6" name="Vértice 5">
            <a:extLst xmlns:a="http://schemas.openxmlformats.org/drawingml/2006/main">
              <a:ext uri="{FF2B5EF4-FFF2-40B4-BE49-F238E27FC236}">
                <a16:creationId xmlns:a16="http://schemas.microsoft.com/office/drawing/2014/main" id="{3182121E-DB63-47DE-8EDC-FDFF8839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7" name="Vértice 6">
            <a:extLst xmlns:a="http://schemas.openxmlformats.org/drawingml/2006/main">
              <a:ext uri="{FF2B5EF4-FFF2-40B4-BE49-F238E27FC236}">
                <a16:creationId xmlns:a16="http://schemas.microsoft.com/office/drawing/2014/main" id="{98F5D679-0DC5-428A-81EC-9CF37428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8" name="Vértice 7">
            <a:extLst xmlns:a="http://schemas.openxmlformats.org/drawingml/2006/main">
              <a:ext uri="{FF2B5EF4-FFF2-40B4-BE49-F238E27FC236}">
                <a16:creationId xmlns:a16="http://schemas.microsoft.com/office/drawing/2014/main" id="{5619C6F2-831B-4785-9D25-14C269CE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9" name="Vértice 8">
            <a:extLst xmlns:a="http://schemas.openxmlformats.org/drawingml/2006/main">
              <a:ext uri="{FF2B5EF4-FFF2-40B4-BE49-F238E27FC236}">
                <a16:creationId xmlns:a16="http://schemas.microsoft.com/office/drawing/2014/main" id="{0618FBC1-1EE9-4D37-B62E-DB3A9FA7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0" name="Vértice 9">
            <a:extLst xmlns:a="http://schemas.openxmlformats.org/drawingml/2006/main">
              <a:ext uri="{FF2B5EF4-FFF2-40B4-BE49-F238E27FC236}">
                <a16:creationId xmlns:a16="http://schemas.microsoft.com/office/drawing/2014/main" id="{FF53253D-23D6-47C2-9F59-AE3168D0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932F813C-4429-480B-8697-C2986AF0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54B3144-C241-43E8-A3C3-4AC7B81C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F48FAC80-604C-4661-BE9D-93CB91C3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B58171D-166E-4495-813F-641CEF73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0B5B87E-2B35-4ACA-ACDC-B747476B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DEF4F495-6A97-4AD4-B906-A56B22A2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5DD6BF83-D4C4-4B34-ADEF-A87BFA9C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E76C4EAD-69C5-45D6-A09B-BAAF8CE9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72051444-50B5-43C4-B35C-A67DB0C0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708F86DF-36E0-44CF-8A02-786CC1F0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1AE25039-2A8F-434A-B834-8C902A04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2–3, de peso 126, porque conecta componentes diferentes.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1404CED4-A85C-4ED6-BCC4-5A2CD2A8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5 de 15 arestas. Arestas que fecham ciclos são descartadas.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AE144763-FB99-42C1-9E75-921FB0A1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C934901-5EA0-46CE-8762-D9F02AE6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421</a:t>
            </a:r>
          </a:p>
        </p:txBody>
      </p:sp>
    </p:spTree>
    <p:extLst>
      <p:ext uri="{BB962C8B-B14F-4D97-AF65-F5344CB8AC3E}">
        <p14:creationId xmlns:p14="http://schemas.microsoft.com/office/powerpoint/2010/main" val="6962535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06: aresta 1–16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8829486-AB1F-4BE5-95D9-C4AD9398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E2CF569-08D4-46B7-B022-1F6C7761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E9AB43C-E471-481A-B9B4-9C48A487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14D0B1C-7D85-4FFA-96A5-5722F197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9029F2D-B5CC-4CAC-82B6-2103CB63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7670ADC-65A7-4F90-9598-97AF7694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F956913-A040-4229-B421-3692D397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E212191-3AAF-4907-8CEB-5ADABBA1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3049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2" name="Vértice 1">
            <a:extLst xmlns:a="http://schemas.openxmlformats.org/drawingml/2006/main">
              <a:ext uri="{FF2B5EF4-FFF2-40B4-BE49-F238E27FC236}">
                <a16:creationId xmlns:a16="http://schemas.microsoft.com/office/drawing/2014/main" id="{A135448C-62B5-4262-9BD1-E5B3B672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3" name="Vértice 2">
            <a:extLst xmlns:a="http://schemas.openxmlformats.org/drawingml/2006/main">
              <a:ext uri="{FF2B5EF4-FFF2-40B4-BE49-F238E27FC236}">
                <a16:creationId xmlns:a16="http://schemas.microsoft.com/office/drawing/2014/main" id="{F29F785E-3A08-4DD6-9C06-4CCA0E8F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4" name="Vértice 3">
            <a:extLst xmlns:a="http://schemas.openxmlformats.org/drawingml/2006/main">
              <a:ext uri="{FF2B5EF4-FFF2-40B4-BE49-F238E27FC236}">
                <a16:creationId xmlns:a16="http://schemas.microsoft.com/office/drawing/2014/main" id="{73809708-9162-468B-BA2D-52B9933C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5" name="Vértice 4">
            <a:extLst xmlns:a="http://schemas.openxmlformats.org/drawingml/2006/main">
              <a:ext uri="{FF2B5EF4-FFF2-40B4-BE49-F238E27FC236}">
                <a16:creationId xmlns:a16="http://schemas.microsoft.com/office/drawing/2014/main" id="{17BE2834-8D0F-4D0A-B489-45724AC2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6" name="Vértice 5">
            <a:extLst xmlns:a="http://schemas.openxmlformats.org/drawingml/2006/main">
              <a:ext uri="{FF2B5EF4-FFF2-40B4-BE49-F238E27FC236}">
                <a16:creationId xmlns:a16="http://schemas.microsoft.com/office/drawing/2014/main" id="{535D122C-B112-4840-9E3E-1CB6EC86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7" name="Vértice 6">
            <a:extLst xmlns:a="http://schemas.openxmlformats.org/drawingml/2006/main">
              <a:ext uri="{FF2B5EF4-FFF2-40B4-BE49-F238E27FC236}">
                <a16:creationId xmlns:a16="http://schemas.microsoft.com/office/drawing/2014/main" id="{07D2B8B4-F0A0-4772-87C2-58D66637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8" name="Vértice 7">
            <a:extLst xmlns:a="http://schemas.openxmlformats.org/drawingml/2006/main">
              <a:ext uri="{FF2B5EF4-FFF2-40B4-BE49-F238E27FC236}">
                <a16:creationId xmlns:a16="http://schemas.microsoft.com/office/drawing/2014/main" id="{8E35E84B-3B3A-40B7-8597-017ADFF9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9" name="Vértice 8">
            <a:extLst xmlns:a="http://schemas.openxmlformats.org/drawingml/2006/main">
              <a:ext uri="{FF2B5EF4-FFF2-40B4-BE49-F238E27FC236}">
                <a16:creationId xmlns:a16="http://schemas.microsoft.com/office/drawing/2014/main" id="{4FC4E58E-366F-467F-9099-64E1047C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0" name="Vértice 9">
            <a:extLst xmlns:a="http://schemas.openxmlformats.org/drawingml/2006/main">
              <a:ext uri="{FF2B5EF4-FFF2-40B4-BE49-F238E27FC236}">
                <a16:creationId xmlns:a16="http://schemas.microsoft.com/office/drawing/2014/main" id="{A8D7988E-A05B-4492-9786-94DAAD71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3B2B3CC-393F-4748-94A4-A9728A85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49012B09-E202-4126-BE2C-E0EA3793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6B5F10D-585E-4DAF-B2F8-93D51090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3CC5212-3025-40FC-9BE3-DEDBB54F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58552486-7997-4C10-A720-C82799E6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8201E0D9-7B64-4CFC-95B5-721BAE6F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8BA122DB-02C0-44B4-8D6E-F1A429E9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46317A24-A2CD-4905-966E-0EC16B60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5A506019-D5B3-46A9-B7DD-DB3165D7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4CF1FAEE-9DB4-4CA8-85B9-638F85AF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93ED1585-DD84-4745-BE67-FB2C5757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ACE41C92-4259-449F-A78A-1D3A4250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1–16, de peso 150, porque conecta componentes diferentes.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5A76AEC1-34E4-4059-959B-27E9BF09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6 de 15 arestas. Arestas que fecham ciclos são descartadas.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A83AE50C-7D22-4B63-96D7-BDE08BBF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C788F2E1-0A0F-4DAF-B11D-65328B50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571</a:t>
            </a:r>
          </a:p>
        </p:txBody>
      </p:sp>
    </p:spTree>
    <p:extLst>
      <p:ext uri="{BB962C8B-B14F-4D97-AF65-F5344CB8AC3E}">
        <p14:creationId xmlns:p14="http://schemas.microsoft.com/office/powerpoint/2010/main" val="9182665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07: aresta 7–12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3A3BE10-EA57-40F6-98BD-2A770558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8C523E8-9F88-4042-A32C-2084558A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7514FD4-A649-4C0F-812F-CAE5582A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70486CF-F19F-4B0B-B4F1-D84AF4F3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D09DDD9-EBE2-4FE0-849C-03D0E258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CFEDC30C-8878-48E9-9E52-44CCB7EA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97FD8D3-3464-42CD-A812-A3AC67BD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280B645-9B26-4062-8C1B-05CFA084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Vértice 1">
            <a:extLst xmlns:a="http://schemas.openxmlformats.org/drawingml/2006/main">
              <a:ext uri="{FF2B5EF4-FFF2-40B4-BE49-F238E27FC236}">
                <a16:creationId xmlns:a16="http://schemas.microsoft.com/office/drawing/2014/main" id="{ECC157DD-3712-4345-9920-EED938AF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3" name="Vértice 2">
            <a:extLst xmlns:a="http://schemas.openxmlformats.org/drawingml/2006/main">
              <a:ext uri="{FF2B5EF4-FFF2-40B4-BE49-F238E27FC236}">
                <a16:creationId xmlns:a16="http://schemas.microsoft.com/office/drawing/2014/main" id="{4F256481-CB72-462A-B419-7A872C03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4" name="Vértice 3">
            <a:extLst xmlns:a="http://schemas.openxmlformats.org/drawingml/2006/main">
              <a:ext uri="{FF2B5EF4-FFF2-40B4-BE49-F238E27FC236}">
                <a16:creationId xmlns:a16="http://schemas.microsoft.com/office/drawing/2014/main" id="{01D09CBA-A693-4869-9020-76F3F9D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5" name="Vértice 4">
            <a:extLst xmlns:a="http://schemas.openxmlformats.org/drawingml/2006/main">
              <a:ext uri="{FF2B5EF4-FFF2-40B4-BE49-F238E27FC236}">
                <a16:creationId xmlns:a16="http://schemas.microsoft.com/office/drawing/2014/main" id="{EBC7E820-A31B-4DF3-AE62-57FF7366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6" name="Vértice 5">
            <a:extLst xmlns:a="http://schemas.openxmlformats.org/drawingml/2006/main">
              <a:ext uri="{FF2B5EF4-FFF2-40B4-BE49-F238E27FC236}">
                <a16:creationId xmlns:a16="http://schemas.microsoft.com/office/drawing/2014/main" id="{FFF9602D-84AB-4DBA-B829-C1B92B88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7" name="Vértice 6">
            <a:extLst xmlns:a="http://schemas.openxmlformats.org/drawingml/2006/main">
              <a:ext uri="{FF2B5EF4-FFF2-40B4-BE49-F238E27FC236}">
                <a16:creationId xmlns:a16="http://schemas.microsoft.com/office/drawing/2014/main" id="{3E532EB5-A4B1-42F9-87D0-30A737AC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966CBB0-B68F-406F-913D-1895AF59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9" name="Vértice 7">
            <a:extLst xmlns:a="http://schemas.openxmlformats.org/drawingml/2006/main">
              <a:ext uri="{FF2B5EF4-FFF2-40B4-BE49-F238E27FC236}">
                <a16:creationId xmlns:a16="http://schemas.microsoft.com/office/drawing/2014/main" id="{33D22A0B-7EAC-43D2-82EC-6C8B4E04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0" name="Vértice 8">
            <a:extLst xmlns:a="http://schemas.openxmlformats.org/drawingml/2006/main">
              <a:ext uri="{FF2B5EF4-FFF2-40B4-BE49-F238E27FC236}">
                <a16:creationId xmlns:a16="http://schemas.microsoft.com/office/drawing/2014/main" id="{97D80DA7-5C99-4914-9D88-6DDF7063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1" name="Vértice 9">
            <a:extLst xmlns:a="http://schemas.openxmlformats.org/drawingml/2006/main">
              <a:ext uri="{FF2B5EF4-FFF2-40B4-BE49-F238E27FC236}">
                <a16:creationId xmlns:a16="http://schemas.microsoft.com/office/drawing/2014/main" id="{F2A34D5C-442D-40B9-BC5A-1D0F6285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B7B9FE4-41A5-491F-B32B-2E0ED68F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4E379F3-0450-4B2B-8E7A-A1DED1F3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C7744EFD-0885-446F-BD82-43D0F24D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1F1D0AAD-F928-4A20-BBEB-F68BB486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C56B011-5C54-4D6B-960F-79105CD1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FF991649-BCEF-4CB7-9A9E-1032C547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21D61504-B3EF-4ED0-BFBD-10DF6B5F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16FE019-C689-4628-9061-ADB7F5B6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7041F18A-B4E6-43F1-8209-FCE6AD4A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563BDC01-D544-4873-90C1-0123147C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CFACE838-F7DB-4BC1-8D81-BBE6D120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245F5DEB-8E4A-43AD-B364-8D009181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7–12, de peso 177, porque conecta componentes diferentes.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8C58B4EA-E503-4780-AE57-64917287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7 de 15 arestas. Arestas que fecham ciclos são descartadas.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960FEFA6-EA24-4D34-BDA2-91BEB424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84CED3A0-04F2-4842-A280-EB809CC0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748</a:t>
            </a:r>
          </a:p>
        </p:txBody>
      </p:sp>
    </p:spTree>
    <p:extLst>
      <p:ext uri="{BB962C8B-B14F-4D97-AF65-F5344CB8AC3E}">
        <p14:creationId xmlns:p14="http://schemas.microsoft.com/office/powerpoint/2010/main" val="15604844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08: aresta 14–15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3665F42-DDA1-489C-B13C-27292459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A7AA7DD-D6B6-4940-8259-1776D8E6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6194137-F39A-47BD-8559-E696B07C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829DE1E-775C-41CA-8B45-C352D670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ED094CC-C9C7-4B12-9763-DF0B2192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B84F466-B4AA-4CB4-AB9D-C4E1CB1E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5D6DC91A-58D5-49AD-9421-1FE00E96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0CE4B15-9FFF-45DD-8902-4BE2BCC2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6C9273B-3981-42A2-B803-372A70A0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Vértice 1">
            <a:extLst xmlns:a="http://schemas.openxmlformats.org/drawingml/2006/main">
              <a:ext uri="{FF2B5EF4-FFF2-40B4-BE49-F238E27FC236}">
                <a16:creationId xmlns:a16="http://schemas.microsoft.com/office/drawing/2014/main" id="{A610BA89-9532-4579-9509-56C91075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4" name="Vértice 2">
            <a:extLst xmlns:a="http://schemas.openxmlformats.org/drawingml/2006/main">
              <a:ext uri="{FF2B5EF4-FFF2-40B4-BE49-F238E27FC236}">
                <a16:creationId xmlns:a16="http://schemas.microsoft.com/office/drawing/2014/main" id="{FF57507F-FBC6-4199-AE22-2C51B098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5" name="Vértice 3">
            <a:extLst xmlns:a="http://schemas.openxmlformats.org/drawingml/2006/main">
              <a:ext uri="{FF2B5EF4-FFF2-40B4-BE49-F238E27FC236}">
                <a16:creationId xmlns:a16="http://schemas.microsoft.com/office/drawing/2014/main" id="{A91D711E-AA63-4A12-B89F-EB53BCE2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6" name="Vértice 4">
            <a:extLst xmlns:a="http://schemas.openxmlformats.org/drawingml/2006/main">
              <a:ext uri="{FF2B5EF4-FFF2-40B4-BE49-F238E27FC236}">
                <a16:creationId xmlns:a16="http://schemas.microsoft.com/office/drawing/2014/main" id="{B899C538-E96A-484D-A6D4-65B59C21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7" name="Vértice 5">
            <a:extLst xmlns:a="http://schemas.openxmlformats.org/drawingml/2006/main">
              <a:ext uri="{FF2B5EF4-FFF2-40B4-BE49-F238E27FC236}">
                <a16:creationId xmlns:a16="http://schemas.microsoft.com/office/drawing/2014/main" id="{C0CC85FF-77C1-4597-8D62-1327AD88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8" name="Vértice 6">
            <a:extLst xmlns:a="http://schemas.openxmlformats.org/drawingml/2006/main">
              <a:ext uri="{FF2B5EF4-FFF2-40B4-BE49-F238E27FC236}">
                <a16:creationId xmlns:a16="http://schemas.microsoft.com/office/drawing/2014/main" id="{0511E390-B416-49CF-A856-39CCB070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9" name="Vértice 7">
            <a:extLst xmlns:a="http://schemas.openxmlformats.org/drawingml/2006/main">
              <a:ext uri="{FF2B5EF4-FFF2-40B4-BE49-F238E27FC236}">
                <a16:creationId xmlns:a16="http://schemas.microsoft.com/office/drawing/2014/main" id="{05154063-59A1-4756-92C7-EF6A3856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0" name="Vértice 8">
            <a:extLst xmlns:a="http://schemas.openxmlformats.org/drawingml/2006/main">
              <a:ext uri="{FF2B5EF4-FFF2-40B4-BE49-F238E27FC236}">
                <a16:creationId xmlns:a16="http://schemas.microsoft.com/office/drawing/2014/main" id="{9FD55940-A486-444F-8216-CBD1F709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1" name="Vértice 9">
            <a:extLst xmlns:a="http://schemas.openxmlformats.org/drawingml/2006/main">
              <a:ext uri="{FF2B5EF4-FFF2-40B4-BE49-F238E27FC236}">
                <a16:creationId xmlns:a16="http://schemas.microsoft.com/office/drawing/2014/main" id="{6EB5416B-7796-414C-8432-0FE76BD9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BBC19181-4F10-4B40-A68A-C1C26BA4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0524617-5E9D-4208-8352-4C222E51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65AAB34-419C-4352-8385-67EEBFFA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3F1EAB5-91B1-414B-A1E3-8BEC631D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D1074C22-19E4-479A-BC03-3DBD4D57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CF432FA-AF29-4BD5-BC20-F306B87C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114576CC-2E36-49A8-83C1-36777C19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29A1CC8E-4AC3-4B16-9CF3-53293F53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6557D88-287B-4A7D-8E72-486CCF0A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CF034CBB-E600-48D9-B50C-1C9EE584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B0C035DB-DC84-4666-9E3A-F06FCD92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31F6D9E9-B765-407C-9FF9-07082382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19E9FECF-283B-47EC-A064-8F84E410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14–15, de peso 237, porque conecta componentes diferentes.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7DA02DFF-1281-47A9-9482-9AA864E5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8 de 15 arestas. Arestas que fecham ciclos são descartadas.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199D14FC-D0AD-41A6-8F72-6E44204B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0359AB5E-ECC3-4DC1-8513-1F5A0D57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985</a:t>
            </a:r>
          </a:p>
        </p:txBody>
      </p:sp>
    </p:spTree>
    <p:extLst>
      <p:ext uri="{BB962C8B-B14F-4D97-AF65-F5344CB8AC3E}">
        <p14:creationId xmlns:p14="http://schemas.microsoft.com/office/powerpoint/2010/main" val="835550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09: aresta 4–8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3DA3612-EED9-41BE-9C4E-02820D66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C72C0F4-85FC-41B2-924A-15CD7785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0DDE6DA-E2F9-41FD-A9C1-2C1D09A4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A6D5E70-0B11-4AAF-B43E-E3AD7C4B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58D0761-CC3B-4175-958C-0724CD99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4610416-F6CB-4F07-A3C4-E37958F9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F22CF78-70EB-48EE-BF21-FC0B78F9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708B75E-D5CA-4A2B-8357-2CB42E57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3C443CF-424C-417B-8DCA-0CC3C0A5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3563A63-6BF4-4388-A7F2-D6ECCCB4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Vértice 1">
            <a:extLst xmlns:a="http://schemas.openxmlformats.org/drawingml/2006/main">
              <a:ext uri="{FF2B5EF4-FFF2-40B4-BE49-F238E27FC236}">
                <a16:creationId xmlns:a16="http://schemas.microsoft.com/office/drawing/2014/main" id="{7218499E-F5CD-4370-A8E7-EFCF1B6B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5" name="Vértice 2">
            <a:extLst xmlns:a="http://schemas.openxmlformats.org/drawingml/2006/main">
              <a:ext uri="{FF2B5EF4-FFF2-40B4-BE49-F238E27FC236}">
                <a16:creationId xmlns:a16="http://schemas.microsoft.com/office/drawing/2014/main" id="{1D332EB3-1CAC-466A-AFBA-926EACC7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6" name="Vértice 3">
            <a:extLst xmlns:a="http://schemas.openxmlformats.org/drawingml/2006/main">
              <a:ext uri="{FF2B5EF4-FFF2-40B4-BE49-F238E27FC236}">
                <a16:creationId xmlns:a16="http://schemas.microsoft.com/office/drawing/2014/main" id="{A4D0CB20-3AE0-4DFE-B3ED-2DB3C919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C11BF0C-D496-422A-BEE1-FCABF56B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8" name="Vértice 4">
            <a:extLst xmlns:a="http://schemas.openxmlformats.org/drawingml/2006/main">
              <a:ext uri="{FF2B5EF4-FFF2-40B4-BE49-F238E27FC236}">
                <a16:creationId xmlns:a16="http://schemas.microsoft.com/office/drawing/2014/main" id="{E8B6B6DC-3F76-43E2-A1DF-12CA0A5D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9" name="Vértice 5">
            <a:extLst xmlns:a="http://schemas.openxmlformats.org/drawingml/2006/main">
              <a:ext uri="{FF2B5EF4-FFF2-40B4-BE49-F238E27FC236}">
                <a16:creationId xmlns:a16="http://schemas.microsoft.com/office/drawing/2014/main" id="{5234AE2A-85E3-4ADD-A718-DC0C4ABA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0" name="Vértice 6">
            <a:extLst xmlns:a="http://schemas.openxmlformats.org/drawingml/2006/main">
              <a:ext uri="{FF2B5EF4-FFF2-40B4-BE49-F238E27FC236}">
                <a16:creationId xmlns:a16="http://schemas.microsoft.com/office/drawing/2014/main" id="{70319814-EC34-4EF2-9636-2B506A79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1" name="Vértice 7">
            <a:extLst xmlns:a="http://schemas.openxmlformats.org/drawingml/2006/main">
              <a:ext uri="{FF2B5EF4-FFF2-40B4-BE49-F238E27FC236}">
                <a16:creationId xmlns:a16="http://schemas.microsoft.com/office/drawing/2014/main" id="{A69F54F9-1D59-40A1-B6BF-04977B11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198FA539-6FE1-467A-B715-64B3A718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3" name="Vértice 8">
            <a:extLst xmlns:a="http://schemas.openxmlformats.org/drawingml/2006/main">
              <a:ext uri="{FF2B5EF4-FFF2-40B4-BE49-F238E27FC236}">
                <a16:creationId xmlns:a16="http://schemas.microsoft.com/office/drawing/2014/main" id="{3E7EFE20-B8C2-49FA-954D-451ED027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4" name="Vértice 9">
            <a:extLst xmlns:a="http://schemas.openxmlformats.org/drawingml/2006/main">
              <a:ext uri="{FF2B5EF4-FFF2-40B4-BE49-F238E27FC236}">
                <a16:creationId xmlns:a16="http://schemas.microsoft.com/office/drawing/2014/main" id="{9E559A59-C955-4813-9C2B-885D3FCE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95FBEE8-AEEC-47EF-B746-28DD1982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0108646-58A3-4D81-8F95-CE0C4B59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F52EF3F-6891-41EF-9666-E2D9D602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8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AC2B32C-857F-4678-BA0F-92E8E70B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9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E3192F1-74F5-4538-9999-CB9F373B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0" name="Vértice 15">
            <a:extLst xmlns:a="http://schemas.openxmlformats.org/drawingml/2006/main">
              <a:ext uri="{FF2B5EF4-FFF2-40B4-BE49-F238E27FC236}">
                <a16:creationId xmlns:a16="http://schemas.microsoft.com/office/drawing/2014/main" id="{1500E81B-CDFB-4306-858C-3472A13D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1" name="Vértice 16">
            <a:extLst xmlns:a="http://schemas.openxmlformats.org/drawingml/2006/main">
              <a:ext uri="{FF2B5EF4-FFF2-40B4-BE49-F238E27FC236}">
                <a16:creationId xmlns:a16="http://schemas.microsoft.com/office/drawing/2014/main" id="{4034B1FF-DB65-4066-BCEE-041A8AF3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C8B91FA4-7CE8-4F41-B74E-3C9E0697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7D2806DD-26E1-4E5D-822F-6DF92D1D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1D74EDEE-A58E-404E-A61D-A3EC1CE5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7124B49B-5551-4ECE-AC6A-5776022B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4–8, de peso 271, porque conecta componentes diferentes.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E5658B8B-2104-4AF7-A447-4CC80E5A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9 de 15 arestas. Arestas que fecham ciclos são descartadas.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DB7056E9-3DCB-4006-9DC1-CABDEA36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538E9BC6-B91F-4976-8A08-228FD369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1256</a:t>
            </a:r>
          </a:p>
        </p:txBody>
      </p:sp>
    </p:spTree>
    <p:extLst>
      <p:ext uri="{BB962C8B-B14F-4D97-AF65-F5344CB8AC3E}">
        <p14:creationId xmlns:p14="http://schemas.microsoft.com/office/powerpoint/2010/main" val="10324561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10: aresta 7–10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2918FEC-8EAE-4C05-8885-685449F2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3DFF527-D3E0-4F1B-842F-639CC5B8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085FDFE-A176-4C05-B2E8-94EB2CC4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13EC020-5369-4A4F-B083-49998BB7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B93FA37-17C8-47C4-8707-6C71BFD9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8E697F8-068E-46D3-BE0A-5BCB3C3D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88912CD-F5E1-4A2E-BBD4-B1AA1E03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A2C0F8C5-5385-4ED9-A4F5-FD9660D4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08809FEF-1F82-456E-A01E-BAD0703F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F6D3EDF-323B-4B50-B39A-5ED14359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1791525-F713-4BAC-9BBE-AC994941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Vértice 1">
            <a:extLst xmlns:a="http://schemas.openxmlformats.org/drawingml/2006/main">
              <a:ext uri="{FF2B5EF4-FFF2-40B4-BE49-F238E27FC236}">
                <a16:creationId xmlns:a16="http://schemas.microsoft.com/office/drawing/2014/main" id="{7AC1C8D1-599D-42E5-8307-CAAE83FC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6" name="Vértice 2">
            <a:extLst xmlns:a="http://schemas.openxmlformats.org/drawingml/2006/main">
              <a:ext uri="{FF2B5EF4-FFF2-40B4-BE49-F238E27FC236}">
                <a16:creationId xmlns:a16="http://schemas.microsoft.com/office/drawing/2014/main" id="{7B2C0628-1C3E-4491-8C5F-0B89C7B2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7" name="Vértice 3">
            <a:extLst xmlns:a="http://schemas.openxmlformats.org/drawingml/2006/main">
              <a:ext uri="{FF2B5EF4-FFF2-40B4-BE49-F238E27FC236}">
                <a16:creationId xmlns:a16="http://schemas.microsoft.com/office/drawing/2014/main" id="{9DB5B82C-89A1-4624-BD49-C82D7BEA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8" name="Vértice 4">
            <a:extLst xmlns:a="http://schemas.openxmlformats.org/drawingml/2006/main">
              <a:ext uri="{FF2B5EF4-FFF2-40B4-BE49-F238E27FC236}">
                <a16:creationId xmlns:a16="http://schemas.microsoft.com/office/drawing/2014/main" id="{A2431374-B7AA-485D-A69E-0483649A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9" name="Vértice 5">
            <a:extLst xmlns:a="http://schemas.openxmlformats.org/drawingml/2006/main">
              <a:ext uri="{FF2B5EF4-FFF2-40B4-BE49-F238E27FC236}">
                <a16:creationId xmlns:a16="http://schemas.microsoft.com/office/drawing/2014/main" id="{FC635C99-5183-427F-B98F-D0389455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0" name="Vértice 6">
            <a:extLst xmlns:a="http://schemas.openxmlformats.org/drawingml/2006/main">
              <a:ext uri="{FF2B5EF4-FFF2-40B4-BE49-F238E27FC236}">
                <a16:creationId xmlns:a16="http://schemas.microsoft.com/office/drawing/2014/main" id="{B351087E-2E41-4A68-B03B-6F65023B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650E61E3-9528-4E32-90E2-7FC2405D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2" name="Vértice 7">
            <a:extLst xmlns:a="http://schemas.openxmlformats.org/drawingml/2006/main">
              <a:ext uri="{FF2B5EF4-FFF2-40B4-BE49-F238E27FC236}">
                <a16:creationId xmlns:a16="http://schemas.microsoft.com/office/drawing/2014/main" id="{3689520C-4E55-4CD5-B239-F68AAACE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3" name="Vértice 8">
            <a:extLst xmlns:a="http://schemas.openxmlformats.org/drawingml/2006/main">
              <a:ext uri="{FF2B5EF4-FFF2-40B4-BE49-F238E27FC236}">
                <a16:creationId xmlns:a16="http://schemas.microsoft.com/office/drawing/2014/main" id="{766F911B-F404-493F-B70C-7E5AB5BD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4" name="Vértice 9">
            <a:extLst xmlns:a="http://schemas.openxmlformats.org/drawingml/2006/main">
              <a:ext uri="{FF2B5EF4-FFF2-40B4-BE49-F238E27FC236}">
                <a16:creationId xmlns:a16="http://schemas.microsoft.com/office/drawing/2014/main" id="{72804C46-1AF3-483F-AA82-BAB9F4E3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2D3640F6-8B94-493F-AF5E-555B1E36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6" name="Vértice 10">
            <a:extLst xmlns:a="http://schemas.openxmlformats.org/drawingml/2006/main">
              <a:ext uri="{FF2B5EF4-FFF2-40B4-BE49-F238E27FC236}">
                <a16:creationId xmlns:a16="http://schemas.microsoft.com/office/drawing/2014/main" id="{69ED4F22-B9AF-4D33-8EAF-0A87B95A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7" name="Vértice 11">
            <a:extLst xmlns:a="http://schemas.openxmlformats.org/drawingml/2006/main">
              <a:ext uri="{FF2B5EF4-FFF2-40B4-BE49-F238E27FC236}">
                <a16:creationId xmlns:a16="http://schemas.microsoft.com/office/drawing/2014/main" id="{8AF5D393-66C1-48FF-ABEE-E8EEEBDF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8" name="Vértice 12">
            <a:extLst xmlns:a="http://schemas.openxmlformats.org/drawingml/2006/main">
              <a:ext uri="{FF2B5EF4-FFF2-40B4-BE49-F238E27FC236}">
                <a16:creationId xmlns:a16="http://schemas.microsoft.com/office/drawing/2014/main" id="{A82E2AB6-33B6-4D92-A359-44FAB943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7841899-60B8-4195-A7F5-EB9FA27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0" name="Vértice 14">
            <a:extLst xmlns:a="http://schemas.openxmlformats.org/drawingml/2006/main">
              <a:ext uri="{FF2B5EF4-FFF2-40B4-BE49-F238E27FC236}">
                <a16:creationId xmlns:a16="http://schemas.microsoft.com/office/drawing/2014/main" id="{46C0CD37-186A-4CC9-A404-61B59725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1" name="Vértice 15">
            <a:extLst xmlns:a="http://schemas.openxmlformats.org/drawingml/2006/main">
              <a:ext uri="{FF2B5EF4-FFF2-40B4-BE49-F238E27FC236}">
                <a16:creationId xmlns:a16="http://schemas.microsoft.com/office/drawing/2014/main" id="{C6A70791-E786-468A-B152-9BDF49E3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2" name="Vértice 16">
            <a:extLst xmlns:a="http://schemas.openxmlformats.org/drawingml/2006/main">
              <a:ext uri="{FF2B5EF4-FFF2-40B4-BE49-F238E27FC236}">
                <a16:creationId xmlns:a16="http://schemas.microsoft.com/office/drawing/2014/main" id="{62ED04CE-BD08-4B9D-80DD-8D2D8681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A0983C84-5F1C-43E1-8BC6-D213260D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65E04323-192A-4E8C-A019-E77F64B5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9DE008CA-CC0C-43B7-B426-73493A89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C8CE2C31-5EAB-43FF-8DA7-6D4B9FE3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7–10, de peso 288, porque conecta componentes diferentes.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FA3D2CE8-B797-4D45-A70B-FDC4DD32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10 de 15 arestas. Arestas que fecham ciclos são descartadas.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6525BEFC-2E8A-4A46-B26A-4E252F8F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DC87398D-B765-4C96-BE54-85CFEFE2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1544</a:t>
            </a:r>
          </a:p>
        </p:txBody>
      </p:sp>
    </p:spTree>
    <p:extLst>
      <p:ext uri="{BB962C8B-B14F-4D97-AF65-F5344CB8AC3E}">
        <p14:creationId xmlns:p14="http://schemas.microsoft.com/office/powerpoint/2010/main" val="57292319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11: aresta 9–10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C3FD199-62DE-4465-8FE0-927F47EB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67148D8-5BC6-467A-AA16-2BBB1FCC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ACEBCEB-D4EF-457F-B72B-1781F9A6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B76F16F8-10ED-46CF-808B-06715C67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2AD36BC-4D27-4967-B9EA-A15F9F79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2DA6043-455C-45A1-8BBD-E116BBE9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CAF0D0D-3373-4904-A228-895EC5E9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EDB2CF5-6700-4894-A67F-1B0F7261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D4D9C8E-7677-4D63-A53C-23F5D1DF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2945384-2999-45E0-85A4-0A0E1DB8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D6391E6B-EED0-461E-B75D-FAACDD6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1DC0994-D5CD-43DF-9BA8-74049FB6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Vértice 1">
            <a:extLst xmlns:a="http://schemas.openxmlformats.org/drawingml/2006/main">
              <a:ext uri="{FF2B5EF4-FFF2-40B4-BE49-F238E27FC236}">
                <a16:creationId xmlns:a16="http://schemas.microsoft.com/office/drawing/2014/main" id="{943B06C1-AE8B-46B3-BA29-DE676BA3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7" name="Vértice 2">
            <a:extLst xmlns:a="http://schemas.openxmlformats.org/drawingml/2006/main">
              <a:ext uri="{FF2B5EF4-FFF2-40B4-BE49-F238E27FC236}">
                <a16:creationId xmlns:a16="http://schemas.microsoft.com/office/drawing/2014/main" id="{E93E41D1-583E-4FB7-ABC3-4BE939EE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8" name="Vértice 3">
            <a:extLst xmlns:a="http://schemas.openxmlformats.org/drawingml/2006/main">
              <a:ext uri="{FF2B5EF4-FFF2-40B4-BE49-F238E27FC236}">
                <a16:creationId xmlns:a16="http://schemas.microsoft.com/office/drawing/2014/main" id="{EDFA41C2-5BFA-41EB-999C-874EF9EF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9" name="Vértice 4">
            <a:extLst xmlns:a="http://schemas.openxmlformats.org/drawingml/2006/main">
              <a:ext uri="{FF2B5EF4-FFF2-40B4-BE49-F238E27FC236}">
                <a16:creationId xmlns:a16="http://schemas.microsoft.com/office/drawing/2014/main" id="{3FE2EDB1-3AFB-4889-83DF-E881475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0" name="Vértice 5">
            <a:extLst xmlns:a="http://schemas.openxmlformats.org/drawingml/2006/main">
              <a:ext uri="{FF2B5EF4-FFF2-40B4-BE49-F238E27FC236}">
                <a16:creationId xmlns:a16="http://schemas.microsoft.com/office/drawing/2014/main" id="{A2A05FD6-E431-4F5B-AB97-7350CD7A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1" name="Vértice 6">
            <a:extLst xmlns:a="http://schemas.openxmlformats.org/drawingml/2006/main">
              <a:ext uri="{FF2B5EF4-FFF2-40B4-BE49-F238E27FC236}">
                <a16:creationId xmlns:a16="http://schemas.microsoft.com/office/drawing/2014/main" id="{72E908C2-B3F7-4F41-86AD-AEE1137E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2" name="Vértice 7">
            <a:extLst xmlns:a="http://schemas.openxmlformats.org/drawingml/2006/main">
              <a:ext uri="{FF2B5EF4-FFF2-40B4-BE49-F238E27FC236}">
                <a16:creationId xmlns:a16="http://schemas.microsoft.com/office/drawing/2014/main" id="{808F62CD-2BC7-45C4-9242-F8F42C11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3" name="Vértice 8">
            <a:extLst xmlns:a="http://schemas.openxmlformats.org/drawingml/2006/main">
              <a:ext uri="{FF2B5EF4-FFF2-40B4-BE49-F238E27FC236}">
                <a16:creationId xmlns:a16="http://schemas.microsoft.com/office/drawing/2014/main" id="{0C971197-7E64-49A2-8575-F4EDD38A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591CA68F-D7F2-46C4-8650-3EDA0FDF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5" name="Vértice 9">
            <a:extLst xmlns:a="http://schemas.openxmlformats.org/drawingml/2006/main">
              <a:ext uri="{FF2B5EF4-FFF2-40B4-BE49-F238E27FC236}">
                <a16:creationId xmlns:a16="http://schemas.microsoft.com/office/drawing/2014/main" id="{3574EF75-5CE8-4CDA-8122-825646C9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ADC69E74-9F64-404A-9F4D-D00ED189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7" name="Vértice 10">
            <a:extLst xmlns:a="http://schemas.openxmlformats.org/drawingml/2006/main">
              <a:ext uri="{FF2B5EF4-FFF2-40B4-BE49-F238E27FC236}">
                <a16:creationId xmlns:a16="http://schemas.microsoft.com/office/drawing/2014/main" id="{2271259F-576A-467C-A515-FF44758F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8" name="Vértice 11">
            <a:extLst xmlns:a="http://schemas.openxmlformats.org/drawingml/2006/main">
              <a:ext uri="{FF2B5EF4-FFF2-40B4-BE49-F238E27FC236}">
                <a16:creationId xmlns:a16="http://schemas.microsoft.com/office/drawing/2014/main" id="{01FB313A-42DF-4E0B-8DA7-8E26DC44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9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EE95B60-E3CD-4155-9BA1-DC098621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0" name="Vértice 13">
            <a:extLst xmlns:a="http://schemas.openxmlformats.org/drawingml/2006/main">
              <a:ext uri="{FF2B5EF4-FFF2-40B4-BE49-F238E27FC236}">
                <a16:creationId xmlns:a16="http://schemas.microsoft.com/office/drawing/2014/main" id="{C85159E1-AA67-4A21-8479-61C396B1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1" name="Vértice 14">
            <a:extLst xmlns:a="http://schemas.openxmlformats.org/drawingml/2006/main">
              <a:ext uri="{FF2B5EF4-FFF2-40B4-BE49-F238E27FC236}">
                <a16:creationId xmlns:a16="http://schemas.microsoft.com/office/drawing/2014/main" id="{022B03D6-C0FB-4586-AF7C-71A1E976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2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5927272-8162-48D2-AB93-C8E15192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3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05078D8-D477-4327-84EE-26E20E64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6886EA67-F36F-4817-B90E-DA88973D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F926E072-A979-4ECC-9CC0-6B4007F2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5538253D-7185-40DA-836C-0FB5EDF6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F9405192-15E2-4716-9771-0BA9B7F5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9–10, de peso 328, porque conecta componentes diferentes.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13EF1B1C-B227-4CAA-8650-702DFAB1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11 de 15 arestas. Arestas que fecham ciclos são descartadas.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05D16DF-546F-4749-956F-9D033799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ABAA83E4-A2E6-41D8-863F-933C5EBA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1872</a:t>
            </a:r>
          </a:p>
        </p:txBody>
      </p:sp>
    </p:spTree>
    <p:extLst>
      <p:ext uri="{BB962C8B-B14F-4D97-AF65-F5344CB8AC3E}">
        <p14:creationId xmlns:p14="http://schemas.microsoft.com/office/powerpoint/2010/main" val="96426631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12: aresta 5–15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1A0F36E-6357-49BB-B797-E75E7FC1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D9FDB83-A4A0-4C09-AEB0-6AD6FC9B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1673DB3-AFB8-4651-BCC3-152516B9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D7E7348-6B76-4710-A079-6D8DA3C9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E9CD637-F3B0-4ECF-B819-6A4F3977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AE9EF25-935D-4407-8CAF-30594D8F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C3E9964-0281-4246-BB29-E38CD281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A6D7C0D-387F-449F-979B-6BB54EF7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AF4A273-1CC9-4D20-B84F-1AC209E0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ACEFF34-9A3B-472A-B54A-6E36F6A3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1AF9D88-0C9B-4535-A701-2A8F1441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742CC27-C054-49CA-BD06-65FBD0B9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7649D79-3715-4A2D-8FD3-B844C238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Vértice 1">
            <a:extLst xmlns:a="http://schemas.openxmlformats.org/drawingml/2006/main">
              <a:ext uri="{FF2B5EF4-FFF2-40B4-BE49-F238E27FC236}">
                <a16:creationId xmlns:a16="http://schemas.microsoft.com/office/drawing/2014/main" id="{1FF1CA59-2C2A-4FFC-92ED-2E4D5E50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8" name="Vértice 2">
            <a:extLst xmlns:a="http://schemas.openxmlformats.org/drawingml/2006/main">
              <a:ext uri="{FF2B5EF4-FFF2-40B4-BE49-F238E27FC236}">
                <a16:creationId xmlns:a16="http://schemas.microsoft.com/office/drawing/2014/main" id="{8813FD40-523A-4FA3-8A8A-E95367A7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9" name="Vértice 3">
            <a:extLst xmlns:a="http://schemas.openxmlformats.org/drawingml/2006/main">
              <a:ext uri="{FF2B5EF4-FFF2-40B4-BE49-F238E27FC236}">
                <a16:creationId xmlns:a16="http://schemas.microsoft.com/office/drawing/2014/main" id="{84927250-09C2-4B83-BD6E-26634330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0" name="Vértice 4">
            <a:extLst xmlns:a="http://schemas.openxmlformats.org/drawingml/2006/main">
              <a:ext uri="{FF2B5EF4-FFF2-40B4-BE49-F238E27FC236}">
                <a16:creationId xmlns:a16="http://schemas.microsoft.com/office/drawing/2014/main" id="{CFA20A3F-FC50-498B-B979-B39F59C4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EFD840A-4725-46A8-9520-98808A95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2" name="Vértice 5">
            <a:extLst xmlns:a="http://schemas.openxmlformats.org/drawingml/2006/main">
              <a:ext uri="{FF2B5EF4-FFF2-40B4-BE49-F238E27FC236}">
                <a16:creationId xmlns:a16="http://schemas.microsoft.com/office/drawing/2014/main" id="{B0D108BE-61D4-4C13-82AF-50432217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3" name="Vértice 6">
            <a:extLst xmlns:a="http://schemas.openxmlformats.org/drawingml/2006/main">
              <a:ext uri="{FF2B5EF4-FFF2-40B4-BE49-F238E27FC236}">
                <a16:creationId xmlns:a16="http://schemas.microsoft.com/office/drawing/2014/main" id="{CC7CC118-6939-4BC5-8F76-D216A226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4" name="Vértice 7">
            <a:extLst xmlns:a="http://schemas.openxmlformats.org/drawingml/2006/main">
              <a:ext uri="{FF2B5EF4-FFF2-40B4-BE49-F238E27FC236}">
                <a16:creationId xmlns:a16="http://schemas.microsoft.com/office/drawing/2014/main" id="{BC1067D4-48D9-439F-A7B8-4767DFEC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5" name="Vértice 8">
            <a:extLst xmlns:a="http://schemas.openxmlformats.org/drawingml/2006/main">
              <a:ext uri="{FF2B5EF4-FFF2-40B4-BE49-F238E27FC236}">
                <a16:creationId xmlns:a16="http://schemas.microsoft.com/office/drawing/2014/main" id="{EB923EF8-A97A-415C-A78F-75CB5F60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6" name="Vértice 9">
            <a:extLst xmlns:a="http://schemas.openxmlformats.org/drawingml/2006/main">
              <a:ext uri="{FF2B5EF4-FFF2-40B4-BE49-F238E27FC236}">
                <a16:creationId xmlns:a16="http://schemas.microsoft.com/office/drawing/2014/main" id="{DF7CB78C-B129-4937-840B-7D740B09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7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C9D1D42-ED8C-4366-9746-15585EE7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8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758A752-5046-4F74-9E6B-3F1FA9C2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9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A10D17F-2A17-4C9B-B9FF-818A6EDE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0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8BD4AEC-F871-4191-BEA8-E55FB56C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1" name="Vértice 14">
            <a:extLst xmlns:a="http://schemas.openxmlformats.org/drawingml/2006/main">
              <a:ext uri="{FF2B5EF4-FFF2-40B4-BE49-F238E27FC236}">
                <a16:creationId xmlns:a16="http://schemas.microsoft.com/office/drawing/2014/main" id="{A765671C-7950-4ED8-93BF-ED3E7E21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AF80C8D9-95EC-44AE-BBBE-116FF890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3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7573A61-195F-40EC-B531-042FD197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4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205C89F-C1F5-414D-9896-72852099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A2C47A96-62B6-4EF3-B086-926AB9F1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65254CF7-E89B-44A0-B001-864C9538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F05D2F18-F5A6-4C60-A84A-BEAE5FDB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8263968F-46F5-479E-B080-36B64869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5–15, de peso 401, porque conecta componentes diferentes.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3FFBE1BE-E68D-4205-AB39-39187843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12 de 15 arestas. Arestas que fecham ciclos são descartadas.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AAD669C6-4CA2-4DD5-AA33-F21FC17C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B7013F8-F6BF-4535-8B99-6E6CFD72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2273</a:t>
            </a:r>
          </a:p>
        </p:txBody>
      </p:sp>
    </p:spTree>
    <p:extLst>
      <p:ext uri="{BB962C8B-B14F-4D97-AF65-F5344CB8AC3E}">
        <p14:creationId xmlns:p14="http://schemas.microsoft.com/office/powerpoint/2010/main" val="12935226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13: aresta 13–16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2D12506-FC0B-4972-9EFB-48277E85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58A9850-21A6-4768-9918-21A27EFB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A9800DC-30FF-492B-B233-0A3F1759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DDBE818-1F5E-49A4-804A-57DB3083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B5C43C1-CEA9-4400-98C0-066B9EC9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0D1203A-4217-46C4-B2E5-05913F37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74CA58B7-E40D-44C8-BC00-4E99C4DD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27B38D0-23EA-4BE3-AD29-75B8DED3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5A6C4E79-F9F3-4B04-BDBC-019EE8C1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8707DFF-1EBC-4042-8AD8-6659D5E0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FF918E4-2F41-46AD-8A3A-47B28539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9403D01-FC15-44F6-AC8A-720A6724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B04CB6C-481C-4231-8C03-C9D822FE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5A0CF3E8-4FF9-4F97-A317-2DE4F08A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Vértice 1">
            <a:extLst xmlns:a="http://schemas.openxmlformats.org/drawingml/2006/main">
              <a:ext uri="{FF2B5EF4-FFF2-40B4-BE49-F238E27FC236}">
                <a16:creationId xmlns:a16="http://schemas.microsoft.com/office/drawing/2014/main" id="{883FACB8-A4BB-49CC-8B9A-62144C59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9" name="Vértice 2">
            <a:extLst xmlns:a="http://schemas.openxmlformats.org/drawingml/2006/main">
              <a:ext uri="{FF2B5EF4-FFF2-40B4-BE49-F238E27FC236}">
                <a16:creationId xmlns:a16="http://schemas.microsoft.com/office/drawing/2014/main" id="{1D04A258-07BC-4D64-B95E-1D1747A2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0" name="Vértice 3">
            <a:extLst xmlns:a="http://schemas.openxmlformats.org/drawingml/2006/main">
              <a:ext uri="{FF2B5EF4-FFF2-40B4-BE49-F238E27FC236}">
                <a16:creationId xmlns:a16="http://schemas.microsoft.com/office/drawing/2014/main" id="{6FE291E5-4B4C-440F-BC51-570A4DCD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1" name="Vértice 4">
            <a:extLst xmlns:a="http://schemas.openxmlformats.org/drawingml/2006/main">
              <a:ext uri="{FF2B5EF4-FFF2-40B4-BE49-F238E27FC236}">
                <a16:creationId xmlns:a16="http://schemas.microsoft.com/office/drawing/2014/main" id="{E8E43133-1571-4CCD-8C1D-8948A5E1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2" name="Vértice 5">
            <a:extLst xmlns:a="http://schemas.openxmlformats.org/drawingml/2006/main">
              <a:ext uri="{FF2B5EF4-FFF2-40B4-BE49-F238E27FC236}">
                <a16:creationId xmlns:a16="http://schemas.microsoft.com/office/drawing/2014/main" id="{FDFA2E72-0A6E-4E63-86FF-53B5DB5B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3" name="Vértice 6">
            <a:extLst xmlns:a="http://schemas.openxmlformats.org/drawingml/2006/main">
              <a:ext uri="{FF2B5EF4-FFF2-40B4-BE49-F238E27FC236}">
                <a16:creationId xmlns:a16="http://schemas.microsoft.com/office/drawing/2014/main" id="{D003FF79-4B33-4389-A8A0-6721D446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4" name="Vértice 7">
            <a:extLst xmlns:a="http://schemas.openxmlformats.org/drawingml/2006/main">
              <a:ext uri="{FF2B5EF4-FFF2-40B4-BE49-F238E27FC236}">
                <a16:creationId xmlns:a16="http://schemas.microsoft.com/office/drawing/2014/main" id="{FF4BF43F-1C29-45F3-882F-E96B1599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5" name="Vértice 8">
            <a:extLst xmlns:a="http://schemas.openxmlformats.org/drawingml/2006/main">
              <a:ext uri="{FF2B5EF4-FFF2-40B4-BE49-F238E27FC236}">
                <a16:creationId xmlns:a16="http://schemas.microsoft.com/office/drawing/2014/main" id="{66B2C312-3A97-483B-A743-A5778165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6" name="Vértice 9">
            <a:extLst xmlns:a="http://schemas.openxmlformats.org/drawingml/2006/main">
              <a:ext uri="{FF2B5EF4-FFF2-40B4-BE49-F238E27FC236}">
                <a16:creationId xmlns:a16="http://schemas.microsoft.com/office/drawing/2014/main" id="{BE67E25E-6CBA-482B-8D2C-0B40A416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7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577639B-E270-4EED-A8EC-A7E83CF4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8" name="Vértice 11">
            <a:extLst xmlns:a="http://schemas.openxmlformats.org/drawingml/2006/main">
              <a:ext uri="{FF2B5EF4-FFF2-40B4-BE49-F238E27FC236}">
                <a16:creationId xmlns:a16="http://schemas.microsoft.com/office/drawing/2014/main" id="{29EE56CB-082B-4723-BCFE-44226934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9" name="Vértice 12">
            <a:extLst xmlns:a="http://schemas.openxmlformats.org/drawingml/2006/main">
              <a:ext uri="{FF2B5EF4-FFF2-40B4-BE49-F238E27FC236}">
                <a16:creationId xmlns:a16="http://schemas.microsoft.com/office/drawing/2014/main" id="{45D63452-FE81-42D4-AF71-B515BB8E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4EDDCD6C-40A3-40BA-94D3-C4098518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1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13BF051-B357-493F-8A52-5D605A9D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2" name="Vértice 14">
            <a:extLst xmlns:a="http://schemas.openxmlformats.org/drawingml/2006/main">
              <a:ext uri="{FF2B5EF4-FFF2-40B4-BE49-F238E27FC236}">
                <a16:creationId xmlns:a16="http://schemas.microsoft.com/office/drawing/2014/main" id="{8B5E99C6-9C78-4EF5-B002-CE9C5DC4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3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B1C9B61-FEFC-4E8F-AD88-EFC01C70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B0BF5F77-BEF8-425E-B131-1CCF213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5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7B05BC2-8058-4C55-AD5F-DDE44233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B18DF611-98A2-46AB-A1E9-FB8FA40F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670A0AB1-B6C8-44FF-80B4-CC17BD73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E9CCB5A0-DFC0-49B2-A829-D0B97F70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A29C51DB-611B-4DDE-A342-BF7FA969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13–16, de peso 406, porque conecta componentes diferentes.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C8EEF2CD-3B14-4703-9A72-091911BF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13 de 15 arestas. Arestas que fecham ciclos são descartadas.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8FFD593-D18C-49DD-845D-4C6B8254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42CD99E-5972-47EC-AB53-A3329557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2679</a:t>
            </a:r>
          </a:p>
        </p:txBody>
      </p:sp>
    </p:spTree>
    <p:extLst>
      <p:ext uri="{BB962C8B-B14F-4D97-AF65-F5344CB8AC3E}">
        <p14:creationId xmlns:p14="http://schemas.microsoft.com/office/powerpoint/2010/main" val="101242996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14: aresta 2–4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19B368A-ABF2-4755-AD5F-1F812AE9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75AD6E9-C4F6-4EE3-B90E-044E3652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D7C40739-F3F0-443F-8E52-CCB027D1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10F3AB3-F838-4146-A71C-83F39517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9798B92-5147-4BFE-ABFE-05705C00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291D4D0-8B9D-4984-8D44-F1902169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A04989F-A431-42A1-B2E8-0EE7443D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A319F376-CC85-4079-B13C-4C6713BA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EFBA364-15B6-42D6-A6CC-BD56A8E0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2B06616-E97C-4BE2-A479-E9046301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67F5826-9AA7-4582-B008-454989FB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17BD2BF-9300-48E9-B0F9-2F1E9C44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B4B4036-CC4D-4E9C-A5FF-7C55829C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AA62C55-4D59-4B7A-A07D-15E0E455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ECC303D-6D89-47B6-9A49-198281CC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Vértice 1">
            <a:extLst xmlns:a="http://schemas.openxmlformats.org/drawingml/2006/main">
              <a:ext uri="{FF2B5EF4-FFF2-40B4-BE49-F238E27FC236}">
                <a16:creationId xmlns:a16="http://schemas.microsoft.com/office/drawing/2014/main" id="{43168D1C-FCE8-4F26-BDAB-8F977A13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52A73A1-6198-4040-AF35-BCA2BAF8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1" name="Vértice 2">
            <a:extLst xmlns:a="http://schemas.openxmlformats.org/drawingml/2006/main">
              <a:ext uri="{FF2B5EF4-FFF2-40B4-BE49-F238E27FC236}">
                <a16:creationId xmlns:a16="http://schemas.microsoft.com/office/drawing/2014/main" id="{017C593E-46A0-4973-BE47-B5111CAE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2" name="Vértice 3">
            <a:extLst xmlns:a="http://schemas.openxmlformats.org/drawingml/2006/main">
              <a:ext uri="{FF2B5EF4-FFF2-40B4-BE49-F238E27FC236}">
                <a16:creationId xmlns:a16="http://schemas.microsoft.com/office/drawing/2014/main" id="{15871C8A-BC6C-49B1-A910-1C3D8E6A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5E790B3-28A1-4E17-8E9E-D2AE610D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4" name="Vértice 4">
            <a:extLst xmlns:a="http://schemas.openxmlformats.org/drawingml/2006/main">
              <a:ext uri="{FF2B5EF4-FFF2-40B4-BE49-F238E27FC236}">
                <a16:creationId xmlns:a16="http://schemas.microsoft.com/office/drawing/2014/main" id="{E147EF0A-08D7-40F8-9694-060D0C3C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5" name="Vértice 5">
            <a:extLst xmlns:a="http://schemas.openxmlformats.org/drawingml/2006/main">
              <a:ext uri="{FF2B5EF4-FFF2-40B4-BE49-F238E27FC236}">
                <a16:creationId xmlns:a16="http://schemas.microsoft.com/office/drawing/2014/main" id="{81494523-25F9-4C75-87A5-1C2C3349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6" name="Vértice 6">
            <a:extLst xmlns:a="http://schemas.openxmlformats.org/drawingml/2006/main">
              <a:ext uri="{FF2B5EF4-FFF2-40B4-BE49-F238E27FC236}">
                <a16:creationId xmlns:a16="http://schemas.microsoft.com/office/drawing/2014/main" id="{C5F5DAF8-2DBE-46BC-B46F-15BE0091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7" name="Vértice 7">
            <a:extLst xmlns:a="http://schemas.openxmlformats.org/drawingml/2006/main">
              <a:ext uri="{FF2B5EF4-FFF2-40B4-BE49-F238E27FC236}">
                <a16:creationId xmlns:a16="http://schemas.microsoft.com/office/drawing/2014/main" id="{89144CB3-7B2D-426E-AE74-5704A53F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8" name="Vértice 8">
            <a:extLst xmlns:a="http://schemas.openxmlformats.org/drawingml/2006/main">
              <a:ext uri="{FF2B5EF4-FFF2-40B4-BE49-F238E27FC236}">
                <a16:creationId xmlns:a16="http://schemas.microsoft.com/office/drawing/2014/main" id="{1C221849-6023-41A1-92DC-2077D345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9" name="Vértice 9">
            <a:extLst xmlns:a="http://schemas.openxmlformats.org/drawingml/2006/main">
              <a:ext uri="{FF2B5EF4-FFF2-40B4-BE49-F238E27FC236}">
                <a16:creationId xmlns:a16="http://schemas.microsoft.com/office/drawing/2014/main" id="{CD9D4689-9F15-4860-B190-D79E8B4B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F5A9C521-0EC6-4FB4-844D-67F438CC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2739811A-F11F-4CF7-BC9B-157382A6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A8DD5A5-F885-45E9-ABB8-5A2BABC8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42B34D3-2A9B-4014-B6D4-3A74F2C1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485B7FAB-6143-4035-B61A-9B242295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39E6377-DD87-4C46-B2D9-02E24382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86DCABC4-DBBE-40C8-BAFC-98318970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DEB4B60B-BE58-4482-AE57-DB356DEF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EE05D8F7-E29A-4E9F-84A9-9F86BD95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BD0390F1-AADA-4D38-AA89-D13741BE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6088A4C5-7BF0-41BB-9D05-B7ED3982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2–4, de peso 474, porque conecta componentes diferentes.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510DC532-C074-467D-A8AE-1B373164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14 de 15 arestas. Arestas que fecham ciclos são descartadas.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8823D79A-0FCF-403B-9210-C6925A55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AF9F1D0E-952E-42D9-9B49-A99C632D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3153</a:t>
            </a:r>
          </a:p>
        </p:txBody>
      </p:sp>
    </p:spTree>
    <p:extLst>
      <p:ext uri="{BB962C8B-B14F-4D97-AF65-F5344CB8AC3E}">
        <p14:creationId xmlns:p14="http://schemas.microsoft.com/office/powerpoint/2010/main" val="142066615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15: aresta 9–11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D8E43E8-7C67-4C21-8F48-15A310E9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68DBB4F-388B-4FC1-AE24-FA3B3D87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D391C67-8FBB-4984-B74D-F0208171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28616E8-62A8-44E4-9624-087F4F04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6AD9AD0-BA90-4B05-AE83-C2DA02B3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0A000C48-E7F0-45D4-B216-0A7D1F69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B6DCF57-49EF-4D90-9326-081EEBA2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1B88A4C-B9AC-4C79-9D82-8246117B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068631C-B8EC-4378-846D-EED5CC8E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C964C127-919D-4EE3-B404-26B52AAF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4363962-9E5B-448D-9CEE-C955C272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B0DC5357-A011-4C13-9CED-F3BE202C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0287DAA7-F011-41B9-9A14-AA4FEFA7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53D504B-37CD-4444-BF43-BB03220D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23CE341C-487F-4148-A4A4-F242218B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68958E8-1D32-40E5-AA94-BB77E264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Vértice 1">
            <a:extLst xmlns:a="http://schemas.openxmlformats.org/drawingml/2006/main">
              <a:ext uri="{FF2B5EF4-FFF2-40B4-BE49-F238E27FC236}">
                <a16:creationId xmlns:a16="http://schemas.microsoft.com/office/drawing/2014/main" id="{522F11A0-E9E5-4BBA-B261-36838BDD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1" name="Vértice 2">
            <a:extLst xmlns:a="http://schemas.openxmlformats.org/drawingml/2006/main">
              <a:ext uri="{FF2B5EF4-FFF2-40B4-BE49-F238E27FC236}">
                <a16:creationId xmlns:a16="http://schemas.microsoft.com/office/drawing/2014/main" id="{D05C2252-0FAB-4FF7-BFA4-6BFD92BC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2" name="Vértice 3">
            <a:extLst xmlns:a="http://schemas.openxmlformats.org/drawingml/2006/main">
              <a:ext uri="{FF2B5EF4-FFF2-40B4-BE49-F238E27FC236}">
                <a16:creationId xmlns:a16="http://schemas.microsoft.com/office/drawing/2014/main" id="{D615644B-5FF5-49F4-83AA-3F968FF9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3" name="Vértice 4">
            <a:extLst xmlns:a="http://schemas.openxmlformats.org/drawingml/2006/main">
              <a:ext uri="{FF2B5EF4-FFF2-40B4-BE49-F238E27FC236}">
                <a16:creationId xmlns:a16="http://schemas.microsoft.com/office/drawing/2014/main" id="{146AA2C6-0DDA-44CC-A37D-0E2EE2C8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4" name="Vértice 5">
            <a:extLst xmlns:a="http://schemas.openxmlformats.org/drawingml/2006/main">
              <a:ext uri="{FF2B5EF4-FFF2-40B4-BE49-F238E27FC236}">
                <a16:creationId xmlns:a16="http://schemas.microsoft.com/office/drawing/2014/main" id="{CBDD3FB9-ADBC-4DC1-8C7C-354E3703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5" name="Vértice 6">
            <a:extLst xmlns:a="http://schemas.openxmlformats.org/drawingml/2006/main">
              <a:ext uri="{FF2B5EF4-FFF2-40B4-BE49-F238E27FC236}">
                <a16:creationId xmlns:a16="http://schemas.microsoft.com/office/drawing/2014/main" id="{03D71DDE-5295-49C2-A2C5-F181E91C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6" name="Vértice 7">
            <a:extLst xmlns:a="http://schemas.openxmlformats.org/drawingml/2006/main">
              <a:ext uri="{FF2B5EF4-FFF2-40B4-BE49-F238E27FC236}">
                <a16:creationId xmlns:a16="http://schemas.microsoft.com/office/drawing/2014/main" id="{2E1CDF92-C5F5-4F6D-BFFF-3A99B722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7" name="Vértice 8">
            <a:extLst xmlns:a="http://schemas.openxmlformats.org/drawingml/2006/main">
              <a:ext uri="{FF2B5EF4-FFF2-40B4-BE49-F238E27FC236}">
                <a16:creationId xmlns:a16="http://schemas.microsoft.com/office/drawing/2014/main" id="{45210023-5ED7-4A1A-A2A0-C9A13E92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A0BF1FEE-AFD2-48D6-A372-B5614350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9">
            <a:extLst xmlns:a="http://schemas.openxmlformats.org/drawingml/2006/main">
              <a:ext uri="{FF2B5EF4-FFF2-40B4-BE49-F238E27FC236}">
                <a16:creationId xmlns:a16="http://schemas.microsoft.com/office/drawing/2014/main" id="{79BF2119-872B-4E39-9368-D4EEC3A1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9AF4E367-7D67-4C9F-A9B9-EBB87F42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738B7D6B-0205-4A9D-8D41-EB4B5B2C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75B42D0-ADE1-41F1-8CD0-436823C9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167CF780-1D0B-4A21-826D-28A83277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D945301-5578-4E6A-AFF1-F501F2B0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024C9BA0-D616-439D-8555-3D0328EC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B6CB69C-24AD-4C59-A276-F0A89EEF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6442A848-211A-43B8-8887-4F771ED0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E856ABB9-AC3E-4190-A4BC-03AAC98F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85928EF5-A545-4CF5-8FB1-29CAA56D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Arestas da MST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54E6BD62-FA3C-4837-85A7-25325379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7CCD1C60-7049-4279-BC4B-3DCF8893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9–11, de peso 1387, porque conecta componentes diferentes.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7EE81673-9EC5-4415-BC0B-B587B0A2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15 de 15 arestas. Arestas que fecham ciclos são descartadas.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5D33295-61C3-443D-92DF-40CAA000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Com 15 arestas, Kruskal encerra a construção.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6364AD6-6C57-4A82-B177-6649EE47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4540</a:t>
            </a:r>
          </a:p>
        </p:txBody>
      </p:sp>
    </p:spTree>
    <p:extLst>
      <p:ext uri="{BB962C8B-B14F-4D97-AF65-F5344CB8AC3E}">
        <p14:creationId xmlns:p14="http://schemas.microsoft.com/office/powerpoint/2010/main" val="12542268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01: visita ao vértice 1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426856E-8858-4FF2-9481-5A93913A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93917EE-3CBE-4122-A958-B50FB477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993215A-9203-4E27-B4AF-A527453A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A2D8AEB-20C8-4595-A8C0-2404BF8B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20526D1-81CC-4510-8447-0923FDF4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32D7167-8E84-494B-BCB1-EEA91191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6AFE76E-A5E9-46CC-BD96-FF91E661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EA6D6A5-180A-4E0F-8E12-B57A0B80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3D44B1CB-B000-413F-8D54-3715F785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A0E51EE-1BD8-4D09-A166-00841051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9D558F8-51E1-48EE-9346-6059A5C4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B694C734-E629-48E5-B45A-14043836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0AE3E83F-B364-4959-BD3D-099FD64F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B81D2CE-6718-4AD6-A592-9E48FAC3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71C843D-C8FA-471E-9E45-FCA6E8C4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F564354-6E1E-4745-B66F-E6C19FE5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4F8E4E9-252B-4BFB-9511-C03250CD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3049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1" name="Vértice 1">
            <a:extLst xmlns:a="http://schemas.openxmlformats.org/drawingml/2006/main">
              <a:ext uri="{FF2B5EF4-FFF2-40B4-BE49-F238E27FC236}">
                <a16:creationId xmlns:a16="http://schemas.microsoft.com/office/drawing/2014/main" id="{81569836-F099-4CB5-936F-06B18FE8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2" name="Vértice 2">
            <a:extLst xmlns:a="http://schemas.openxmlformats.org/drawingml/2006/main">
              <a:ext uri="{FF2B5EF4-FFF2-40B4-BE49-F238E27FC236}">
                <a16:creationId xmlns:a16="http://schemas.microsoft.com/office/drawing/2014/main" id="{0754D042-991C-4CE4-BFF3-0BCECBD6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3" name="Vértice 3">
            <a:extLst xmlns:a="http://schemas.openxmlformats.org/drawingml/2006/main">
              <a:ext uri="{FF2B5EF4-FFF2-40B4-BE49-F238E27FC236}">
                <a16:creationId xmlns:a16="http://schemas.microsoft.com/office/drawing/2014/main" id="{C95E8BDC-DEF7-42F3-83F3-7AD2BBC1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4" name="Vértice 4">
            <a:extLst xmlns:a="http://schemas.openxmlformats.org/drawingml/2006/main">
              <a:ext uri="{FF2B5EF4-FFF2-40B4-BE49-F238E27FC236}">
                <a16:creationId xmlns:a16="http://schemas.microsoft.com/office/drawing/2014/main" id="{F40CA337-6DE6-45EB-9021-47E0EC10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5" name="Vértice 5">
            <a:extLst xmlns:a="http://schemas.openxmlformats.org/drawingml/2006/main">
              <a:ext uri="{FF2B5EF4-FFF2-40B4-BE49-F238E27FC236}">
                <a16:creationId xmlns:a16="http://schemas.microsoft.com/office/drawing/2014/main" id="{766AED93-44AB-4E73-8FE0-592F53E5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6" name="Vértice 6">
            <a:extLst xmlns:a="http://schemas.openxmlformats.org/drawingml/2006/main">
              <a:ext uri="{FF2B5EF4-FFF2-40B4-BE49-F238E27FC236}">
                <a16:creationId xmlns:a16="http://schemas.microsoft.com/office/drawing/2014/main" id="{3F33A51A-8796-4663-AB06-E354AE7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7" name="Vértice 7">
            <a:extLst xmlns:a="http://schemas.openxmlformats.org/drawingml/2006/main">
              <a:ext uri="{FF2B5EF4-FFF2-40B4-BE49-F238E27FC236}">
                <a16:creationId xmlns:a16="http://schemas.microsoft.com/office/drawing/2014/main" id="{1C8C76AC-4901-4694-A6E4-8C4702B2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8" name="Vértice 8">
            <a:extLst xmlns:a="http://schemas.openxmlformats.org/drawingml/2006/main">
              <a:ext uri="{FF2B5EF4-FFF2-40B4-BE49-F238E27FC236}">
                <a16:creationId xmlns:a16="http://schemas.microsoft.com/office/drawing/2014/main" id="{B89EF322-80BB-4080-9563-8AAE3ACA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9" name="Vértice 9">
            <a:extLst xmlns:a="http://schemas.openxmlformats.org/drawingml/2006/main">
              <a:ext uri="{FF2B5EF4-FFF2-40B4-BE49-F238E27FC236}">
                <a16:creationId xmlns:a16="http://schemas.microsoft.com/office/drawing/2014/main" id="{384A9D81-7B79-4B19-8677-FEA20154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1E9622D-C838-4251-B72A-95991DDD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E073DB16-C8E4-46B8-93F3-B3A38128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25EC1EE-BAB6-4542-B0D6-4826515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3E59810-ED6A-49FE-A821-95367722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50A5A680-B6ED-4433-B75A-68CD81BB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1DB2927F-30EB-4F36-BDFC-243164E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0F79D35-8AA6-4CDB-ABCA-02C2C660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654BBE1B-DFDC-4CD3-90C5-EFCAF728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A804CF77-7294-4B1E-8C51-5F3E5AB0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744B38DA-A480-4D56-A808-1FB7D60C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4EBE462-ADA4-4285-A310-71BF81E3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55F961E5-2A48-4C06-98CC-A71D9CC6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1FA3D799-66FF-429F-BD13-0E46379D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 como visitado e o acrescenta à pré-ordem.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3E2B2E6-77F1-4051-978F-C0FCD8D3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1E72A72-1371-46B0-A077-6C986F38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79C64EE-EE96-4C48-B807-DDD1DFAD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1/16</a:t>
            </a:r>
          </a:p>
        </p:txBody>
      </p:sp>
    </p:spTree>
    <p:extLst>
      <p:ext uri="{BB962C8B-B14F-4D97-AF65-F5344CB8AC3E}">
        <p14:creationId xmlns:p14="http://schemas.microsoft.com/office/powerpoint/2010/main" val="88421012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02: visita ao vértice 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26531D3-BDE0-47A4-A104-3D386A71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45FF23F-6F41-455A-A2AC-E6FAAF76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6047A77-232C-4E0F-94BC-07ED45C7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62803F9-A809-4983-9392-06DF58DB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F5053C8-3E83-44BE-B435-141FE94D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554325D-EAAE-4178-935B-568005D1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56729CD8-1B26-4354-AF1D-DC88CE9A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8081A7F-BAE3-4E9E-BE13-5F793C5C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5632C124-1807-47F2-B272-BF2A8E29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B1F2C16-CFE6-406F-80C1-F46D7CFD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61B1EA9-3C5D-4D99-BB18-85D98CD4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8EA4AE5-26B6-45F5-8A40-F6C11B0A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2D3936A-3CD2-4259-81B5-A407B3CD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7D22772-EFC1-47FF-9719-6DF503F9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51C89F6-5DDF-4055-B09E-2BB1F79D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FEA5BFA-54CE-45D1-9586-EA1172B5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6C0A8F00-E8E0-4859-85D6-0CAD402D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Vértice 1">
            <a:extLst xmlns:a="http://schemas.openxmlformats.org/drawingml/2006/main">
              <a:ext uri="{FF2B5EF4-FFF2-40B4-BE49-F238E27FC236}">
                <a16:creationId xmlns:a16="http://schemas.microsoft.com/office/drawing/2014/main" id="{A832D6D4-87B1-4E61-B3A5-6A215BED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2" name="Vértice 2">
            <a:extLst xmlns:a="http://schemas.openxmlformats.org/drawingml/2006/main">
              <a:ext uri="{FF2B5EF4-FFF2-40B4-BE49-F238E27FC236}">
                <a16:creationId xmlns:a16="http://schemas.microsoft.com/office/drawing/2014/main" id="{CE319485-8FD9-457E-B2DC-2D1691A6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3" name="Vértice 3">
            <a:extLst xmlns:a="http://schemas.openxmlformats.org/drawingml/2006/main">
              <a:ext uri="{FF2B5EF4-FFF2-40B4-BE49-F238E27FC236}">
                <a16:creationId xmlns:a16="http://schemas.microsoft.com/office/drawing/2014/main" id="{BC57503B-F0BA-4A6B-ACD0-811FD34C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4" name="Vértice 4">
            <a:extLst xmlns:a="http://schemas.openxmlformats.org/drawingml/2006/main">
              <a:ext uri="{FF2B5EF4-FFF2-40B4-BE49-F238E27FC236}">
                <a16:creationId xmlns:a16="http://schemas.microsoft.com/office/drawing/2014/main" id="{5DD170F7-5677-4F84-B5D9-B4EEE5DD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5" name="Vértice 5">
            <a:extLst xmlns:a="http://schemas.openxmlformats.org/drawingml/2006/main">
              <a:ext uri="{FF2B5EF4-FFF2-40B4-BE49-F238E27FC236}">
                <a16:creationId xmlns:a16="http://schemas.microsoft.com/office/drawing/2014/main" id="{0FA5F938-E691-43F1-A2DD-8A31B001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6" name="Vértice 6">
            <a:extLst xmlns:a="http://schemas.openxmlformats.org/drawingml/2006/main">
              <a:ext uri="{FF2B5EF4-FFF2-40B4-BE49-F238E27FC236}">
                <a16:creationId xmlns:a16="http://schemas.microsoft.com/office/drawing/2014/main" id="{06023BA2-7118-4211-A31C-FA2A62E2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7" name="Vértice 7">
            <a:extLst xmlns:a="http://schemas.openxmlformats.org/drawingml/2006/main">
              <a:ext uri="{FF2B5EF4-FFF2-40B4-BE49-F238E27FC236}">
                <a16:creationId xmlns:a16="http://schemas.microsoft.com/office/drawing/2014/main" id="{310ACBF5-9B3E-4B5E-BB98-CDD31A65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08FEBA88-82ED-4ECA-A920-9B231956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34600759-78EB-404B-A8D4-8A25323E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59F36A4E-35B7-4792-819C-338437FC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FC73DA78-69AC-4A64-994E-579B20E9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B5B98D4-937D-4CF5-AF5D-FC60AC2D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94907E1-02BB-4AE7-8D23-18560396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72809E0C-33B1-444C-994F-FE67E471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E7622E8-FB7B-407D-9C36-0E1C6D43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0AD4584-E353-4C6F-BB43-F87FB51C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94577EAE-477F-41F2-A336-ABC78BFE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72231612-DFBE-44D3-B6CC-B0FAD6AC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50640015-3959-4695-8443-79BB8D1A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CC58F640-FC98-4F91-A621-0874CC91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B2C8D58C-A5A3-4FA6-B44D-6774F1B3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6D182EDB-7E18-407A-87BF-690F7C6D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C991BCEE-0397-429D-8E9F-095EB9FB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8 como visitado e o acrescenta à pré-ordem.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3C9F70F5-27FF-4D02-A503-4C90FE8E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EACDD749-0553-483E-9284-1EB4D8EA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E7165AF-4BF4-4C09-B4D2-2B1EA1E2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2/16</a:t>
            </a:r>
          </a:p>
        </p:txBody>
      </p:sp>
    </p:spTree>
    <p:extLst>
      <p:ext uri="{BB962C8B-B14F-4D97-AF65-F5344CB8AC3E}">
        <p14:creationId xmlns:p14="http://schemas.microsoft.com/office/powerpoint/2010/main" val="172580573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03: visita ao vértice 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805CDD5-2F02-4289-92DE-0D43BFCE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DB24A11-E286-4CF6-AEBD-A6A9204B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72BE480-931D-4864-BD22-A205825E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154F0EA-155A-49C2-9893-882D6C23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77D0048-73E4-44E5-AD41-8DC8138C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B481A17-7052-4106-93C3-CEA1A27E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155D443-2A69-4F0A-A5E3-7626A61A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9EE8739-6E68-4C1C-BA00-A97AFA8A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039D2620-63F9-47C3-B2F2-9852830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0809DF6-6EA4-40B5-9A0A-AF86C9B0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072D6A9-D831-40C4-A2D6-EF8E081C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77D309D-8757-415F-816B-78A8769C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61FD540-EC5C-4210-B648-155C3AD4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5C048F3-B52B-45D9-B988-E9C22FFE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4F4BE15-B393-42A7-945B-9294E306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4F235695-4E32-4674-A7EA-373BCACF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9FC362D-B0A1-45CC-8F21-30F34CF3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3FBAB742-F911-4BF5-8651-E974C73C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0ACBDCFC-6758-44FC-ABA8-59D73AB5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8B965FE2-595A-4B38-8E72-A078B6FB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F8204645-7CCA-465F-A93E-45F1AE2C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CB1533A6-685D-440C-A96C-029CCA4F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1F10DD47-39F8-4776-8D18-008283FD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9DC1AC54-3272-448B-A223-4616DAC6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1629D089-CB69-43A0-8199-EFF4A571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B29639E3-D1F5-4AFF-BFF2-BC82E1E0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D4501DB0-C168-4935-B2F5-0FB999D9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31AF37C4-4342-4068-9059-0798C97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D812128F-1838-4E28-8E7D-653FDEE6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4F04A19-01BE-41AC-8100-8EBD59D6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94F37284-5577-4965-BCC7-CA1C06F2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7E5FA3C1-9CC6-45C2-AB11-C837A97F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C0DEEC68-9850-4061-9047-D2531B32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2BF06CA-8A45-4A77-A472-EDABD3F2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FCAD5AA7-93FB-456A-82A0-FB64022D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E66C47C2-263E-45ED-A510-ACC8E76E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C05B9C9-A2C1-4AA3-A525-44FEB54D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0126718A-5827-4A58-BB72-9C12870E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024051B3-D306-4208-A2ED-9EFAA27A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6347D37D-6151-4F4C-93F7-4BD6FC74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E46F26D6-9EFF-4E52-9C54-8F89A333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4 como visitado e o acrescenta à pré-ordem.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49BB4D91-3284-4E7B-B80A-7141E74B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CDB1EF1-E87D-4D23-BA25-292A3BF2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1ECF9AD-A0F2-493F-8EAE-D1985459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3/16</a:t>
            </a:r>
          </a:p>
        </p:txBody>
      </p:sp>
    </p:spTree>
    <p:extLst>
      <p:ext uri="{BB962C8B-B14F-4D97-AF65-F5344CB8AC3E}">
        <p14:creationId xmlns:p14="http://schemas.microsoft.com/office/powerpoint/2010/main" val="87148998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04: visita ao vértice 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DD707CB-4087-4A63-A6DB-4E4FB2A6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AA7D4A0-2337-4644-B899-E6887DF1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BE362B3-D2F5-4303-A1B7-A88AF4CF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F1CB3CBB-C432-498C-AFAC-3CC30E2C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7E75151-4C66-46AF-ADE6-2D49CA81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FF48B71-E91F-40D3-B26F-78A3811D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B746255-65DE-4AB3-8F17-E733706F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1ECC4B8-F4F0-4A0A-A789-83595F55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F7B830F-7184-4B92-93D7-207499C6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3904754-5AAA-4503-9EF1-0925538E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8B5FB84-B33F-4B3C-A9DC-6C263047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DB27703-F768-4DF3-8BA3-01BE9579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C41A485-3292-4FEB-A2CC-A7AD88C5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72DD938-D086-4678-ADBC-7EADF003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FA64EE9-8D6B-43B1-B68E-2317A70D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3DF88F9-768F-4ECB-B868-4A789CA2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50F49B8-D5BF-4D13-BB17-96F8B710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C9EFFFD-B143-471E-9DAB-1A9259BF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D6A8486E-9225-402C-9358-CFC1BF86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5A47E2E5-FB1D-4D5B-BCFF-56BDC65B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3BA218AE-9A7C-4A89-B001-5C89A642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C889F6C9-C1E2-4501-A30E-4B247E7A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F38DE610-0A01-45E2-A3B3-79AA0B6B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0BE48ECC-019E-4C64-968A-217B55EC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95881CAC-651E-468C-B0D4-C98EA61A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82843374-C479-4EDC-9712-D6BA03F5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CCB76067-D6C2-49F5-84C3-A4300504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7B4F74BF-B6D9-407E-8FA5-413E9DD6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EBF3CD24-4BA8-4112-B58D-38482D21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0CE7DA8-B951-4562-BDBC-079CC0B6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1CB6AB3-0DB4-4BD0-AD5C-FAF81B87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B4144DBB-E067-4D6E-AFE0-00CCFF74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621CD144-882B-4610-A3A1-5CC60FA1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40B826CC-3ABB-42E9-B35E-541CB8DB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3D6A43F-A6FA-4CB3-A14A-73AE4BB1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F2DAC497-E918-492A-9FCD-D4F7797A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7B1A46D0-87DF-4E6D-ADA4-65925051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79207B63-7676-4292-8F77-F11E3F03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A4E69BE-C9AE-438C-B7D9-451ABA62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AE414841-11AE-4EEA-BECD-650B6B40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938C80F6-96C7-4F0E-958F-DCF9BD51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0D69511D-6634-4E02-9A02-B579B92C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2 como visitado e o acrescenta à pré-ordem.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6ED8D7A-D777-475A-98D7-33B30095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725F2C5-B5CA-4F5F-B44B-550387AC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E1A7FB33-13D4-410B-9F4F-D5A3B200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4/16</a:t>
            </a:r>
          </a:p>
        </p:txBody>
      </p:sp>
    </p:spTree>
    <p:extLst>
      <p:ext uri="{BB962C8B-B14F-4D97-AF65-F5344CB8AC3E}">
        <p14:creationId xmlns:p14="http://schemas.microsoft.com/office/powerpoint/2010/main" val="174440509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05: visita ao vértice 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B18BA8-60F4-C50D-CD9B-1BB87D3E8506}" type="slidenum">
              <a:t>22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148C00D-C89E-4FCC-B7CF-44A5DF66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2440560-99B1-45C7-A21F-8CD02B27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CEB17AF-3304-4FCD-A0D9-359A4C5D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91409BF-E10E-45CD-B967-90966068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ABC3CDA-FE42-4A6D-A2E5-4AE5034E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4887257-9AE8-4E5A-B6DF-0A99558C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4828CE4-9C67-46A1-A873-7B5B26B7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EA90DE64-2CA2-4D4B-BB30-D116046E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03AD49EA-BDC3-410B-AE6B-9B48504D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E9A16EA-CBB3-4D7F-A094-03218DE4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853FC5A-705C-4948-B98F-586223E4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0C51294-5094-4AA0-9244-2907103D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D57BF428-7682-4756-AB9C-8C161025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F30CB31-7AD1-40F9-9D76-03D6D87C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E4D361E-B895-4B93-9052-6703B34C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5D1F6B4-69AF-44D1-9C3C-BD518B3B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C5522B4-C50E-4361-AE50-8B4D7C6D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1C89681-003C-4FD6-B740-66CCE9F9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B294ADDA-CE40-422E-B2F3-40A64528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3DBEF92A-38FD-40F2-B3D2-4D4FDAF8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Vértice 1">
            <a:extLst xmlns:a="http://schemas.openxmlformats.org/drawingml/2006/main">
              <a:ext uri="{FF2B5EF4-FFF2-40B4-BE49-F238E27FC236}">
                <a16:creationId xmlns:a16="http://schemas.microsoft.com/office/drawing/2014/main" id="{42608DB6-7034-4428-9DAC-DD1504BD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7765C07E-D932-495D-BA9F-141611FF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1B8C7902-DFDB-4B20-9151-34D374CD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7" name="Vértice 3">
            <a:extLst xmlns:a="http://schemas.openxmlformats.org/drawingml/2006/main">
              <a:ext uri="{FF2B5EF4-FFF2-40B4-BE49-F238E27FC236}">
                <a16:creationId xmlns:a16="http://schemas.microsoft.com/office/drawing/2014/main" id="{D03390EA-9B3A-4417-9667-8455C6C8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8" name="Vértice 4">
            <a:extLst xmlns:a="http://schemas.openxmlformats.org/drawingml/2006/main">
              <a:ext uri="{FF2B5EF4-FFF2-40B4-BE49-F238E27FC236}">
                <a16:creationId xmlns:a16="http://schemas.microsoft.com/office/drawing/2014/main" id="{276AE355-0583-4219-B19A-509182A7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9" name="Vértice 5">
            <a:extLst xmlns:a="http://schemas.openxmlformats.org/drawingml/2006/main">
              <a:ext uri="{FF2B5EF4-FFF2-40B4-BE49-F238E27FC236}">
                <a16:creationId xmlns:a16="http://schemas.microsoft.com/office/drawing/2014/main" id="{E5E52D75-F4C3-4E6F-85C8-1D82D697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0" name="Vértice 6">
            <a:extLst xmlns:a="http://schemas.openxmlformats.org/drawingml/2006/main">
              <a:ext uri="{FF2B5EF4-FFF2-40B4-BE49-F238E27FC236}">
                <a16:creationId xmlns:a16="http://schemas.microsoft.com/office/drawing/2014/main" id="{6FA323A6-FCF3-4CD6-A6A7-E99C9DA9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1" name="Vértice 7">
            <a:extLst xmlns:a="http://schemas.openxmlformats.org/drawingml/2006/main">
              <a:ext uri="{FF2B5EF4-FFF2-40B4-BE49-F238E27FC236}">
                <a16:creationId xmlns:a16="http://schemas.microsoft.com/office/drawing/2014/main" id="{D51E8C2F-CEE6-485B-B671-2E9D34C7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2" name="Vértice 8">
            <a:extLst xmlns:a="http://schemas.openxmlformats.org/drawingml/2006/main">
              <a:ext uri="{FF2B5EF4-FFF2-40B4-BE49-F238E27FC236}">
                <a16:creationId xmlns:a16="http://schemas.microsoft.com/office/drawing/2014/main" id="{5C817EFE-8836-4F11-B112-78649823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12188ED9-8D44-4D4C-9882-9916790A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6E81C519-2118-4760-864B-AD64540D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EF83C99-21CE-447C-B66C-A2481E5C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4837691E-7127-4E40-8B90-6ABF9000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CAFD158F-2CF7-4084-A107-6A250F4E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CC63332C-7425-4128-92E8-5886ADC4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C97FC39A-B9BF-4DE6-BF54-308214D7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85A73ECB-1998-45E8-9DE1-1DFA7946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BC1A132D-A304-4976-A1EF-0ADC0844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028CEDE3-7EB8-4514-8F33-1DFD408A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6E89A4B5-8EB9-4EF4-9734-9D910760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21F6C2A6-B35B-46F3-A04E-E7C0B52D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E4F55C05-0979-4AF4-927A-AB1B8084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348C225-064C-4268-90A0-B7C06FD2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3 como visitado e o acrescenta à pré-ordem.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A95F7A9-984C-4E6A-9583-234A288B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5CF1BB0D-DF78-422C-80A6-4F775300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E15901B8-18A6-4A91-BC68-2D49DD1E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5/16</a:t>
            </a:r>
          </a:p>
        </p:txBody>
      </p:sp>
    </p:spTree>
    <p:extLst>
      <p:ext uri="{BB962C8B-B14F-4D97-AF65-F5344CB8AC3E}">
        <p14:creationId xmlns:p14="http://schemas.microsoft.com/office/powerpoint/2010/main" val="123609477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06: visita ao vértice 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4E99CEF-AF55-BA3C-ADF8-4E52E186DD8F}" type="slidenum">
              <a:t>23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C37B320-5807-4009-868B-D0A08E16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A21F4F7-7176-4A47-A65A-6287B9BC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71CA1EA-1EF9-425C-A3E2-9FD2A0B5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9825A04-2069-4C68-A0F3-AB120A6B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E48A739-6825-4EAE-B460-DB537E49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C6690A6-B606-4FB2-AB00-78D03230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1047A26-0C8B-4609-BB4C-0D257FEF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6340D54-7F38-4143-B016-8580D8B4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D2CF415-F701-4122-AD7A-9B5ADFBF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F76C3CB-1792-4450-A4E9-0D262511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D1C1C9A-BA1A-478F-9EE2-012301E7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423F401-B8C6-459B-BBBF-C1D43E01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7A436F4-1F42-478B-9085-050A4A65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5B1026B-5C04-4674-AA6B-8E7D343B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A2741984-465B-487E-BEA6-D43CBE8D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984D8DF5-BABC-4493-AADE-4760D753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7017394-D7D3-4B41-928E-CE866A9F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E38BAC6-2896-4C41-B65B-EF196B41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052D6C3D-73EF-483D-9A52-F04ED159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B4F1CA62-BE12-4E54-958F-30D33D37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3694376B-5932-4F4B-87E7-3FBE3661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Vértice 1">
            <a:extLst xmlns:a="http://schemas.openxmlformats.org/drawingml/2006/main">
              <a:ext uri="{FF2B5EF4-FFF2-40B4-BE49-F238E27FC236}">
                <a16:creationId xmlns:a16="http://schemas.microsoft.com/office/drawing/2014/main" id="{8F884785-917B-4D87-96AE-2148E1D7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6" name="Vértice 2">
            <a:extLst xmlns:a="http://schemas.openxmlformats.org/drawingml/2006/main">
              <a:ext uri="{FF2B5EF4-FFF2-40B4-BE49-F238E27FC236}">
                <a16:creationId xmlns:a16="http://schemas.microsoft.com/office/drawing/2014/main" id="{D3D1D4C3-17D3-4490-9EAF-E32EFE07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7" name="Vértice 3">
            <a:extLst xmlns:a="http://schemas.openxmlformats.org/drawingml/2006/main">
              <a:ext uri="{FF2B5EF4-FFF2-40B4-BE49-F238E27FC236}">
                <a16:creationId xmlns:a16="http://schemas.microsoft.com/office/drawing/2014/main" id="{00385F6F-DB75-4CB3-971E-8B56F4C3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8" name="Vértice 4">
            <a:extLst xmlns:a="http://schemas.openxmlformats.org/drawingml/2006/main">
              <a:ext uri="{FF2B5EF4-FFF2-40B4-BE49-F238E27FC236}">
                <a16:creationId xmlns:a16="http://schemas.microsoft.com/office/drawing/2014/main" id="{49CFE06A-7389-423A-93B1-FF791660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9" name="Vértice 5">
            <a:extLst xmlns:a="http://schemas.openxmlformats.org/drawingml/2006/main">
              <a:ext uri="{FF2B5EF4-FFF2-40B4-BE49-F238E27FC236}">
                <a16:creationId xmlns:a16="http://schemas.microsoft.com/office/drawing/2014/main" id="{0F0B507C-5650-4E1B-AF17-BB873C3C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0" name="Vértice 6">
            <a:extLst xmlns:a="http://schemas.openxmlformats.org/drawingml/2006/main">
              <a:ext uri="{FF2B5EF4-FFF2-40B4-BE49-F238E27FC236}">
                <a16:creationId xmlns:a16="http://schemas.microsoft.com/office/drawing/2014/main" id="{1A5FF283-0D60-469C-A682-DBF88A55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1" name="Vértice 7">
            <a:extLst xmlns:a="http://schemas.openxmlformats.org/drawingml/2006/main">
              <a:ext uri="{FF2B5EF4-FFF2-40B4-BE49-F238E27FC236}">
                <a16:creationId xmlns:a16="http://schemas.microsoft.com/office/drawing/2014/main" id="{6B6D9B43-97F5-4EE0-AAA2-07628097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2" name="Vértice 8">
            <a:extLst xmlns:a="http://schemas.openxmlformats.org/drawingml/2006/main">
              <a:ext uri="{FF2B5EF4-FFF2-40B4-BE49-F238E27FC236}">
                <a16:creationId xmlns:a16="http://schemas.microsoft.com/office/drawing/2014/main" id="{9D6EF169-D0A4-4308-9B17-A324DFE4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F99E1654-6703-42A9-AECC-ACF23755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CA531A7-B78E-4025-948D-9EC7DA21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0E36070-B336-4094-A58A-4A14D6C6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4D1C4CEC-258A-4182-B126-6CCF1207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99FEB193-C835-4D5D-94B3-947F0736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A48445B2-4608-4EFE-8364-38836783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11D3341B-F63F-41D3-A36D-215CAE30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5D2F1AB6-9A6D-4B75-B351-A61453E1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1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7684FB7-8F53-4131-8348-34C7B68E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39E2CAC-C405-409A-A749-2F9A4A50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53BC6612-7A71-4F2D-950E-62490A92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6941F980-8011-4B0F-9744-A049AF5B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C932CCF-C052-42E6-84CD-D556C973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C57B18F-2A32-4B52-8317-C9477F73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0FF5DBF1-621D-4D09-BBD0-1AF6AD8C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16 como visitado e o acrescenta à pré-ordem.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7D453B7F-5175-4053-B67F-9FBA105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0DE5BBAA-F3DC-4BB2-B43C-D284E4AC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97535803-0404-4968-AAE2-E338BE9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6/16</a:t>
            </a:r>
          </a:p>
        </p:txBody>
      </p:sp>
    </p:spTree>
    <p:extLst>
      <p:ext uri="{BB962C8B-B14F-4D97-AF65-F5344CB8AC3E}">
        <p14:creationId xmlns:p14="http://schemas.microsoft.com/office/powerpoint/2010/main" val="96255620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07: visita ao vértice 13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59AF09-D197-0193-A7DE-FAAF0B691058}" type="slidenum">
              <a:t>24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F7B8605-2302-4448-A16A-03EF0DB8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66FDECE-44A1-4F9A-83BD-91C9B541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EC3C1E6-B407-455B-BCCF-ADC3DDF0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283799C-766D-46C6-A15F-B6579D50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142B253-E12C-48C4-A893-58353382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77BBA1A-9B65-47E1-A4D0-E6C0F66B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E4A9281-7577-486C-9802-B62E6B79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6A61639-E16C-49D0-8AE6-EA811637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F663639-663B-45B4-BB03-8EADC1A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9271BEA-8ADA-4EB5-923F-2698995C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8F54EDA-F658-4E68-8F5C-1AFB3DD3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7B235F7-30DC-4EB9-9CBE-188C665A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28009C4-F955-4887-B450-D76BA7F7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3F2D7C7-CC7C-4B38-9DC1-058E5063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B3FF7FD-25F7-4CA0-A039-477AB42E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475636E-3F5F-411E-AE78-E0916D1D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09EC6BB-8640-4826-8AAE-38DE363A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2993E4EC-259D-4090-A129-9213CE8B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90A8DB3A-5432-467E-BEFE-DDE1D683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1907733D-5461-41DA-B206-F4937134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C2C994C-781A-42D0-8D25-D039EEA3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899C888F-A554-48EC-BFAA-A4E77D79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Vértice 1">
            <a:extLst xmlns:a="http://schemas.openxmlformats.org/drawingml/2006/main">
              <a:ext uri="{FF2B5EF4-FFF2-40B4-BE49-F238E27FC236}">
                <a16:creationId xmlns:a16="http://schemas.microsoft.com/office/drawing/2014/main" id="{D0A39E82-D8CC-4DD1-9E33-90946FE7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7" name="Vértice 2">
            <a:extLst xmlns:a="http://schemas.openxmlformats.org/drawingml/2006/main">
              <a:ext uri="{FF2B5EF4-FFF2-40B4-BE49-F238E27FC236}">
                <a16:creationId xmlns:a16="http://schemas.microsoft.com/office/drawing/2014/main" id="{29489954-68E5-4D2B-80E4-9E649BC0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8" name="Vértice 3">
            <a:extLst xmlns:a="http://schemas.openxmlformats.org/drawingml/2006/main">
              <a:ext uri="{FF2B5EF4-FFF2-40B4-BE49-F238E27FC236}">
                <a16:creationId xmlns:a16="http://schemas.microsoft.com/office/drawing/2014/main" id="{0B62F484-A73A-4CA3-92E5-B2DDC866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9" name="Vértice 4">
            <a:extLst xmlns:a="http://schemas.openxmlformats.org/drawingml/2006/main">
              <a:ext uri="{FF2B5EF4-FFF2-40B4-BE49-F238E27FC236}">
                <a16:creationId xmlns:a16="http://schemas.microsoft.com/office/drawing/2014/main" id="{90D931C6-ADB0-4FCE-BBAB-083E4B1E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0" name="Vértice 5">
            <a:extLst xmlns:a="http://schemas.openxmlformats.org/drawingml/2006/main">
              <a:ext uri="{FF2B5EF4-FFF2-40B4-BE49-F238E27FC236}">
                <a16:creationId xmlns:a16="http://schemas.microsoft.com/office/drawing/2014/main" id="{22F66A62-00AF-451D-8D80-42C0426B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1" name="Vértice 6">
            <a:extLst xmlns:a="http://schemas.openxmlformats.org/drawingml/2006/main">
              <a:ext uri="{FF2B5EF4-FFF2-40B4-BE49-F238E27FC236}">
                <a16:creationId xmlns:a16="http://schemas.microsoft.com/office/drawing/2014/main" id="{36AAAC0F-0331-4D60-864C-2F07A9C0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2" name="Vértice 7">
            <a:extLst xmlns:a="http://schemas.openxmlformats.org/drawingml/2006/main">
              <a:ext uri="{FF2B5EF4-FFF2-40B4-BE49-F238E27FC236}">
                <a16:creationId xmlns:a16="http://schemas.microsoft.com/office/drawing/2014/main" id="{FD91A98B-14B2-4774-93BD-1F4B4078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3" name="Vértice 8">
            <a:extLst xmlns:a="http://schemas.openxmlformats.org/drawingml/2006/main">
              <a:ext uri="{FF2B5EF4-FFF2-40B4-BE49-F238E27FC236}">
                <a16:creationId xmlns:a16="http://schemas.microsoft.com/office/drawing/2014/main" id="{E0FA200B-BABD-434B-B27E-4DD77C68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4" name="Vértice 9">
            <a:extLst xmlns:a="http://schemas.openxmlformats.org/drawingml/2006/main">
              <a:ext uri="{FF2B5EF4-FFF2-40B4-BE49-F238E27FC236}">
                <a16:creationId xmlns:a16="http://schemas.microsoft.com/office/drawing/2014/main" id="{62AAAE0C-C51C-4F50-B304-49D796DD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32EC893-93D4-4277-A76F-CB43F7A3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8767D634-5C15-4937-B78F-51470288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FEC51484-717A-40AA-A322-C42D50A4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B897BF42-0EF3-4660-B269-9BAD4A16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C969A5A6-02F1-4A14-AF0A-F2619E2E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0" name="Vértice 14">
            <a:extLst xmlns:a="http://schemas.openxmlformats.org/drawingml/2006/main">
              <a:ext uri="{FF2B5EF4-FFF2-40B4-BE49-F238E27FC236}">
                <a16:creationId xmlns:a16="http://schemas.microsoft.com/office/drawing/2014/main" id="{F335D035-5D57-4D91-80D7-F95D7F87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1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D62860A-A7F0-4FB3-9B60-2853AA3F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2" name="Vértice 16">
            <a:extLst xmlns:a="http://schemas.openxmlformats.org/drawingml/2006/main">
              <a:ext uri="{FF2B5EF4-FFF2-40B4-BE49-F238E27FC236}">
                <a16:creationId xmlns:a16="http://schemas.microsoft.com/office/drawing/2014/main" id="{54031304-FF76-4821-BDC5-90FD7067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2B3DBF0B-442D-4F87-9808-C7D02B99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36FE5D31-3476-40BB-AAD3-F9E2BC60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66B9A5E2-A22D-45F0-9856-C09DEEBD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21CECF1-414D-4BF1-AF74-BEF29B78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FC4CF2AB-F1A0-4BBB-9401-6216B972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1DCAF228-C792-49BC-A7C3-4B66728F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13 como visitado e o acrescenta à pré-ordem.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B8769979-D85C-4199-BE89-6A833E2F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868AF2E7-7373-4D5D-AC97-12819053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9DD723F9-A6DD-49C9-A1E5-CADCE54B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7/16</a:t>
            </a:r>
          </a:p>
        </p:txBody>
      </p:sp>
    </p:spTree>
    <p:extLst>
      <p:ext uri="{BB962C8B-B14F-4D97-AF65-F5344CB8AC3E}">
        <p14:creationId xmlns:p14="http://schemas.microsoft.com/office/powerpoint/2010/main" val="198569089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08: visita ao vértice 12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AE1AE4-D79E-94D6-E825-3FC6C21A77D2}" type="slidenum">
              <a:t>25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96514A7-0B46-41A7-943F-C878578E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E1C2637-583A-47AD-B429-86FBE90E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A81C15D-00AB-4C05-9E1C-DB123891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72DC41A-63AF-43AE-B87B-266C594A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CF3FD90-DED4-4E0F-9309-37D66619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19BFAAA-BEA5-4749-9594-F31E0627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4697CC4-802C-4BF3-A818-2C7A78F8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DBE2E4D-31C4-4A0D-A87E-648DAC04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F760B9B-2E67-4577-9EF3-A3B9B13F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D124274-09C1-4270-9413-A0E5757D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26D1FEC-409F-4EF1-8A64-20CF53A0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F8EF9D8-F5B6-48C5-AC13-50F7B62A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569134D-70DC-4658-B162-71F495AB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B130BF0-305E-428F-B1E6-89A38F58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436E77A-8110-4A58-8223-4CCCA152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31A8102-E21E-4C73-A417-4FBFBA35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A72FD3F-2952-4A50-8BA8-5BEA45AF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37C6BFB-361E-4897-AAD4-C119674F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039F3750-D415-4E05-8015-877763C9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55C663ED-5605-4CD4-B721-A5CEFEFA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B499CBC7-2243-42D6-A226-213FFE3A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7E5DBC62-B068-4DDE-A07C-65D0A655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BA4ACAFD-41C3-4CFF-BF58-FACCB723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Vértice 1">
            <a:extLst xmlns:a="http://schemas.openxmlformats.org/drawingml/2006/main">
              <a:ext uri="{FF2B5EF4-FFF2-40B4-BE49-F238E27FC236}">
                <a16:creationId xmlns:a16="http://schemas.microsoft.com/office/drawing/2014/main" id="{657EBC53-BB3A-4EE2-823A-385C27B4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8" name="Vértice 2">
            <a:extLst xmlns:a="http://schemas.openxmlformats.org/drawingml/2006/main">
              <a:ext uri="{FF2B5EF4-FFF2-40B4-BE49-F238E27FC236}">
                <a16:creationId xmlns:a16="http://schemas.microsoft.com/office/drawing/2014/main" id="{7D49088E-356E-422D-A10D-B0659F31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9" name="Vértice 3">
            <a:extLst xmlns:a="http://schemas.openxmlformats.org/drawingml/2006/main">
              <a:ext uri="{FF2B5EF4-FFF2-40B4-BE49-F238E27FC236}">
                <a16:creationId xmlns:a16="http://schemas.microsoft.com/office/drawing/2014/main" id="{E00C72DF-B548-4BAB-BEA6-DAED844A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0" name="Vértice 4">
            <a:extLst xmlns:a="http://schemas.openxmlformats.org/drawingml/2006/main">
              <a:ext uri="{FF2B5EF4-FFF2-40B4-BE49-F238E27FC236}">
                <a16:creationId xmlns:a16="http://schemas.microsoft.com/office/drawing/2014/main" id="{8F394C1F-7664-4F9D-9A25-496052E0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1" name="Vértice 5">
            <a:extLst xmlns:a="http://schemas.openxmlformats.org/drawingml/2006/main">
              <a:ext uri="{FF2B5EF4-FFF2-40B4-BE49-F238E27FC236}">
                <a16:creationId xmlns:a16="http://schemas.microsoft.com/office/drawing/2014/main" id="{F9F3BF40-6A47-48D5-B4DA-81050469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2" name="Vértice 6">
            <a:extLst xmlns:a="http://schemas.openxmlformats.org/drawingml/2006/main">
              <a:ext uri="{FF2B5EF4-FFF2-40B4-BE49-F238E27FC236}">
                <a16:creationId xmlns:a16="http://schemas.microsoft.com/office/drawing/2014/main" id="{6FED16FC-A5E8-477F-96C8-2544FE58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3" name="Vértice 7">
            <a:extLst xmlns:a="http://schemas.openxmlformats.org/drawingml/2006/main">
              <a:ext uri="{FF2B5EF4-FFF2-40B4-BE49-F238E27FC236}">
                <a16:creationId xmlns:a16="http://schemas.microsoft.com/office/drawing/2014/main" id="{8181E78B-9725-4549-8155-39A8CC58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4" name="Vértice 8">
            <a:extLst xmlns:a="http://schemas.openxmlformats.org/drawingml/2006/main">
              <a:ext uri="{FF2B5EF4-FFF2-40B4-BE49-F238E27FC236}">
                <a16:creationId xmlns:a16="http://schemas.microsoft.com/office/drawing/2014/main" id="{B4C2D924-E477-4384-BB08-188B08EC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5" name="Vértice 9">
            <a:extLst xmlns:a="http://schemas.openxmlformats.org/drawingml/2006/main">
              <a:ext uri="{FF2B5EF4-FFF2-40B4-BE49-F238E27FC236}">
                <a16:creationId xmlns:a16="http://schemas.microsoft.com/office/drawing/2014/main" id="{5A0B044C-179C-43F1-9BE5-D5BAA5B1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6" name="Vértice 10">
            <a:extLst xmlns:a="http://schemas.openxmlformats.org/drawingml/2006/main">
              <a:ext uri="{FF2B5EF4-FFF2-40B4-BE49-F238E27FC236}">
                <a16:creationId xmlns:a16="http://schemas.microsoft.com/office/drawing/2014/main" id="{7AC42BB0-4E9C-4FE2-9184-FCE0C8BB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7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155A12B-A65C-4FA3-B1B8-A21FFA93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54890571-EC8F-44F2-8A2D-234ADA18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9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19ECA8E-FFC0-4629-BC87-41795DE1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0" name="Vértice 13">
            <a:extLst xmlns:a="http://schemas.openxmlformats.org/drawingml/2006/main">
              <a:ext uri="{FF2B5EF4-FFF2-40B4-BE49-F238E27FC236}">
                <a16:creationId xmlns:a16="http://schemas.microsoft.com/office/drawing/2014/main" id="{AD433E35-CCD3-4DE7-AD62-5D20DDB1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1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93786A6-06A1-45A0-95F1-6392012D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2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EEFB656-317E-4D57-8BE8-0C031C5A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3" name="Vértice 16">
            <a:extLst xmlns:a="http://schemas.openxmlformats.org/drawingml/2006/main">
              <a:ext uri="{FF2B5EF4-FFF2-40B4-BE49-F238E27FC236}">
                <a16:creationId xmlns:a16="http://schemas.microsoft.com/office/drawing/2014/main" id="{03DE547E-5C51-45FA-982F-2B9B289E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0CDAC23-E844-4497-89E6-FA274680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28D60F41-F601-4992-A9C5-969354F0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A087996-C898-4842-BC80-52BCBD08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8F838BBB-F0F2-4B4A-92DE-21A8A314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5F4D481D-D1A6-457F-BDBA-90DEBE87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95B5A82F-C591-4B39-8108-33326B7B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12 como visitado e o acrescenta à pré-ordem.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71C0AADC-941A-4662-93E8-9B26C389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521CB53F-EB05-4373-9918-9714661B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29BA5D3B-6EC9-48C2-A8F1-83ABC7F8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8/16</a:t>
            </a:r>
          </a:p>
        </p:txBody>
      </p:sp>
    </p:spTree>
    <p:extLst>
      <p:ext uri="{BB962C8B-B14F-4D97-AF65-F5344CB8AC3E}">
        <p14:creationId xmlns:p14="http://schemas.microsoft.com/office/powerpoint/2010/main" val="132028493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09: visita ao vértice 7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B55966-FA28-BC73-EA9E-53DF014DF033}" type="slidenum">
              <a:t>26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61C435E-40A7-4FA8-810B-3A8825C1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409527F-5A4D-4385-BEE3-1E7FE5D4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A9C53D0-CEC7-4C59-8B68-F5BBD8D4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0D318DA-FF56-4928-9101-30BA1D0F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3531BDC-D347-4ADB-80EA-3965C365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8DE12B9-D59F-4BBD-8B0F-8447F18F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EDEB3B1-7787-4DDB-AC01-E5CFDEDD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4139763-205F-4A92-87C9-FE985EF8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1893F4F-B762-488E-A626-A8FB8D32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37797C6-0BFE-413D-BD6D-2511B3BD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DA698291-1BC0-46AE-81BF-1BA4BA88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CE3DFC3E-3D14-4DA2-B278-4F2F269A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7779D96-4568-45BA-B6D5-B9A98E2B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E0D946F-2D47-43B1-BD69-FE0860EA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21E9680-CDF0-4123-AEB7-AC3D51F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BB46BE4-9508-4C74-B64E-0CF5E14F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843D577-4EDE-4AD7-9CB3-F5B76895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2503563-F103-400D-80FC-2CAEE6AB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94CC585A-744C-4A1D-A11B-F46488D2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8AE6D1E0-6771-40D7-990D-4736E836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6744A896-0C74-4A92-B648-41DDC91F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723A301F-8AB0-416A-9C96-5CE8E938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D155BF01-2BFB-4B5D-BDEB-D9268ED8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33A845FB-95A0-4589-9CB6-304BE0AA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Vértice 1">
            <a:extLst xmlns:a="http://schemas.openxmlformats.org/drawingml/2006/main">
              <a:ext uri="{FF2B5EF4-FFF2-40B4-BE49-F238E27FC236}">
                <a16:creationId xmlns:a16="http://schemas.microsoft.com/office/drawing/2014/main" id="{96FB58B7-772B-4303-9DC0-72DD1EF7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9" name="Vértice 2">
            <a:extLst xmlns:a="http://schemas.openxmlformats.org/drawingml/2006/main">
              <a:ext uri="{FF2B5EF4-FFF2-40B4-BE49-F238E27FC236}">
                <a16:creationId xmlns:a16="http://schemas.microsoft.com/office/drawing/2014/main" id="{559F52C8-09B2-4B9A-98D8-6D9E1F09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0" name="Vértice 3">
            <a:extLst xmlns:a="http://schemas.openxmlformats.org/drawingml/2006/main">
              <a:ext uri="{FF2B5EF4-FFF2-40B4-BE49-F238E27FC236}">
                <a16:creationId xmlns:a16="http://schemas.microsoft.com/office/drawing/2014/main" id="{87405A29-7050-4BF0-9606-EF1BF0B6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1" name="Vértice 4">
            <a:extLst xmlns:a="http://schemas.openxmlformats.org/drawingml/2006/main">
              <a:ext uri="{FF2B5EF4-FFF2-40B4-BE49-F238E27FC236}">
                <a16:creationId xmlns:a16="http://schemas.microsoft.com/office/drawing/2014/main" id="{62FACC5B-9A49-42C1-8ACC-B75D5715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2" name="Vértice 5">
            <a:extLst xmlns:a="http://schemas.openxmlformats.org/drawingml/2006/main">
              <a:ext uri="{FF2B5EF4-FFF2-40B4-BE49-F238E27FC236}">
                <a16:creationId xmlns:a16="http://schemas.microsoft.com/office/drawing/2014/main" id="{F59CD961-E595-4F09-886A-022BE386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3" name="Vértice 6">
            <a:extLst xmlns:a="http://schemas.openxmlformats.org/drawingml/2006/main">
              <a:ext uri="{FF2B5EF4-FFF2-40B4-BE49-F238E27FC236}">
                <a16:creationId xmlns:a16="http://schemas.microsoft.com/office/drawing/2014/main" id="{05B9170D-B290-467F-96B8-7BEE6BE7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2F95944-3479-48CC-B666-451770BC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5" name="Vértice 7">
            <a:extLst xmlns:a="http://schemas.openxmlformats.org/drawingml/2006/main">
              <a:ext uri="{FF2B5EF4-FFF2-40B4-BE49-F238E27FC236}">
                <a16:creationId xmlns:a16="http://schemas.microsoft.com/office/drawing/2014/main" id="{40554585-EDB8-4019-83C3-D8836447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6" name="Vértice 8">
            <a:extLst xmlns:a="http://schemas.openxmlformats.org/drawingml/2006/main">
              <a:ext uri="{FF2B5EF4-FFF2-40B4-BE49-F238E27FC236}">
                <a16:creationId xmlns:a16="http://schemas.microsoft.com/office/drawing/2014/main" id="{C646BE81-B09B-462E-BD96-DE79FB60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7" name="Vértice 9">
            <a:extLst xmlns:a="http://schemas.openxmlformats.org/drawingml/2006/main">
              <a:ext uri="{FF2B5EF4-FFF2-40B4-BE49-F238E27FC236}">
                <a16:creationId xmlns:a16="http://schemas.microsoft.com/office/drawing/2014/main" id="{E581B0DF-051F-4691-B5D6-905F3A75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8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3932D2B-0D98-4527-8477-468F3BB0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9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D94370B-6E48-45E3-8B98-233C5B03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0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AD43A07-C4C6-447E-8487-25149CBD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1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74ECAA9-3761-40EB-A2CC-3F06239D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2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132C209-63FF-4D8F-837B-5CE8D566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3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D2D186F-3A2B-4D9D-B0AA-1FA4D1ED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4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7EC5332-150D-4F09-B346-F135516B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9EA86FBF-5C01-44E4-8419-C737552E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4C57C91-2DE6-40A8-A3E7-BA7C33E0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EA4F1E5-2CBA-424A-A516-F3E96B65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5F8D232-DE10-4879-A2BA-F4266CAA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ED581697-E6D2-488A-B802-4281CB2B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3C7F42BC-0C0D-4DEE-A1D6-D1A3EB41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7 como visitado e o acrescenta à pré-ordem.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3D4030FF-0EA4-4BE5-B8C4-04AB0296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34972331-489E-4C1C-B312-885A7CE7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DBFB995B-96C1-472F-A259-2E5A400A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9/16</a:t>
            </a:r>
          </a:p>
        </p:txBody>
      </p:sp>
    </p:spTree>
    <p:extLst>
      <p:ext uri="{BB962C8B-B14F-4D97-AF65-F5344CB8AC3E}">
        <p14:creationId xmlns:p14="http://schemas.microsoft.com/office/powerpoint/2010/main" val="126307274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10: visita ao vértice 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F15020-66A7-620A-7B7A-C05C4312DEAE}" type="slidenum">
              <a:t>27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5822087-4359-4145-84AA-33E624FB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1A3F7A4-BB1D-4DB2-BC90-EC64526B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EDDE4DF-BE35-410A-A53A-1CDACF99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0602756-C78E-4FA6-9CF0-ED9DC42E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BC83976-A9B8-4775-B771-BCC6A5AA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4480094-B343-4BEE-B349-38AA95EE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875A84B-2846-4281-B4F6-B9CB2C4F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EFBBF43-8658-4C02-993D-068AF216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EFB62DB-7456-433F-BB6D-02C5399C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380E3EE-864C-44C8-A128-6E448EE2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502D30C-DE9C-49E2-9B12-1CDC33AC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2D7B14B-01C5-40D1-B356-4988F016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3EF9CCE-B748-4750-B29A-BE9FCC69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794E318-A578-40FB-8B66-90856684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F91BC9D-D3CE-4CD2-BA00-F16F1B32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ACD68ACA-1B06-49C1-8E68-8F234861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D32F94A-44E2-4D03-AE02-13B64C36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AD24CAD-6AFD-4599-A127-5D68A7D5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17B4EE06-C9DE-4F3E-AA14-D5B85D25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5B3F50DD-DE8E-4B5D-9A98-14202682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B0F5535B-3EF8-42B0-9D3B-6F94A8BB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218F7EBE-415A-4C9B-A141-9330FD45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DDEF9454-CFBE-4691-B5BC-8D2AA6D1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E5EC772E-2D3A-4140-BBBA-21E05857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781C3134-BF58-440F-A23F-8EB0333C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Vértice 1">
            <a:extLst xmlns:a="http://schemas.openxmlformats.org/drawingml/2006/main">
              <a:ext uri="{FF2B5EF4-FFF2-40B4-BE49-F238E27FC236}">
                <a16:creationId xmlns:a16="http://schemas.microsoft.com/office/drawing/2014/main" id="{E4ABB0BA-EE84-47AF-A447-6E239C30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0" name="Vértice 2">
            <a:extLst xmlns:a="http://schemas.openxmlformats.org/drawingml/2006/main">
              <a:ext uri="{FF2B5EF4-FFF2-40B4-BE49-F238E27FC236}">
                <a16:creationId xmlns:a16="http://schemas.microsoft.com/office/drawing/2014/main" id="{CFF9B6E6-FAED-46A9-9246-3EFBFE4B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1" name="Vértice 3">
            <a:extLst xmlns:a="http://schemas.openxmlformats.org/drawingml/2006/main">
              <a:ext uri="{FF2B5EF4-FFF2-40B4-BE49-F238E27FC236}">
                <a16:creationId xmlns:a16="http://schemas.microsoft.com/office/drawing/2014/main" id="{BB9BBAE9-74C6-48B1-A51F-F2DD4A31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2" name="Vértice 4">
            <a:extLst xmlns:a="http://schemas.openxmlformats.org/drawingml/2006/main">
              <a:ext uri="{FF2B5EF4-FFF2-40B4-BE49-F238E27FC236}">
                <a16:creationId xmlns:a16="http://schemas.microsoft.com/office/drawing/2014/main" id="{82952BC7-2A76-4961-8E03-AC801C1B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3" name="Vértice 5">
            <a:extLst xmlns:a="http://schemas.openxmlformats.org/drawingml/2006/main">
              <a:ext uri="{FF2B5EF4-FFF2-40B4-BE49-F238E27FC236}">
                <a16:creationId xmlns:a16="http://schemas.microsoft.com/office/drawing/2014/main" id="{1EDCAC69-9B3A-4ABC-B6EE-958F3410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57F1D48-7887-49CC-BE6A-535503AA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5" name="Vértice 6">
            <a:extLst xmlns:a="http://schemas.openxmlformats.org/drawingml/2006/main">
              <a:ext uri="{FF2B5EF4-FFF2-40B4-BE49-F238E27FC236}">
                <a16:creationId xmlns:a16="http://schemas.microsoft.com/office/drawing/2014/main" id="{2201094E-5C1E-4ED6-AD37-75B842BC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6" name="Vértice 7">
            <a:extLst xmlns:a="http://schemas.openxmlformats.org/drawingml/2006/main">
              <a:ext uri="{FF2B5EF4-FFF2-40B4-BE49-F238E27FC236}">
                <a16:creationId xmlns:a16="http://schemas.microsoft.com/office/drawing/2014/main" id="{C2E9CEE9-98C2-4CEF-8045-055F2513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7" name="Vértice 8">
            <a:extLst xmlns:a="http://schemas.openxmlformats.org/drawingml/2006/main">
              <a:ext uri="{FF2B5EF4-FFF2-40B4-BE49-F238E27FC236}">
                <a16:creationId xmlns:a16="http://schemas.microsoft.com/office/drawing/2014/main" id="{0F07BC6A-46B7-4B74-BB8B-D41387C8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8" name="Vértice 9">
            <a:extLst xmlns:a="http://schemas.openxmlformats.org/drawingml/2006/main">
              <a:ext uri="{FF2B5EF4-FFF2-40B4-BE49-F238E27FC236}">
                <a16:creationId xmlns:a16="http://schemas.microsoft.com/office/drawing/2014/main" id="{10FBD86F-D317-4310-9719-96C77D42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9" name="Vértice 10">
            <a:extLst xmlns:a="http://schemas.openxmlformats.org/drawingml/2006/main">
              <a:ext uri="{FF2B5EF4-FFF2-40B4-BE49-F238E27FC236}">
                <a16:creationId xmlns:a16="http://schemas.microsoft.com/office/drawing/2014/main" id="{A36DA163-DFF7-4121-AE5A-212B0E12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0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39C2ED4-60E1-484D-938F-3CFCF556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1" name="Vértice 12">
            <a:extLst xmlns:a="http://schemas.openxmlformats.org/drawingml/2006/main">
              <a:ext uri="{FF2B5EF4-FFF2-40B4-BE49-F238E27FC236}">
                <a16:creationId xmlns:a16="http://schemas.microsoft.com/office/drawing/2014/main" id="{516C763E-3122-4BBA-A0CF-5A7970C8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2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B2236B5-F007-467F-89A8-099A925B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3" name="Vértice 14">
            <a:extLst xmlns:a="http://schemas.openxmlformats.org/drawingml/2006/main">
              <a:ext uri="{FF2B5EF4-FFF2-40B4-BE49-F238E27FC236}">
                <a16:creationId xmlns:a16="http://schemas.microsoft.com/office/drawing/2014/main" id="{88AECE76-5EB7-4828-BFAA-745B24EF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4" name="Vértice 15">
            <a:extLst xmlns:a="http://schemas.openxmlformats.org/drawingml/2006/main">
              <a:ext uri="{FF2B5EF4-FFF2-40B4-BE49-F238E27FC236}">
                <a16:creationId xmlns:a16="http://schemas.microsoft.com/office/drawing/2014/main" id="{683C2394-24B6-48E3-8CBA-DB574037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5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758A463-0BEB-45E7-990C-8960E718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47585A7B-6F2D-437A-BE66-981EB467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479FDB27-48CB-47C9-877A-00ADAC8A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9C2F6D97-AB11-4A44-89C2-AC4D4B87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071A14FC-828A-4123-A73F-8D883E0B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3F5CA19A-29D8-42EE-A991-29D028EC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7DBF6A3B-A491-435C-95E9-23C17A97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6 como visitado e o acrescenta à pré-ordem.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4F8F8AF0-30C3-45D2-A732-76DDE4C2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05A49B49-1DF2-4A5F-BA72-F0F3173C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FED2E43C-479A-4D8C-9D1D-BE8D50B8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10/16</a:t>
            </a:r>
          </a:p>
        </p:txBody>
      </p:sp>
    </p:spTree>
    <p:extLst>
      <p:ext uri="{BB962C8B-B14F-4D97-AF65-F5344CB8AC3E}">
        <p14:creationId xmlns:p14="http://schemas.microsoft.com/office/powerpoint/2010/main" val="15522383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11: visita ao vértice 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AD4375-9F50-F53A-6F9F-DD8473067C05}" type="slidenum">
              <a:t>28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707AFF6-4BFD-4DB2-B3C2-84C6065C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019ACED-8EC1-44A6-9EB2-FB8591AC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D62847A7-B2BB-464C-A19E-21163D82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93FCBCF-F036-4593-9657-3A14E442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7EE391C-8874-47E6-AD92-269E101D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64E006F-31AB-4B97-BCAA-1A357F97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E50424E-1BD2-496F-9692-0E60155C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AB0D9398-A66E-4FCF-97BD-CC84F2E6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862DBE7-7E4F-4C5E-B680-F848262A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C76B890E-EC1B-4E10-8FF9-B978BD2A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DD5D250-DEA5-422F-87D6-898A75C9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69BC0D3-0A35-4A87-A316-E2087BE4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A907468-EB50-4325-B68B-86E2439D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1B4FF7E-A377-4FC3-A1DC-EE564190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52C1367-170C-4A3F-8FDD-A186EF9D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2BDF4F4B-ADBF-4F13-BC99-5A27504F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A0F1088F-59E7-4A2E-8E8C-F0C4D520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43CEE10-B930-46B2-94A9-B3CB0C10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938EF563-4E75-4C89-8209-0617B9D7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CAFA05A3-4FA2-46CB-A9B9-EF596FD6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E2D9C90D-A4B7-487A-9A9C-616DFA50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38108C0-A34D-4D37-8967-426FC72F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2B4D1966-B42A-4BD9-810C-F657A811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31580B88-A191-4E13-B1D9-7CF8D08D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C7301B60-DB99-477D-93C0-ADEDAAD8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295E1A15-AD2A-4F04-BFC7-0693B3AC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Vértice 1">
            <a:extLst xmlns:a="http://schemas.openxmlformats.org/drawingml/2006/main">
              <a:ext uri="{FF2B5EF4-FFF2-40B4-BE49-F238E27FC236}">
                <a16:creationId xmlns:a16="http://schemas.microsoft.com/office/drawing/2014/main" id="{DC8D167E-FF0F-4F86-95D3-23B8002A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1" name="Vértice 2">
            <a:extLst xmlns:a="http://schemas.openxmlformats.org/drawingml/2006/main">
              <a:ext uri="{FF2B5EF4-FFF2-40B4-BE49-F238E27FC236}">
                <a16:creationId xmlns:a16="http://schemas.microsoft.com/office/drawing/2014/main" id="{DA2E761F-22A4-43C6-A236-8F98FD55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2" name="Vértice 3">
            <a:extLst xmlns:a="http://schemas.openxmlformats.org/drawingml/2006/main">
              <a:ext uri="{FF2B5EF4-FFF2-40B4-BE49-F238E27FC236}">
                <a16:creationId xmlns:a16="http://schemas.microsoft.com/office/drawing/2014/main" id="{4CA6C9BE-C40F-44D2-A54E-97360A44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3" name="Vértice 4">
            <a:extLst xmlns:a="http://schemas.openxmlformats.org/drawingml/2006/main">
              <a:ext uri="{FF2B5EF4-FFF2-40B4-BE49-F238E27FC236}">
                <a16:creationId xmlns:a16="http://schemas.microsoft.com/office/drawing/2014/main" id="{85D26784-6470-447E-8D68-18BDD92C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4" name="Vértice 5">
            <a:extLst xmlns:a="http://schemas.openxmlformats.org/drawingml/2006/main">
              <a:ext uri="{FF2B5EF4-FFF2-40B4-BE49-F238E27FC236}">
                <a16:creationId xmlns:a16="http://schemas.microsoft.com/office/drawing/2014/main" id="{1FAC5470-710F-41B6-9C18-C97D9D3B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5" name="Vértice 6">
            <a:extLst xmlns:a="http://schemas.openxmlformats.org/drawingml/2006/main">
              <a:ext uri="{FF2B5EF4-FFF2-40B4-BE49-F238E27FC236}">
                <a16:creationId xmlns:a16="http://schemas.microsoft.com/office/drawing/2014/main" id="{C529E866-B889-4A6B-8F77-F393B7E8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6" name="Vértice 7">
            <a:extLst xmlns:a="http://schemas.openxmlformats.org/drawingml/2006/main">
              <a:ext uri="{FF2B5EF4-FFF2-40B4-BE49-F238E27FC236}">
                <a16:creationId xmlns:a16="http://schemas.microsoft.com/office/drawing/2014/main" id="{BB08C3AA-8985-4268-8ABE-9571CEF9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7" name="Vértice 8">
            <a:extLst xmlns:a="http://schemas.openxmlformats.org/drawingml/2006/main">
              <a:ext uri="{FF2B5EF4-FFF2-40B4-BE49-F238E27FC236}">
                <a16:creationId xmlns:a16="http://schemas.microsoft.com/office/drawing/2014/main" id="{2CEA78A9-E2C7-4FD7-9362-09EBC98A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8" name="Vértice 9">
            <a:extLst xmlns:a="http://schemas.openxmlformats.org/drawingml/2006/main">
              <a:ext uri="{FF2B5EF4-FFF2-40B4-BE49-F238E27FC236}">
                <a16:creationId xmlns:a16="http://schemas.microsoft.com/office/drawing/2014/main" id="{E7092126-05AB-4652-B88D-40BD919D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A6E2C5EB-E048-42F3-917E-2241AAB4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385B92B-9147-4F8C-86E2-50746521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B3F5B5C9-BBCD-4E9E-8785-BF2E2CEF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4EE6BECD-31A2-40C8-9015-F9BB8AEE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1EC6920-0BAA-427F-9136-09CED4CE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0443003-F9D8-40D2-8164-AF1F5694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22A97D4-3766-4B20-832A-BC461CED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C93AE204-A79F-41CF-BC0B-53000F44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46A0E648-06DA-4565-B849-5A41BAF3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535B69E5-7600-47CB-A365-22A379F8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A7C2AAAF-2352-4B7D-A1FB-D4C5A728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CC7DE019-A047-48D0-9EB1-CF2BBBF1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00852FB1-0AC9-4B61-B7F0-F861C120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2F966C25-7B27-4520-A9F4-F46D0A34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10 como visitado e o acrescenta à pré-ordem.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F2B89223-1F19-4C7E-9B4E-45A414A1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A2C77BC0-3B0E-4249-8172-B1A1A3C6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6B599CF6-6C53-424C-851F-8820BC0F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11/16</a:t>
            </a:r>
          </a:p>
        </p:txBody>
      </p:sp>
    </p:spTree>
    <p:extLst>
      <p:ext uri="{BB962C8B-B14F-4D97-AF65-F5344CB8AC3E}">
        <p14:creationId xmlns:p14="http://schemas.microsoft.com/office/powerpoint/2010/main" val="13741096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12: visita ao vértice 9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680313-6E64-04FF-399A-57B7CADE95A9}" type="slidenum">
              <a:t>29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6371D14-A8F1-4A03-A246-9A74A52C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DB4A2BB-1618-4990-9E05-03D43C6B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D7E9934-8A54-4208-9CAC-FDF3E2F4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B19D221B-7DFE-48A4-8F2E-16B27D4E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022AA21-6CBD-4B2D-93FD-A9271BEF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A9AD3EC-45C7-4956-B50C-1A26BBBD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794A0DD-8BAA-4351-AD6D-BBC66A72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8566C98-FD76-448D-9B77-D41FEABE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805F38F-1670-44F2-BD1C-AAFB5514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DB6F7C8-61C3-494B-A018-E3393806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B4D5F57-C893-4013-BB86-5BDC89ED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698B86E-94BA-4453-9F5E-38389E28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0BA1A889-04FF-4EE6-95B7-BBC13AC3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4C2588F-25FD-4864-AD51-EED56782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CFA622A-9883-4FA0-AFAC-5153E3E3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1628CBC-26E5-4907-927B-9CDFEA75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9C8BE36-FCE1-4FCD-8B34-A8E7574A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C25C775-BCF9-4DA8-83D0-ABDA9F58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5F14C542-081F-4DAF-A0C8-89149EE3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1E463B21-E8E2-4882-9921-509D0401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C4A6ACF6-61C0-445F-83F9-976E6265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E1F7560D-2B5A-4DA9-A6E5-3460C797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F46B12D2-B1F3-4B36-A41F-39557F9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1DD8C605-94E9-499C-B713-A8AF4277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36B99832-55BF-4F89-BA0B-7BC3E25E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A384BE69-C75D-4BBB-9AD8-6793856B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3A0B684D-0E22-48E3-8BCB-9001611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Vértice 1">
            <a:extLst xmlns:a="http://schemas.openxmlformats.org/drawingml/2006/main">
              <a:ext uri="{FF2B5EF4-FFF2-40B4-BE49-F238E27FC236}">
                <a16:creationId xmlns:a16="http://schemas.microsoft.com/office/drawing/2014/main" id="{04D2ED98-58EE-43A4-985D-6B39F6AC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2" name="Vértice 2">
            <a:extLst xmlns:a="http://schemas.openxmlformats.org/drawingml/2006/main">
              <a:ext uri="{FF2B5EF4-FFF2-40B4-BE49-F238E27FC236}">
                <a16:creationId xmlns:a16="http://schemas.microsoft.com/office/drawing/2014/main" id="{1CAE46CF-9720-4FDE-871F-3FF31A40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3" name="Vértice 3">
            <a:extLst xmlns:a="http://schemas.openxmlformats.org/drawingml/2006/main">
              <a:ext uri="{FF2B5EF4-FFF2-40B4-BE49-F238E27FC236}">
                <a16:creationId xmlns:a16="http://schemas.microsoft.com/office/drawing/2014/main" id="{271FFF75-5C38-4DF7-9205-708D29E0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4" name="Vértice 4">
            <a:extLst xmlns:a="http://schemas.openxmlformats.org/drawingml/2006/main">
              <a:ext uri="{FF2B5EF4-FFF2-40B4-BE49-F238E27FC236}">
                <a16:creationId xmlns:a16="http://schemas.microsoft.com/office/drawing/2014/main" id="{D6E98E0C-5F4D-4B03-AD4A-B9FBA3F9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5" name="Vértice 5">
            <a:extLst xmlns:a="http://schemas.openxmlformats.org/drawingml/2006/main">
              <a:ext uri="{FF2B5EF4-FFF2-40B4-BE49-F238E27FC236}">
                <a16:creationId xmlns:a16="http://schemas.microsoft.com/office/drawing/2014/main" id="{2EC72A7E-753C-44F0-A1CA-CD6EC9FD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6" name="Vértice 6">
            <a:extLst xmlns:a="http://schemas.openxmlformats.org/drawingml/2006/main">
              <a:ext uri="{FF2B5EF4-FFF2-40B4-BE49-F238E27FC236}">
                <a16:creationId xmlns:a16="http://schemas.microsoft.com/office/drawing/2014/main" id="{D41F4811-E4BE-4327-BE72-3483FA8D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7" name="Vértice 7">
            <a:extLst xmlns:a="http://schemas.openxmlformats.org/drawingml/2006/main">
              <a:ext uri="{FF2B5EF4-FFF2-40B4-BE49-F238E27FC236}">
                <a16:creationId xmlns:a16="http://schemas.microsoft.com/office/drawing/2014/main" id="{A9F71190-62B6-4B7F-ACFD-F5BF7E11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8" name="Vértice 8">
            <a:extLst xmlns:a="http://schemas.openxmlformats.org/drawingml/2006/main">
              <a:ext uri="{FF2B5EF4-FFF2-40B4-BE49-F238E27FC236}">
                <a16:creationId xmlns:a16="http://schemas.microsoft.com/office/drawing/2014/main" id="{A1303570-A6CD-4C96-A3BD-34B938BF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80AEEC72-698A-4EA4-8FA3-49A22020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0" name="Vértice 9">
            <a:extLst xmlns:a="http://schemas.openxmlformats.org/drawingml/2006/main">
              <a:ext uri="{FF2B5EF4-FFF2-40B4-BE49-F238E27FC236}">
                <a16:creationId xmlns:a16="http://schemas.microsoft.com/office/drawing/2014/main" id="{2FBDD013-93AE-4CCA-9DE4-061FCDCA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01C7145A-C59F-49AE-892D-96A7802C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4CACC18-0A49-461F-878D-5316CA7E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145026FE-3E00-4E0C-8DA7-41D63ED6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BF1679E-2B3D-491A-A06B-2EC4829D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DA3BE98-4E54-45D4-809D-A4D84AD4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137611E4-AA5A-4816-ADC8-DA97A8F5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E29C9D20-34BB-44C0-B665-AD071672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347F81C1-AA21-4A97-A86F-B22B2BD8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E5F9EB84-B196-4AFB-83B1-93192102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34FD9FA3-9C20-45A8-BD14-1C8CD8C3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DE004357-C69C-4D05-9C81-CECE4086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581AB3D8-EE6C-472B-9465-4D0B2AFC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A8D26B2A-2A52-49E9-B2E8-5CA3825C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9 como visitado e o acrescenta à pré-ordem.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4E6E8349-360A-4DFC-A91D-54F28276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FF664C26-9ADC-4839-A43C-734AB4EA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0D6B3251-ED4A-4338-B4E4-7EEE01C0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12/16</a:t>
            </a:r>
          </a:p>
        </p:txBody>
      </p:sp>
    </p:spTree>
    <p:extLst>
      <p:ext uri="{BB962C8B-B14F-4D97-AF65-F5344CB8AC3E}">
        <p14:creationId xmlns:p14="http://schemas.microsoft.com/office/powerpoint/2010/main" val="157880671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13: visita ao vértice 11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FEBBBCE-9E16-527A-0EE3-E5839422D847}" type="slidenum">
              <a:t>30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91876BB-BC77-4D7D-9175-C5F750A2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CBC1037-35A5-49A0-AFE0-00455EAA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72A50BC-AD78-4D74-AF33-C6656D3E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BB67940-34C3-42DC-8F77-0AD71B46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15C2D72-0331-41AC-AC98-FFC04615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0245B58-4F12-4C89-86D3-BC2C5F9D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5F7ABEF-8028-407B-8E2F-7FDD622B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45FD987-32BD-4E66-A701-BE4C1B9F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16E3655-FB1C-41F6-9D6C-49D33C22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1344201F-7892-4F3F-AAD0-7A535B4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071A271-E8D5-4A13-94A6-4607B908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E56ABCC-572B-4A9B-9D1F-1C8778FB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E204A0E8-026F-4500-B710-8D08B5C4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448B71D-4DCC-4A38-85E4-D1DBCA33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A6951A6-AD29-4133-A396-661FF040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52758F2-F712-4EB7-8751-CF5FF902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9834E75-6A9B-4ED0-B475-04C5ED2F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E965274D-41A2-4370-91D9-698BBBAE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15BB2512-BE3B-40ED-A112-71F1DB70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9366C996-B3BC-49A4-8FCB-D8E60E52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E29F07F7-963C-453F-9563-9FD35411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413FC931-D207-4731-BBAF-B4252AC6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F0298274-122D-4FCD-B434-B75E86AC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E92848DB-8789-4E2B-97E0-9C1C1C8A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6275E2F6-53AC-47B6-B7F7-37B77184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4D50D362-B218-4F21-BE54-B5F624AA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8C96E238-1E55-451D-801F-0FBA19EE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05B20744-3685-4F4E-89F9-1BE13C84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Vértice 1">
            <a:extLst xmlns:a="http://schemas.openxmlformats.org/drawingml/2006/main">
              <a:ext uri="{FF2B5EF4-FFF2-40B4-BE49-F238E27FC236}">
                <a16:creationId xmlns:a16="http://schemas.microsoft.com/office/drawing/2014/main" id="{FDF25AAA-E7CC-4153-BBD9-44611F11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3" name="Vértice 2">
            <a:extLst xmlns:a="http://schemas.openxmlformats.org/drawingml/2006/main">
              <a:ext uri="{FF2B5EF4-FFF2-40B4-BE49-F238E27FC236}">
                <a16:creationId xmlns:a16="http://schemas.microsoft.com/office/drawing/2014/main" id="{CA684EA3-782B-41AC-872F-B0A26B9E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4" name="Vértice 3">
            <a:extLst xmlns:a="http://schemas.openxmlformats.org/drawingml/2006/main">
              <a:ext uri="{FF2B5EF4-FFF2-40B4-BE49-F238E27FC236}">
                <a16:creationId xmlns:a16="http://schemas.microsoft.com/office/drawing/2014/main" id="{0D0017B3-DBA1-4D55-8E4A-CD3FCB1D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5" name="Vértice 4">
            <a:extLst xmlns:a="http://schemas.openxmlformats.org/drawingml/2006/main">
              <a:ext uri="{FF2B5EF4-FFF2-40B4-BE49-F238E27FC236}">
                <a16:creationId xmlns:a16="http://schemas.microsoft.com/office/drawing/2014/main" id="{85E0A607-CBAF-4BC8-A0B3-6EF704B1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6" name="Vértice 5">
            <a:extLst xmlns:a="http://schemas.openxmlformats.org/drawingml/2006/main">
              <a:ext uri="{FF2B5EF4-FFF2-40B4-BE49-F238E27FC236}">
                <a16:creationId xmlns:a16="http://schemas.microsoft.com/office/drawing/2014/main" id="{02CD0F3C-9159-4ADD-B030-BB254B8A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7" name="Vértice 6">
            <a:extLst xmlns:a="http://schemas.openxmlformats.org/drawingml/2006/main">
              <a:ext uri="{FF2B5EF4-FFF2-40B4-BE49-F238E27FC236}">
                <a16:creationId xmlns:a16="http://schemas.microsoft.com/office/drawing/2014/main" id="{A0FEC8C0-71A7-46D2-BA63-FE7F2F44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8" name="Vértice 7">
            <a:extLst xmlns:a="http://schemas.openxmlformats.org/drawingml/2006/main">
              <a:ext uri="{FF2B5EF4-FFF2-40B4-BE49-F238E27FC236}">
                <a16:creationId xmlns:a16="http://schemas.microsoft.com/office/drawing/2014/main" id="{5F1A42F6-8578-4CD7-BA55-2206B51F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9" name="Vértice 8">
            <a:extLst xmlns:a="http://schemas.openxmlformats.org/drawingml/2006/main">
              <a:ext uri="{FF2B5EF4-FFF2-40B4-BE49-F238E27FC236}">
                <a16:creationId xmlns:a16="http://schemas.microsoft.com/office/drawing/2014/main" id="{5226C204-0620-47E3-85ED-EB3D8A48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0" name="Vértice 9">
            <a:extLst xmlns:a="http://schemas.openxmlformats.org/drawingml/2006/main">
              <a:ext uri="{FF2B5EF4-FFF2-40B4-BE49-F238E27FC236}">
                <a16:creationId xmlns:a16="http://schemas.microsoft.com/office/drawing/2014/main" id="{FBBE075E-53E6-4E46-B0A8-8CF57B5F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70EA334F-5A94-4BC4-A74B-7BB2EA87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25D15C6-2803-4997-91B8-FCC4E32E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CA12434-F229-4C2D-8C25-1767CE62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8080E36-35D0-43C0-A979-7462B9F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B719BB31-D4A6-40D1-922A-9D527140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0014FEDC-D4B8-4872-986D-5C69DCEC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1B933C18-F9B5-4720-AE27-24158290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8D7CE939-5ACC-487A-B65D-80DFBFC0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2BEAACF7-3073-485D-8C69-89924A26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6F88699B-A425-4E59-9FDB-3F38ED3C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3784D4AF-A8C2-474C-AAD1-B6188C5D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18E4821A-2E37-48F5-B7D5-231E0530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FD4A25EF-5760-437A-AE11-ADC1D9BE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71446010-C039-4126-9367-96689B85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11 como visitado e o acrescenta à pré-ordem.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F5AB1038-F7AD-4DB7-B972-07B3122B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F0E23F74-C2A4-441D-9E03-A87F133C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200A3D3B-5AD3-4D5D-9658-E189AC23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13/16</a:t>
            </a:r>
          </a:p>
        </p:txBody>
      </p:sp>
    </p:spTree>
    <p:extLst>
      <p:ext uri="{BB962C8B-B14F-4D97-AF65-F5344CB8AC3E}">
        <p14:creationId xmlns:p14="http://schemas.microsoft.com/office/powerpoint/2010/main" val="1822284148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14: visita ao vértice 14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72A7C5-A0CC-7B36-F236-345181E6AD72}" type="slidenum">
              <a:t>31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26F2C32-4EA7-4607-9EE3-65F6309E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3226DE5-DE93-4247-AC84-E50AAEAA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1318061-6660-45A2-982C-31F65411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238B309-BF6A-4AF4-BE36-75A8779A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4325942-B25E-4C43-AD75-D08ECA44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0570FC9-BC9F-487C-92E5-1EBAF701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BA02CC1D-FFEC-4480-B00B-8AC4BFF3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E509D8D-490D-4C87-81C0-D830D3A0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EC9C04F-086D-4C8B-BB21-5E030778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637DE5D-B689-4A64-9C11-9330E599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A75B6841-0C1C-4DEC-A89E-6A6FDA65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159C41B-2CD4-4B24-9AC4-0E91B37C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EC7AF61-F743-4777-BF46-34F23C7A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340496A-0B41-401C-A6B5-0C143D04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9A67B236-B315-470C-9052-353BDD5F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0265EF40-71E9-4F6B-8AE6-2517633A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8517B05-BA8C-4B04-9843-4A95D525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2013301B-147D-4AA9-9993-3D719A90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5E5D79FA-7F29-4C1F-9605-76FDCF83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B8F43A7F-184F-42D6-ADE4-9B10165B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0F4318B0-D3AC-408E-8FFA-891D57FB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71301B71-CEF1-4C85-98D3-12667C80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4FF3D4C8-F135-4A2F-BFDF-96DB99B9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EF9FEB25-E5EB-4754-B407-9BA46EE2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175B190C-E335-4A7B-B5BE-BD069CDF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FE2FE510-2272-48C7-B46C-37223666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432C53AA-0739-471F-976A-95B2A76F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05A5ED67-ECCC-4A7A-BC85-A4950A22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D03047D7-3506-41B8-BD7C-5BB6BCA0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Vértice 1">
            <a:extLst xmlns:a="http://schemas.openxmlformats.org/drawingml/2006/main">
              <a:ext uri="{FF2B5EF4-FFF2-40B4-BE49-F238E27FC236}">
                <a16:creationId xmlns:a16="http://schemas.microsoft.com/office/drawing/2014/main" id="{9A0FC4DD-9C7F-4DB1-9372-6E572787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4" name="Vértice 2">
            <a:extLst xmlns:a="http://schemas.openxmlformats.org/drawingml/2006/main">
              <a:ext uri="{FF2B5EF4-FFF2-40B4-BE49-F238E27FC236}">
                <a16:creationId xmlns:a16="http://schemas.microsoft.com/office/drawing/2014/main" id="{A5083520-3D9E-443D-80F1-A5DA1C1D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5" name="Vértice 3">
            <a:extLst xmlns:a="http://schemas.openxmlformats.org/drawingml/2006/main">
              <a:ext uri="{FF2B5EF4-FFF2-40B4-BE49-F238E27FC236}">
                <a16:creationId xmlns:a16="http://schemas.microsoft.com/office/drawing/2014/main" id="{172209B3-DFC6-4019-A609-5440B965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6" name="Vértice 4">
            <a:extLst xmlns:a="http://schemas.openxmlformats.org/drawingml/2006/main">
              <a:ext uri="{FF2B5EF4-FFF2-40B4-BE49-F238E27FC236}">
                <a16:creationId xmlns:a16="http://schemas.microsoft.com/office/drawing/2014/main" id="{B0BBA672-3F1F-4CA9-92EE-B8E65684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7" name="Vértice 5">
            <a:extLst xmlns:a="http://schemas.openxmlformats.org/drawingml/2006/main">
              <a:ext uri="{FF2B5EF4-FFF2-40B4-BE49-F238E27FC236}">
                <a16:creationId xmlns:a16="http://schemas.microsoft.com/office/drawing/2014/main" id="{D13B93EB-1B16-400D-8579-7A9B6438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8" name="Vértice 6">
            <a:extLst xmlns:a="http://schemas.openxmlformats.org/drawingml/2006/main">
              <a:ext uri="{FF2B5EF4-FFF2-40B4-BE49-F238E27FC236}">
                <a16:creationId xmlns:a16="http://schemas.microsoft.com/office/drawing/2014/main" id="{4673464C-FA85-4328-8752-B4AFE89E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9" name="Vértice 7">
            <a:extLst xmlns:a="http://schemas.openxmlformats.org/drawingml/2006/main">
              <a:ext uri="{FF2B5EF4-FFF2-40B4-BE49-F238E27FC236}">
                <a16:creationId xmlns:a16="http://schemas.microsoft.com/office/drawing/2014/main" id="{471D1854-BD4C-406A-86A5-51D2426D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70" name="Vértice 8">
            <a:extLst xmlns:a="http://schemas.openxmlformats.org/drawingml/2006/main">
              <a:ext uri="{FF2B5EF4-FFF2-40B4-BE49-F238E27FC236}">
                <a16:creationId xmlns:a16="http://schemas.microsoft.com/office/drawing/2014/main" id="{D2DD14EE-F8D9-426F-9A91-A1F2F59F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1" name="Vértice 9">
            <a:extLst xmlns:a="http://schemas.openxmlformats.org/drawingml/2006/main">
              <a:ext uri="{FF2B5EF4-FFF2-40B4-BE49-F238E27FC236}">
                <a16:creationId xmlns:a16="http://schemas.microsoft.com/office/drawing/2014/main" id="{986B81E2-8AC5-4360-A5CC-41346732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41524A14-E975-42AB-8E5E-08A00F60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8132C993-326B-4BBF-A7C1-CA8E6AE8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34C060EE-B222-4F44-BDEA-C90950F4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6650A7EA-905B-4087-A384-1A06A5CE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F481834-F71E-4D1F-8B59-F2579CA3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C6DD6B9-0497-4D44-A874-AB0281ED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482B45D9-CB76-47EF-85D9-2B127247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8F40AC8-B74C-4E72-BCD1-8860FC1A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1E0861B3-B40C-46E4-A45E-AC1A436C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0CDF403E-8BF9-41B5-A678-20929F58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A6829DCA-796A-4E05-A033-454D8D52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876CAF8A-3664-40AD-9CB5-0277961F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8440AAC9-5CDF-4ED9-B3D2-028999E0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EC595916-0F6F-4D3C-891F-E15DC330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14 como visitado e o acrescenta à pré-ordem.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6A5848C0-D62F-4C4E-BA2B-4200F981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D678C975-BDA2-4F43-945C-02D5B973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 – 14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3B0F4540-8163-46A4-AC0E-2C0C3C82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14/16</a:t>
            </a:r>
          </a:p>
        </p:txBody>
      </p:sp>
    </p:spTree>
    <p:extLst>
      <p:ext uri="{BB962C8B-B14F-4D97-AF65-F5344CB8AC3E}">
        <p14:creationId xmlns:p14="http://schemas.microsoft.com/office/powerpoint/2010/main" val="166761462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15: visita ao vértice 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C3428B-053E-6B4E-39FF-75B44F3F33F6}" type="slidenum">
              <a:t>32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E4F532E-31D0-4EEB-9E6F-E198DFB3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380D744-35DE-4B0D-BDFF-5A6679B6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B3A71F5-6EA8-41AC-9F83-3BD96168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E0EE7E4-976E-4B46-870A-32F5B833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0DA0D9C-378E-4FBC-BB56-0C5C9567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4B5993E6-D506-4294-837C-BB73CF9D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09491C7-AAE0-492F-8236-0BDB7F45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621B839-1542-4C39-A3F4-0C9F0627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92B0485-D1E2-49B2-9A91-FA6A9AAF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65F9327-7340-4F35-82DE-F663461B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DFF30BF2-3B7C-403E-B4FE-69B331B5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8476721-A8D0-4FF5-BDCD-7E604094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4B7D1704-0FA8-4069-B3E4-5DFEDA60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F7BDA5BD-5880-4315-B7F1-45CFC91E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F06E770-8DA2-4697-A83C-869DE045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C78A6DA-5CFA-4A7C-9013-95DA18DF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C64D5911-0515-47AD-95FD-ABE6DD65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E8D8AED-92D4-43F9-A6DA-7169CA18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00D91714-611D-4C70-BA86-9A263219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050CFEE8-75A4-4AB4-B445-9706EF65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011DC88-179B-4631-916D-C955C43A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6AD29B27-45A0-4556-8CDF-10437511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4A7EBF71-E2C7-43CE-B615-8E2025B0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B3E08A14-B6CB-4C21-8262-850378C3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3787F099-F937-4939-A685-0804D0D5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79784F4B-CD29-41C9-BFEB-581E034E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9F06BE0D-9609-448D-A26E-D762D434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8020715B-666C-48A7-B079-CE9D2F38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BEE574E7-B259-48E7-BC75-E5782648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7F6BAF57-1449-486B-AB04-090D4169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4" name="Vértice 1">
            <a:extLst xmlns:a="http://schemas.openxmlformats.org/drawingml/2006/main">
              <a:ext uri="{FF2B5EF4-FFF2-40B4-BE49-F238E27FC236}">
                <a16:creationId xmlns:a16="http://schemas.microsoft.com/office/drawing/2014/main" id="{1F7D20B3-48BF-46BB-96CC-C3B3897E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5" name="Vértice 2">
            <a:extLst xmlns:a="http://schemas.openxmlformats.org/drawingml/2006/main">
              <a:ext uri="{FF2B5EF4-FFF2-40B4-BE49-F238E27FC236}">
                <a16:creationId xmlns:a16="http://schemas.microsoft.com/office/drawing/2014/main" id="{692D9C7C-7BCD-43FE-B0C1-41FF42BF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6" name="Vértice 3">
            <a:extLst xmlns:a="http://schemas.openxmlformats.org/drawingml/2006/main">
              <a:ext uri="{FF2B5EF4-FFF2-40B4-BE49-F238E27FC236}">
                <a16:creationId xmlns:a16="http://schemas.microsoft.com/office/drawing/2014/main" id="{BA10EFCD-7FF7-4281-A673-3F5B1EBF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7" name="Vértice 4">
            <a:extLst xmlns:a="http://schemas.openxmlformats.org/drawingml/2006/main">
              <a:ext uri="{FF2B5EF4-FFF2-40B4-BE49-F238E27FC236}">
                <a16:creationId xmlns:a16="http://schemas.microsoft.com/office/drawing/2014/main" id="{1714A163-1BA7-4E6F-AE57-126F2387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8" name="Vértice 5">
            <a:extLst xmlns:a="http://schemas.openxmlformats.org/drawingml/2006/main">
              <a:ext uri="{FF2B5EF4-FFF2-40B4-BE49-F238E27FC236}">
                <a16:creationId xmlns:a16="http://schemas.microsoft.com/office/drawing/2014/main" id="{58069622-6E97-4C27-97F3-33FCAA08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9" name="Vértice 6">
            <a:extLst xmlns:a="http://schemas.openxmlformats.org/drawingml/2006/main">
              <a:ext uri="{FF2B5EF4-FFF2-40B4-BE49-F238E27FC236}">
                <a16:creationId xmlns:a16="http://schemas.microsoft.com/office/drawing/2014/main" id="{3C0D7C20-79AD-4C5B-8282-08B9B404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70" name="Vértice 7">
            <a:extLst xmlns:a="http://schemas.openxmlformats.org/drawingml/2006/main">
              <a:ext uri="{FF2B5EF4-FFF2-40B4-BE49-F238E27FC236}">
                <a16:creationId xmlns:a16="http://schemas.microsoft.com/office/drawing/2014/main" id="{409F98B5-BBD2-4401-8FD5-4C759B50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71" name="Vértice 8">
            <a:extLst xmlns:a="http://schemas.openxmlformats.org/drawingml/2006/main">
              <a:ext uri="{FF2B5EF4-FFF2-40B4-BE49-F238E27FC236}">
                <a16:creationId xmlns:a16="http://schemas.microsoft.com/office/drawing/2014/main" id="{50103BEA-1B38-447F-AE27-CF7BD101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2" name="Vértice 9">
            <a:extLst xmlns:a="http://schemas.openxmlformats.org/drawingml/2006/main">
              <a:ext uri="{FF2B5EF4-FFF2-40B4-BE49-F238E27FC236}">
                <a16:creationId xmlns:a16="http://schemas.microsoft.com/office/drawing/2014/main" id="{73CADC30-1BC4-4249-BAEF-05C5802A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163A957-A7BC-47EA-9D93-3260F98C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D800227-04CA-4914-AD73-A03AD4A2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70630DA-8718-4CB4-B4BF-49A207BD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11732143-B8EB-45EC-9DED-B305F268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94E7158-31A5-4B5F-8255-883D5C38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A4F18AF2-357C-4DE8-A083-B709B1BC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6F3345D-EA0C-43C8-B0F3-3946A8CC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8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859883E4-AD8E-4E7C-908B-499AE4C8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1E4D97BA-FB7F-4FBB-A0E8-0BDE54FD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67900479-0415-4F36-827B-F41E7371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A89AF03F-AF0D-453B-B9B7-BDCCF9B2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EFAE8923-C4E6-45AB-B827-1B8B3F75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782CFC8C-51DB-4A7D-980A-47860049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C330CAE1-98AE-4770-A72E-8D8E8107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15 como visitado e o acrescenta à pré-ordem.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50AD5343-11D1-4BEE-BEE7-A36869F9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2E3C51C8-99C7-44AF-9E2E-90DBCD30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 – 14 – 15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9376F6F5-C879-4679-AF54-31629F48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15/16</a:t>
            </a:r>
          </a:p>
        </p:txBody>
      </p:sp>
    </p:spTree>
    <p:extLst>
      <p:ext uri="{BB962C8B-B14F-4D97-AF65-F5344CB8AC3E}">
        <p14:creationId xmlns:p14="http://schemas.microsoft.com/office/powerpoint/2010/main" val="365682996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16: visita ao vértice 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F9B2FD-F323-2D0A-D581-D6E61055F9A8}" type="slidenum">
              <a:t>33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1B8276F-0F8B-4C8F-8619-BC5F9BA1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F221C04-83C1-4B3F-A828-6F45AB11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C2A26FA-6805-462C-9F82-1BCEE55F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DAFAAEA-8854-44CC-B117-53AA39AA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FD84E69-5F83-4E78-BE73-2E8E7D48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8E4B78F-F56D-4E08-95A2-505A24FB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32075D9-4585-4010-9433-BC926721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1837358-85A1-4BA1-AFD6-2432F5AD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3C944E9-8FB8-49EF-98A0-5BCB35F5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BC59C3B-2F87-47DA-9100-62514C69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F1AD4F7-4383-4A2C-9BAB-3C4564DF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83ECB6F-2935-471D-B528-4685AB4F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32C9127-DBCA-4919-8024-CEA65C6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997EFB7-A4F4-4820-ADA0-6520D18F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B07E0E40-0CA9-4D90-AC2E-4B2BE1E3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79811FC-1EE4-4448-9651-80E1F413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B6165B6-296B-4C02-AF76-687B7211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46E66A7-D0EF-44EC-BE2B-74109FFF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2AAB7856-3A00-4E81-B2B7-7A70A8D0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FE6E2810-E1CE-486F-BA98-F214CF72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ED02E54-E67B-492B-9A74-B1943F82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EE1950C8-C981-4547-89FB-51845C93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B6E36B09-C420-4E96-A2EC-EA00B951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38050C8C-C72D-4056-B34A-88ACDCAD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3F8D175D-6276-4A39-B7DB-8EF1E222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907635EA-8832-4C9D-BB7D-D46E1CEB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E98B5AC8-23E0-48EF-995B-9DC39D54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BA7EC4CC-7F36-4174-BC8D-FFB124FF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445FA35C-A00E-4F08-A511-ADC5B2CD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EE43F72D-5B74-4813-9869-CFF488B1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8F3D846E-BAF6-4B41-BAEE-9257F789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5" name="Vértice 1">
            <a:extLst xmlns:a="http://schemas.openxmlformats.org/drawingml/2006/main">
              <a:ext uri="{FF2B5EF4-FFF2-40B4-BE49-F238E27FC236}">
                <a16:creationId xmlns:a16="http://schemas.microsoft.com/office/drawing/2014/main" id="{E66A01B1-2A7E-4D91-A5E5-6BFC31F3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6" name="Vértice 2">
            <a:extLst xmlns:a="http://schemas.openxmlformats.org/drawingml/2006/main">
              <a:ext uri="{FF2B5EF4-FFF2-40B4-BE49-F238E27FC236}">
                <a16:creationId xmlns:a16="http://schemas.microsoft.com/office/drawing/2014/main" id="{71CFBD78-7ED3-4DAE-B569-3FD1621A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7" name="Vértice 3">
            <a:extLst xmlns:a="http://schemas.openxmlformats.org/drawingml/2006/main">
              <a:ext uri="{FF2B5EF4-FFF2-40B4-BE49-F238E27FC236}">
                <a16:creationId xmlns:a16="http://schemas.microsoft.com/office/drawing/2014/main" id="{2A6EDED6-BAD7-4A0F-9818-A5015BA6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8" name="Vértice 4">
            <a:extLst xmlns:a="http://schemas.openxmlformats.org/drawingml/2006/main">
              <a:ext uri="{FF2B5EF4-FFF2-40B4-BE49-F238E27FC236}">
                <a16:creationId xmlns:a16="http://schemas.microsoft.com/office/drawing/2014/main" id="{27C720A8-0A5C-4BA9-9464-C7940202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2F27FD0F-8914-4919-8AEC-4E07E398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0" name="Vértice 5">
            <a:extLst xmlns:a="http://schemas.openxmlformats.org/drawingml/2006/main">
              <a:ext uri="{FF2B5EF4-FFF2-40B4-BE49-F238E27FC236}">
                <a16:creationId xmlns:a16="http://schemas.microsoft.com/office/drawing/2014/main" id="{244778F2-1E2C-406E-9993-71566DB1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71" name="Vértice 6">
            <a:extLst xmlns:a="http://schemas.openxmlformats.org/drawingml/2006/main">
              <a:ext uri="{FF2B5EF4-FFF2-40B4-BE49-F238E27FC236}">
                <a16:creationId xmlns:a16="http://schemas.microsoft.com/office/drawing/2014/main" id="{7FE38D49-2422-4561-B376-9D20BBC2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72" name="Vértice 7">
            <a:extLst xmlns:a="http://schemas.openxmlformats.org/drawingml/2006/main">
              <a:ext uri="{FF2B5EF4-FFF2-40B4-BE49-F238E27FC236}">
                <a16:creationId xmlns:a16="http://schemas.microsoft.com/office/drawing/2014/main" id="{D06F1C68-A60A-4A65-9460-2CD068FA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73" name="Vértice 8">
            <a:extLst xmlns:a="http://schemas.openxmlformats.org/drawingml/2006/main">
              <a:ext uri="{FF2B5EF4-FFF2-40B4-BE49-F238E27FC236}">
                <a16:creationId xmlns:a16="http://schemas.microsoft.com/office/drawing/2014/main" id="{DA25A47A-B350-40D9-B1B1-B8A716F5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4" name="Vértice 9">
            <a:extLst xmlns:a="http://schemas.openxmlformats.org/drawingml/2006/main">
              <a:ext uri="{FF2B5EF4-FFF2-40B4-BE49-F238E27FC236}">
                <a16:creationId xmlns:a16="http://schemas.microsoft.com/office/drawing/2014/main" id="{B47585C3-F4F3-40DA-A5F9-8B371F6F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B08CD8A0-518C-4F66-BBAB-3AD36C7D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B6892223-7510-475B-9041-C914D11F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F211219-5FC4-440F-A9B0-269381A0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8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04AF2F1-2F89-49F0-B577-8846908A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9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A600792-23B4-419B-BAEA-45538875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80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D59ACF5-9C42-468F-A1CC-8F54982C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81" name="Vértice 16">
            <a:extLst xmlns:a="http://schemas.openxmlformats.org/drawingml/2006/main">
              <a:ext uri="{FF2B5EF4-FFF2-40B4-BE49-F238E27FC236}">
                <a16:creationId xmlns:a16="http://schemas.microsoft.com/office/drawing/2014/main" id="{5E6DED32-07EF-419A-845B-F3E89E98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B3EB2F06-E9DD-4A60-9C83-0F8A8BDD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A1A811F7-A738-427B-80EC-B9BD3FB6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em pré-ordem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0A8E38B7-EA98-4470-9207-3126EBF3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9FB38B71-5F75-40B4-B343-359A5CDF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43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MST de referência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EA1725DA-23AD-4396-912C-56AF4ACA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alterado. Posições esquemáticas fixas.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DCBDAAF4-94C1-46E2-BEC6-7F8B92A5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5 como visitado e o acrescenta à pré-ordem.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7A7F77D3-3FCE-4406-82A1-69A4BB82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035AE833-CA4B-437F-9626-D17DAAF6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 – 14 – 15 – 5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7C4C2971-B963-442C-AC5F-8DDB7C9E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16/16</a:t>
            </a:r>
          </a:p>
        </p:txBody>
      </p:sp>
    </p:spTree>
    <p:extLst>
      <p:ext uri="{BB962C8B-B14F-4D97-AF65-F5344CB8AC3E}">
        <p14:creationId xmlns:p14="http://schemas.microsoft.com/office/powerpoint/2010/main" val="665559713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Fechamento da rota inicial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C2EC43-E3B9-C9B0-67FF-5447EB7F3925}" type="slidenum">
              <a:t>34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91C3E8F-B3C2-40E4-BD26-433EF44C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PARTITIONROUTE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03FD957-E36D-4246-A634-98C45A2F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C626811-8665-4B57-9D0B-228DB00E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2DD1654-6A7D-4EC4-B1DE-72612819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38D11C0-14D4-4E9C-B148-993FACAA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97D6349-4BC5-4006-9594-00C705C5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7261D7F-A0F3-4C0A-81AC-C9D16BC6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17803EA-0AF5-4DC7-8CE3-53FFC80A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D69BF3F-3BA3-44CA-8396-7940A165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663A960-2493-4617-BC02-8615770A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81D90467-076E-432E-A656-45B60785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BD21310-1B81-4DB6-B82A-57E2C46C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671C31D-A396-45A1-AC71-26173238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2E81D96-3888-4CAD-917A-9F7056FA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C5E72791-37CB-4C9A-8598-949D2B37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FE32ADF-F1D8-486D-AA4C-2B7F099C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3305C49-F2B8-440C-B70C-56B7A8FB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Vértice 1">
            <a:extLst xmlns:a="http://schemas.openxmlformats.org/drawingml/2006/main">
              <a:ext uri="{FF2B5EF4-FFF2-40B4-BE49-F238E27FC236}">
                <a16:creationId xmlns:a16="http://schemas.microsoft.com/office/drawing/2014/main" id="{DBB2CF52-78DE-41E5-A236-DBE19C0C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2" name="Vértice 2">
            <a:extLst xmlns:a="http://schemas.openxmlformats.org/drawingml/2006/main">
              <a:ext uri="{FF2B5EF4-FFF2-40B4-BE49-F238E27FC236}">
                <a16:creationId xmlns:a16="http://schemas.microsoft.com/office/drawing/2014/main" id="{F7BA5D60-6D2E-4E57-BF67-F19F17E3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3" name="Vértice 3">
            <a:extLst xmlns:a="http://schemas.openxmlformats.org/drawingml/2006/main">
              <a:ext uri="{FF2B5EF4-FFF2-40B4-BE49-F238E27FC236}">
                <a16:creationId xmlns:a16="http://schemas.microsoft.com/office/drawing/2014/main" id="{B1B5F88C-CFD8-4D13-8BB1-64577914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4" name="Vértice 4">
            <a:extLst xmlns:a="http://schemas.openxmlformats.org/drawingml/2006/main">
              <a:ext uri="{FF2B5EF4-FFF2-40B4-BE49-F238E27FC236}">
                <a16:creationId xmlns:a16="http://schemas.microsoft.com/office/drawing/2014/main" id="{A3A36252-8F10-4C53-A184-DE381D43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5" name="Vértice 5">
            <a:extLst xmlns:a="http://schemas.openxmlformats.org/drawingml/2006/main">
              <a:ext uri="{FF2B5EF4-FFF2-40B4-BE49-F238E27FC236}">
                <a16:creationId xmlns:a16="http://schemas.microsoft.com/office/drawing/2014/main" id="{581CEB9A-DBEB-4D8F-B96D-1460B861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6" name="Vértice 6">
            <a:extLst xmlns:a="http://schemas.openxmlformats.org/drawingml/2006/main">
              <a:ext uri="{FF2B5EF4-FFF2-40B4-BE49-F238E27FC236}">
                <a16:creationId xmlns:a16="http://schemas.microsoft.com/office/drawing/2014/main" id="{ACE594FC-E3C4-4992-A7B6-4425577D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7" name="Vértice 7">
            <a:extLst xmlns:a="http://schemas.openxmlformats.org/drawingml/2006/main">
              <a:ext uri="{FF2B5EF4-FFF2-40B4-BE49-F238E27FC236}">
                <a16:creationId xmlns:a16="http://schemas.microsoft.com/office/drawing/2014/main" id="{A78545E9-AF99-4DEA-87C9-1C30CD2E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8" name="Vértice 8">
            <a:extLst xmlns:a="http://schemas.openxmlformats.org/drawingml/2006/main">
              <a:ext uri="{FF2B5EF4-FFF2-40B4-BE49-F238E27FC236}">
                <a16:creationId xmlns:a16="http://schemas.microsoft.com/office/drawing/2014/main" id="{4D5CAB5A-B456-4851-9AE4-5BF489C4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9" name="Vértice 9">
            <a:extLst xmlns:a="http://schemas.openxmlformats.org/drawingml/2006/main">
              <a:ext uri="{FF2B5EF4-FFF2-40B4-BE49-F238E27FC236}">
                <a16:creationId xmlns:a16="http://schemas.microsoft.com/office/drawing/2014/main" id="{C1974D70-C83E-4C79-9CE0-B6567985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A323536E-6210-4BDF-8987-3EA8F453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228EF1BE-00BA-497D-9D4A-DC5A83A1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9BD45BF-1566-49BC-9C94-C3EC0797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F82EEAF-521A-45E7-8653-7933C6AE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087CDB67-766F-4659-A8F4-0EA970FC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BD73896F-695A-40EA-A822-423F89CE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F4A9D37-9B21-4992-B060-98A03855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D901C7FF-4F99-4E8C-B60B-C1F2C559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740A9F06-CE8E-4E2F-8FCE-E34BB01D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B9E4DC76-E6A1-481B-8F54-129DC45C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9FF5E72-FA7B-4F87-8893-3AE71F2E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77F082A-2DF6-4C17-8575-DC8C2F80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C646F02-BFB7-4DB9-9842-44D2DDC6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Repete o depósito no final da pré-ordem e fecha o ciclo.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0CDE63FD-0B56-46C9-B929-3393289A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Os extremos recebem Combined. As 15 posições internas começam como Simple.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9AA6CBB7-6C74-4C2E-967A-B24CB1D3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fechada: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 – 14 – 15 – 5 – 1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AEE35045-0010-4B00-9141-81381CD5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7.788</a:t>
            </a:r>
          </a:p>
        </p:txBody>
      </p:sp>
    </p:spTree>
    <p:extLst>
      <p:ext uri="{BB962C8B-B14F-4D97-AF65-F5344CB8AC3E}">
        <p14:creationId xmlns:p14="http://schemas.microsoft.com/office/powerpoint/2010/main" val="16920638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 e escolha do candidato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4FA566-8B12-6DD2-DDB5-FA6393938FB6}" type="slidenum">
              <a:t>35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EBA0F85-EE28-427C-BACD-AC1A79D9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REGRAS DA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AA3F1C8-27A2-44CF-87D7-8BEF526B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E049C9D-F710-429F-88A9-223EA43F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40284B7-4518-49BE-9C33-25FDDE06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DE8E566-6242-4E4F-865B-09423596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D35CBCE-0F18-4841-836E-05C9E27B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2EF2239-854E-421E-9492-BEADC05E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2912C36-0566-44AC-8DA0-ADAFD3C7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DA2F2F6-98C2-440E-B103-512A9C31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3C6E7D5-6528-430F-87EA-01DAE7E7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8B479A8-F61B-4796-ADD7-E308F34A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0700251-CA6D-4228-B95C-B4D42440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32C20B3-5DFE-44A9-AD6E-80F21264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D43F899-0307-4512-96DE-16CDCB6C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4AB23B7-BD47-4EAA-88B0-85B73A7C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40F59E6-B929-415E-B27F-5395FCFF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AD90ECA0-30E4-41DC-9568-1E87D2F7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Vértice 1">
            <a:extLst xmlns:a="http://schemas.openxmlformats.org/drawingml/2006/main">
              <a:ext uri="{FF2B5EF4-FFF2-40B4-BE49-F238E27FC236}">
                <a16:creationId xmlns:a16="http://schemas.microsoft.com/office/drawing/2014/main" id="{C839F1CC-8229-4D87-8289-1C260024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2" name="Vértice 2">
            <a:extLst xmlns:a="http://schemas.openxmlformats.org/drawingml/2006/main">
              <a:ext uri="{FF2B5EF4-FFF2-40B4-BE49-F238E27FC236}">
                <a16:creationId xmlns:a16="http://schemas.microsoft.com/office/drawing/2014/main" id="{773270DF-6283-43BF-9FB9-EAB6E223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3" name="Vértice 3">
            <a:extLst xmlns:a="http://schemas.openxmlformats.org/drawingml/2006/main">
              <a:ext uri="{FF2B5EF4-FFF2-40B4-BE49-F238E27FC236}">
                <a16:creationId xmlns:a16="http://schemas.microsoft.com/office/drawing/2014/main" id="{850012EB-4BBB-4275-848A-863BF165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4" name="Vértice 4">
            <a:extLst xmlns:a="http://schemas.openxmlformats.org/drawingml/2006/main">
              <a:ext uri="{FF2B5EF4-FFF2-40B4-BE49-F238E27FC236}">
                <a16:creationId xmlns:a16="http://schemas.microsoft.com/office/drawing/2014/main" id="{B6E0472B-E705-4FA4-A337-462D8EBD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5" name="Vértice 5">
            <a:extLst xmlns:a="http://schemas.openxmlformats.org/drawingml/2006/main">
              <a:ext uri="{FF2B5EF4-FFF2-40B4-BE49-F238E27FC236}">
                <a16:creationId xmlns:a16="http://schemas.microsoft.com/office/drawing/2014/main" id="{31573F4B-5E75-4AB5-AD2C-3379AA0D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6" name="Vértice 6">
            <a:extLst xmlns:a="http://schemas.openxmlformats.org/drawingml/2006/main">
              <a:ext uri="{FF2B5EF4-FFF2-40B4-BE49-F238E27FC236}">
                <a16:creationId xmlns:a16="http://schemas.microsoft.com/office/drawing/2014/main" id="{9661C1F9-985E-411B-BB38-CC9BF03E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7" name="Vértice 7">
            <a:extLst xmlns:a="http://schemas.openxmlformats.org/drawingml/2006/main">
              <a:ext uri="{FF2B5EF4-FFF2-40B4-BE49-F238E27FC236}">
                <a16:creationId xmlns:a16="http://schemas.microsoft.com/office/drawing/2014/main" id="{74291342-ACB2-43DA-8B54-5C78AAD6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8" name="Vértice 8">
            <a:extLst xmlns:a="http://schemas.openxmlformats.org/drawingml/2006/main">
              <a:ext uri="{FF2B5EF4-FFF2-40B4-BE49-F238E27FC236}">
                <a16:creationId xmlns:a16="http://schemas.microsoft.com/office/drawing/2014/main" id="{D9C86D11-792E-4D61-92EB-85744C48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9" name="Vértice 9">
            <a:extLst xmlns:a="http://schemas.openxmlformats.org/drawingml/2006/main">
              <a:ext uri="{FF2B5EF4-FFF2-40B4-BE49-F238E27FC236}">
                <a16:creationId xmlns:a16="http://schemas.microsoft.com/office/drawing/2014/main" id="{E2E29286-E690-44C4-8DC1-ACC34D8C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D0AE15A-1970-4E56-BDCE-0578DA5D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EFB4E6E8-BA07-4B14-ABE0-4AEF4652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0F73257-6724-4566-A3DA-925C075D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F97A2CD-6859-4158-AA7B-5CECDF2A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4376A6E-2697-4444-A5E1-960056BF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35B1191C-4E68-4FE1-A938-B2D405EA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2DA8A9FF-2195-4878-A8E7-64F4F391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F55A4269-F1FA-4BBE-833E-0A77519A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36475EB7-412F-4553-8119-5ECFCA4F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6E0BF0B5-1D96-4E9F-A85C-3FF3BC60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FCE9D557-56FA-4A78-BC9D-C8BF7C3D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00CB69DE-65AF-49E4-B30A-2363FBFA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13D09ED3-F1C4-4049-BEB2-EE97D8FE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Cada segmento custa max(caminhão, drone). O custo total soma os segmentos entre fronteiras.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B51598A5-95A2-4794-B77D-BC9746CE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fila prioriza a maior economia. Em empate: MakeFly, PushLeft, PushRight e menor posição.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D6B70F84-E608-45AB-9B80-32B80CEB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laço segue enquanto houver Simple. Economia zero também é aceita.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C11CCE5-1BD3-47CC-B27B-B6A00744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7.788</a:t>
            </a:r>
          </a:p>
        </p:txBody>
      </p:sp>
    </p:spTree>
    <p:extLst>
      <p:ext uri="{BB962C8B-B14F-4D97-AF65-F5344CB8AC3E}">
        <p14:creationId xmlns:p14="http://schemas.microsoft.com/office/powerpoint/2010/main" val="949161513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01: MakeFly no vértice 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9A338D-B192-3127-EB9A-53A2665A0BB7}" type="slidenum">
              <a:t>36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0669020-00DC-4AF1-9D24-48EB4990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9FF3366-F89C-4215-8E59-242696B5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7BD425D-2B86-4316-8EB8-4135A05F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FA23492-4AAB-4F97-AEAC-D3826C7B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ACA4726-E4E5-45F6-ABE3-AA584200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0937FF1-6D86-4D0D-A002-F6F5F54B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9A713C4-DD27-4E37-B220-367FA0E2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03B7BCF-30C0-4CBA-8E53-609FA6E9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5A513B59-342C-4E1E-AEF1-1F102BB7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CBE71B4-BF68-420F-AEC3-5439F8EB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77E2D48-02B9-47DC-97B9-8CF23A64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7A14342-A3C5-41F5-923E-80088908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B11537B-3D2D-447A-B821-70335EC9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627F584-336C-402F-A876-84B0F574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AC951B98-81BD-4E8D-B413-7E1CB452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9C76AF55-5ED8-43AE-8337-FFA9BCB6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BAFECB8-02A8-4E46-B56F-01542166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E166DDD-B0D0-430B-8FC0-249FA8F9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D14E38FE-1507-4E43-8B35-A174C717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400B6751-361D-4E15-B00E-3FC04290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4D54DAE7-A0D4-4E8A-9BAA-0E83B442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C5E671C1-52F8-47BA-980A-901197BB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75FBC65D-EC48-49FE-991E-EEABDE83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0272972B-DA43-4BA6-9053-7D9EAD4C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315A30A3-FB2F-4021-9798-A058AB91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F1CD0C71-926A-4C77-AE89-E181F209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97982351-D784-47FA-9101-AC0AA382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DAD40D40-D2EA-4356-B478-124DD41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9F410224-CE4C-4178-AAA6-BC85A12F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E5497262-E12E-4393-8739-CB60FBDC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7A8C11A3-A8F6-4669-805B-89EA4B64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42B5DDC4-A180-413F-9E43-EECD3F3E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26D3CAE-E894-42E8-873E-ADCBD5EB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2A394BA7-9DD9-4E91-97AF-2A0BB49A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1D02141-CD12-4712-8943-2B6DF904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C30ED87-ED16-4F43-915F-F7FF4B66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D64C8787-C2DB-4953-93EB-3D2ED104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77D24931-A950-48C7-86BF-FE330008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11A41738-B1FB-4EE3-A1C2-5292E317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759D6432-6379-4A88-856D-14BD181E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AA841F4-411F-475A-9520-50B57452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8 passa de Simple para Drone. 1 e 4 tornam-se Combined.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45685581-F07B-442F-BE14-BA6B11A0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8. O drone voa 1 – 8 – 4.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36C03A4C-F381-4255-85FE-76A55087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7788 − 0 = 7788.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13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60DA08FC-2A8B-461D-A97E-598392E6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D82972C2-BB79-40C0-82A5-F26DFC4B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7.788</a:t>
            </a:r>
          </a:p>
        </p:txBody>
      </p:sp>
    </p:spTree>
    <p:extLst>
      <p:ext uri="{BB962C8B-B14F-4D97-AF65-F5344CB8AC3E}">
        <p14:creationId xmlns:p14="http://schemas.microsoft.com/office/powerpoint/2010/main" val="152777160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02: PushLeft no vértice 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334276-4C85-190E-BA41-5CA1CBB04E4E}" type="slidenum">
              <a:t>37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620E228-8FD1-4D84-A810-AF22ACA7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EC96487-875C-4A7C-9659-140056F1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FF817A0-67C9-4104-B4C5-532F886E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F968A3E-B0FE-44C2-BB2B-400D3CBD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2E2F58A-D11D-41A6-BDF1-5C7E0E9C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35571FD-7C0B-4D86-8586-3A402F67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A7116F4-7AED-47DC-96A3-0677B3E0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0CA0D1F-5048-4BC2-890B-61F11EA1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06773DF-712F-420E-A07F-E4948B85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7EAEB31-4F9C-46D2-9E7D-AC9F9426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D7B9629E-3DE0-42C4-A6A9-29BF488B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8D1DC08-BD9F-47F7-8271-AE6F95F7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01F3F7E-148B-4BE2-95EE-D315558D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0532315-CC26-4304-87A7-99DD8AAB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10E90F2-DAD3-404D-9641-54A51CB0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2EF05DAF-8668-49DD-975E-F0F82553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DABFA41-2F90-4E08-920E-4533A8FC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8EF1585-5303-41F8-A4D5-A53BAC42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A1C36583-79C6-4521-971D-4B16DB11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00D03DA-2276-4D08-9561-3359E8B2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B786AA12-6D30-4CE6-B8CA-96A96687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D829FCE0-BBBB-4388-9342-0E50E0D7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0AB728DD-3A34-460C-97DB-63908AC1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7FA94F0C-F9EB-40F4-B962-0A52D281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280BAD87-DE79-446A-BF06-86B0A9C4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55892922-16FA-49CB-A0EE-2734ACF0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8458903A-31D1-4181-A46C-C427C4D0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CF3FD1BE-6FDA-47FA-8AEC-AB355763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4E524B1D-89F6-4B2F-B07F-15224497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8FD25B8-A29A-4FF2-97DA-DF2CBBB6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551D1210-BD2F-418F-9973-17666E8B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8E598A0-D998-4791-8D9E-87CFCCAB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B8C286F6-C607-4AEC-A0C0-8DAC47D3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275C6DF2-92B5-409A-927D-B8F46D7E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F8C72038-8B1D-46C9-9D03-B9DC1C88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7D80E35C-467F-4D8A-B7F5-5E61F416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61DDED30-A3AF-442D-B24D-D3297889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C7F82D8-CFC0-4562-8F5F-6F8936F7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42C30BB3-92F8-40FB-9F96-F87F401E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ED75A5C-13DB-4126-BF9C-5498F269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6647602C-ED6A-4514-8BB5-92FA5BED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 passa de Simple para Combined. O antigo encontro, em 4,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0A74CF69-E61D-4CCE-AA6C-393D6B99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2. O drone passa a reencontrar o caminhão em 2.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FD8AF3F-5ECD-474C-BBC0-D4644DB3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7788 − 19 = 7769.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12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B8770679-A4E9-4D66-AD65-DD2C17B3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7.769</a:t>
            </a:r>
          </a:p>
        </p:txBody>
      </p:sp>
    </p:spTree>
    <p:extLst>
      <p:ext uri="{BB962C8B-B14F-4D97-AF65-F5344CB8AC3E}">
        <p14:creationId xmlns:p14="http://schemas.microsoft.com/office/powerpoint/2010/main" val="58967769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03: MakeFly no vértice 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5A7F00-3259-A23D-D734-A322A9F9DD63}" type="slidenum">
              <a:t>38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D4DBF53-A23A-4062-8EAC-FC82A952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44A149B-377A-4DE8-B572-794D7323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E83FBD5-A784-405A-BECC-B69D2075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78F2766-7022-4681-9B92-6D55447B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F6F248D-A7A9-42DD-B9A5-618C6D71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75FC439-A36B-416F-9981-9A88E195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0264E1C-888C-42F7-A3CB-435179B7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09E2BAF-931D-4AAF-8424-652146D9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062E0A1-A3A5-48D0-9F31-A94B7BC5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E6AB4C2-2179-4998-A65F-59175706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AE0B1EF-DB24-415F-BD2F-383B9C2E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EBC8EEC0-8F44-4E6A-89FD-48707227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1779ED2-397A-461B-A9AE-A1A84083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0C03B1B-7BD8-458C-B5BF-3520AEC0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17150FF-5E1F-4BCA-9A14-C7C28905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B7A4D06-60B8-4C23-9206-509F889F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07263FC-2040-4769-9D14-4A5B321B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FE74D4F0-F990-4B42-8C87-261EFBCC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6DA18153-21AC-4AFD-A632-823F064D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1FB96C82-6912-4FFC-B7E4-6B919AE5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EF03CFB0-79FB-4CE1-B5A2-FEB783FD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28CEED97-D2C0-4ED0-9CC5-414467A1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36997670-8DBE-4FEF-856F-D9DC8FDF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E7B38272-C7E5-4BE2-96A4-C66689C0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96EB0660-09A5-47D5-BF3B-0E88FD38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6FEECBD8-C268-4047-9C17-D3B9FB6A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C8D8D427-3E3E-470A-85A5-FE66EB47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E5BC5005-7E6D-49EA-BA85-2F4E5FD1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DAE264E9-312F-4649-B1D3-ED91AA1B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32F1653-2923-4D79-B9C4-EE1DEC8E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B2AE25F-5C53-4521-AD46-F07E10E3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4C24FFAE-B9E2-4E0A-B7DA-F3A0AD99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7BABE327-DB90-4371-A0C0-6664E56A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32A32EF-B951-4FC1-AC2E-389470B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A85D456-CB4C-42A4-8145-9FA929E5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59899187-F88E-44D4-9510-8B28FBD8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7FEE75B8-996D-465F-B596-E49AC182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570344CE-4D67-4E14-A7EF-8831BE3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229BD11-5114-46ED-9414-8B740BA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904A0DDA-7BBF-4CA9-ADF5-5BDA678F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859FA0C-A024-4C2E-AC70-3E915332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BB51002-231E-4ECD-B197-16B4BEDF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3 passa de Simple para Drone. 2 e 16 tornam-se Combined.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1F397505-107D-4242-A2FF-FD7C6537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3. O drone voa 2 – 3 – 16.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1B8ED02E-2A89-49F9-89F2-1BAFE163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7769 − 0 = 7769.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10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5ECF981A-77CC-4FB8-81EC-7CBC08C7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DB17FBAE-374F-4C1F-8D1E-4A1DACFC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7.769</a:t>
            </a:r>
          </a:p>
        </p:txBody>
      </p:sp>
    </p:spTree>
    <p:extLst>
      <p:ext uri="{BB962C8B-B14F-4D97-AF65-F5344CB8AC3E}">
        <p14:creationId xmlns:p14="http://schemas.microsoft.com/office/powerpoint/2010/main" val="1348693071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04: PushLeft no vértice 13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66C477-A387-35CF-F492-F54B4FA4FEC9}" type="slidenum">
              <a:t>39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458C2E5-28C0-43EA-9F7C-246BBD8C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23DDF13-0AFA-42F8-82D8-69145A32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2CB822E-8235-4E5F-AE8B-53EB906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D323039-D93F-467D-9112-1652B2D8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40F70C5-89F5-41B7-8CB3-ACE46C17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DE9B263-ABB8-48E5-97E2-F7FB5DD8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7DB77CA8-6DE4-47F9-AE1A-D7F1EE7F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654E122-40F8-473E-85E4-93CA33CB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B5FDE6B-FEF2-4CED-927A-60959221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9F726F2-AF56-49CF-A823-E37EA83D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8BA231F-5D41-4A47-93F3-2D5B2E42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861BB6F-4E8C-408F-8CDF-76F12E65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9FDAF58-87C6-4217-8223-3CC928B1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33FD9A1-0B45-4CC3-8832-98903EC1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2394D6A-E83E-482F-8851-0A57C00D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2881FB7-D25E-4586-876F-F65DEDCF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2D25EB3-8F56-4FF9-A83B-A6386674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6272C5D-67FA-4BC0-8C50-C23BD46B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0543C13A-DE67-461A-BDBA-AE409B41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2280567"/>
            <a:ext cx="4285525" cy="2138077"/>
          </a:xfrm>
          <a:custGeom xmlns:a="http://schemas.openxmlformats.org/drawingml/2006/main">
            <a:pathLst>
              <a:path w="4285525" h="2138077">
                <a:moveTo>
                  <a:pt x="4285525" y="21380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9000D9CC-244E-4A59-BDCB-2DC9B38D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A19D668A-00C6-4D56-86F2-5F80DEF1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115B7DA9-57F8-462A-B311-E24E57D0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D6B55030-2015-4A4A-AC63-89C75030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F53220F5-4B68-4275-B7A4-63EAD4DB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FC68EE96-8026-46CD-AD63-3FB6F16B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B5FEEBB9-2883-4F8B-983A-AF56B03A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A932266D-A110-4923-872D-6A72F41A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C7B1E38E-7B48-4E1A-A003-A41E5EF8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4B683E3-9AE3-488C-A885-94B0B0F1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B8B90E6-0DE8-41EB-9D28-A2269804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71D5205F-FEAF-4B85-9356-84EFD33A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96FDCB4B-AAB0-4617-9C4B-7840EFE1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4CED9342-64C0-4330-A9DE-D1F4532E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AF6B0F4-1D9D-440E-A90B-F1A397D8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0761FB03-2089-47AC-9D2F-5EBB1590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5D33AD68-B7AF-4618-8169-CFB1A9EA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1246F736-4802-4AE1-B5AB-503218ED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C40EC75-1BE2-4E08-AA7F-D3A71C42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31F7A5BA-31F2-472F-8870-5A6ECAF3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50B271E-2E1F-4F89-90A5-D24F122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13F3FEC-F47C-4881-8A6D-D9BEF485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3A26372E-D1B5-4052-81F8-76ACC883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 passa de Simple para Combined. O antigo encontro, em 16,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7CD10F86-433E-4434-8C2E-B272D0A5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13. O drone passa a reencontrar o caminhão em 13.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1237831E-6CBA-4A57-8C94-E86A11D8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7769 − 1 = 7768.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9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76C0D044-7C33-493E-BB94-4E8DAE1B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7.768</a:t>
            </a:r>
          </a:p>
        </p:txBody>
      </p:sp>
    </p:spTree>
    <p:extLst>
      <p:ext uri="{BB962C8B-B14F-4D97-AF65-F5344CB8AC3E}">
        <p14:creationId xmlns:p14="http://schemas.microsoft.com/office/powerpoint/2010/main" val="21506739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05: PushLeft no vértice 12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C89EF0-BE71-8D92-BDDF-FF7D05F0AC04}" type="slidenum">
              <a:t>40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009F3F8-F974-4CFD-A918-81EDAD43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8C8D213-26D1-4DAA-AA31-05E5D66C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D120A2F-6889-4E8D-BBAD-6F0F9D48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8FFD40F-D785-4400-A4AF-4B30BDB0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333C4CB-B658-4AF7-920E-8AF96ADE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70FDBFC-55F4-444B-BF0C-AD02F4EF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CB4198B-07A2-47CC-9AEC-AD6B1364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64C190F-367E-4D6E-8E8B-FB2F4238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7DE3537-D92A-4545-81E6-579DA0F4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ED66C8B-1875-4EA1-9818-7BEE3929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BFEBCA4-6500-46D5-AA9E-3FD0BC40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63A93DB-540D-4FC8-890C-B066C139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02F602A1-44A6-4FAC-91E3-FA28DC8F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39A38AB-34D9-4C8D-A016-0C68D3A9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F11A39D-E1D9-40B3-B97B-B9F29FE9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4499B6CD-6F55-40F6-9D5D-204E63EA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8D25AECC-3F8F-4950-98BE-6105180F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F706B323-DBB0-4C0B-84E3-C62EC2AC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95EAC754-3AF0-4755-8C38-816544CA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340" y="1849882"/>
            <a:ext cx="3397687" cy="2536940"/>
          </a:xfrm>
          <a:custGeom xmlns:a="http://schemas.openxmlformats.org/drawingml/2006/main">
            <a:pathLst>
              <a:path w="3397687" h="2536940">
                <a:moveTo>
                  <a:pt x="3397687" y="25369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EC60F8DD-6A47-4E06-9983-C87E740C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A390FCFF-A8D3-42D4-89B3-38B31C13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AB09A25D-7C53-4087-8B76-DEF8E9CC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991BB050-A59C-4943-8F66-30F684A1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0E945520-2F6E-4797-AAF9-63388497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10A2195D-3C30-46CD-9384-20E963FA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D05C76E9-95AA-4577-86B6-8B18ABC3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E5968772-C89B-4D8B-B875-37355B6E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6C6C6102-F3F8-4706-8C13-A42FA1E0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6E31B590-9157-400B-8184-B3F9AF3C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4E1A2ECE-C110-4127-B7E4-7D865012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0B830625-19DD-4F87-AAED-35D65C96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5C7FEA2-B3A6-458F-8A71-B967D1B5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778D2D8-E6FB-4042-BD27-9B180FEE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21FF02B1-32E0-415F-95C2-9CBBC136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3095637-5422-43D2-873D-6A238B6E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660D8C4D-1976-423A-8205-212E9AAA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3821B375-369E-4C25-BB68-5D8DB139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4A832C8-BB78-4C7F-946E-9C6B9693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3A2B3F0-E69A-453D-953C-C6FE76C1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67B473F6-50C5-440A-AE00-89FDDD97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6E29AE7-0222-4840-BE9F-8E85FC04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ACE025B1-899F-4195-B9EB-C86C8BF0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 passa de Simple para Combined. O antigo encontro, em 13,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94B4B568-3FC8-4ED2-86DE-C01D6E85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12. O drone passa a reencontrar o caminhão em 12.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315981A7-5198-42F1-97BD-FBD15CDA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7768 − 59 = 7709.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8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12DAE092-4D3D-49E1-8143-77D4B9E2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7.709</a:t>
            </a:r>
          </a:p>
        </p:txBody>
      </p:sp>
    </p:spTree>
    <p:extLst>
      <p:ext uri="{BB962C8B-B14F-4D97-AF65-F5344CB8AC3E}">
        <p14:creationId xmlns:p14="http://schemas.microsoft.com/office/powerpoint/2010/main" val="1971002962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06: PushLeft no vértice 7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AEC632-A9E6-82AB-6034-3014BC3905A0}" type="slidenum">
              <a:t>41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AD1FE50-A494-4E34-BD07-88F6ADF7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DFCF9A0-2E94-4287-9123-CD304269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0466797-C1C4-4833-9563-950C2546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369F779-ED3B-4651-BFAE-DB19079E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DD699FD-96D9-4659-A86D-B654D64B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36CC6FB-8EDB-43C4-B6D0-7BA5DBBA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FB04670-9D21-4F24-9510-E35A7997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C207D1E-EAD7-41D1-A510-FDF70973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1B2AE5C-FCCC-4222-AABC-A540B37F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B960541-AD5E-48CD-9DD1-013604A9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7DD6B86-3CE4-4B70-8884-00C3B395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A0229E3-5A37-491A-B76F-6C7B02AC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C818162-104E-4E22-8075-9C07950C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5545B142-4732-48F2-98A4-7BEF6C9F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6F245C3-AA40-4302-9F27-73650B4E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2A33C38A-4184-49BC-9107-15FBFAD9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3E97639-3D3D-4EFC-A0EB-4A5B2F45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7265727-BEB4-424D-A2EA-73A49223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77F246E8-FF53-4099-A776-7059B546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626" y="4574109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0CC7336D-7908-41E9-A3B6-23DBC0F5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56911AB8-F70A-45C8-BC47-B84A1559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8BC1122E-78EE-49F0-8C08-4F4FD5AA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AA42D95A-1BA7-49F4-8A83-FE466736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77EBFA6A-6F9C-4FE1-A1DE-C656B72D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3AAB1DCF-605E-4A38-8B3D-B2CDC024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146B2641-B86F-4B7C-AA3E-7A3B4E5C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E2EF9982-3C71-483A-8260-85AE3480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0ADAF683-F38C-4854-99CA-72DE4417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8D568B55-BD93-4F4B-BC37-3BDABCF7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DC5784F7-B087-45E3-9FDB-71F5F151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BB225101-EEF0-49D4-8B93-9E8FDC78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BDDC348B-8DDC-4392-A447-DAE682F5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5EAD3D1-7BDB-4936-8773-41E6532C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E1F7248-A68F-447D-A038-C46F0B3E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BEB5B177-A64E-4906-B653-BD15D90B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279A7785-C696-4C64-A7F9-4D191B42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19DEFE71-6B5D-4903-B7DE-F1DAAB23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39C4BDC5-6197-488C-8699-3FE042C4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6AE7442C-A098-4622-878D-D891A194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9A4A626B-ED71-4E84-9C71-3D1CE7A5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620B85C9-979A-40B2-939E-0405F7C3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38957CF0-83B9-4EDE-9291-CE0F0474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 passa de Simple para Combined. O antigo encontro, em 12,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88349D4-38BD-4BF9-93A7-5319409E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7. O drone passa a reencontrar o caminhão em 7.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F2E368A-3B81-47A6-8531-96BAC5F8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7709 − 6 = 7703.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7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2E93FAB8-939A-4511-B230-0D56DBD8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7.703</a:t>
            </a:r>
          </a:p>
        </p:txBody>
      </p:sp>
    </p:spTree>
    <p:extLst>
      <p:ext uri="{BB962C8B-B14F-4D97-AF65-F5344CB8AC3E}">
        <p14:creationId xmlns:p14="http://schemas.microsoft.com/office/powerpoint/2010/main" val="634732472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07: PushLeft no vértice 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5CE1F1-F8E2-E359-8FD1-A9FA98B3A676}" type="slidenum">
              <a:t>42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A2A750C-BBD0-4E6E-BDC1-A1963F9B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CE841C2-47C5-40FC-874B-22C19030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1C0F71B-63CC-4E2B-B192-2D9D9515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14E3EA3-171D-4C3C-BCEA-E2965615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42EBB88-1F01-4356-BE0A-B43DFC41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A821293-A5A9-42BD-BD6B-BB45935D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8923D74-81CC-42FB-B863-A4467541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CE16336-6311-4EC7-8B5F-2C0978A8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83B01CF-C8A9-4E5E-B49F-CE53B2CB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4F1F0397-F0B8-4481-A40B-1D3C8C28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69C8A7B-255C-4667-9DE2-CEBB4D7E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7CB18CF-C58D-4036-9B2D-A1B5D60D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56B97F3-034B-4ADB-B6B2-DB74E857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96553BB-07E3-488D-8BAD-972E1C9C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B323D12-AB03-43F0-839B-C702E49E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9E9B9346-063A-496F-BF8C-7B088EA8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B92C64F-DF7A-44B5-A923-CEB049CA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6A72BBD4-A224-4BD6-A77E-9B6A9419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59B009F2-5CD7-41A4-9927-A68F6079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4542978"/>
            <a:ext cx="4245991" cy="630620"/>
          </a:xfrm>
          <a:custGeom xmlns:a="http://schemas.openxmlformats.org/drawingml/2006/main">
            <a:pathLst>
              <a:path w="4245991" h="630620">
                <a:moveTo>
                  <a:pt x="4245991" y="0"/>
                </a:moveTo>
                <a:lnTo>
                  <a:pt x="0" y="63062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8CEAFF81-7257-4DF3-8835-ABCDB701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40DDDC73-D167-4E74-9A78-35C74831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A0A88AD2-6712-4AD9-9DA3-21DC4648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F0A723B6-150F-4430-891A-07C26927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B98B71FB-ACE8-4DB6-9037-85CAC626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86583425-3500-4846-AECB-A934A9D9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C4B4C828-E83D-49A9-ABDD-1C7E321B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9B3CA6E0-3A70-4B9F-AE5C-7F863D27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4AD0EDBE-A05A-4287-966B-292A5048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EF5DCBB9-2D64-4F4B-8415-32FBA2BF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E1452F3-037C-406E-9C77-D2146DE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5CF2C6D-A6E7-4154-8596-30848726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02CF803B-713C-452A-9621-8E10092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9BB6B408-2881-40A5-903E-4D365404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255EAB42-D161-4CEC-A8C1-EE84C3E2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67158979-33C4-4159-936B-C17DC89C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55A369E9-5FBC-4F68-8B66-456AA59F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A9129855-289D-4BC9-90DC-A1363C65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E239470-BB47-4921-9ACD-D9C2372C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D281AEC4-3AE0-4A24-A7F0-523C7609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B38A32FB-564D-47D3-843F-246ADD4D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C5D92594-BE1D-4C7A-99CB-3B2593AE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2CA41F91-895D-45F4-8CC7-B25BF169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 passa de Simple para Combined. O antigo encontro, em 7,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D96595B-039C-4EFE-9F89-56480769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6. O drone passa a reencontrar o caminhão em 6.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8C034A00-42E0-4248-BA11-00ED80F8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7703 − 15 = 7688.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6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825A839-D6DC-4A9A-9FE4-51B3D675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7.688</a:t>
            </a:r>
          </a:p>
        </p:txBody>
      </p:sp>
    </p:spTree>
    <p:extLst>
      <p:ext uri="{BB962C8B-B14F-4D97-AF65-F5344CB8AC3E}">
        <p14:creationId xmlns:p14="http://schemas.microsoft.com/office/powerpoint/2010/main" val="1863721598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08: PushLeft no vértice 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70EE3B2-1325-F8E9-D276-8EA80C32ED19}" type="slidenum">
              <a:t>43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A11F342-FFA2-48DE-81C8-B6A0C157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C0E40A8-6E08-4F77-B37C-2EB929FF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C1D44E4-C548-427A-8A21-480AE1F7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1D7126C-FDF8-4068-AB2B-1F158E23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4776A2B-9A00-4128-AF4E-6A66F099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FD6CB40-6CB9-4915-A4D6-68971DCB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861C8792-DA80-49D7-BAEA-FB151E71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2128165-D325-400C-9848-F1AF5421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018B6943-BCB4-466C-BA99-EB42BAB0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3E51B97-43D2-4DF0-9E0A-30734B74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5682BE5-8C5A-404A-BF43-D0C2E57D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34867C6-A038-4BFB-9215-6FCF56DC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C449347-BD4E-4980-BACE-4701AADA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4555982-84B7-478C-9A76-799E4B9A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3A1BBD4-B96D-4007-9C76-168CC17C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6B656F6-F782-457A-9EF5-E9EF4779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78717C9-CB7E-4576-88BC-3A9EABCE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E80AF83C-F33D-4861-ABB5-B76EA515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E070598E-C045-4852-81D1-CD4B9736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637565"/>
            <a:ext cx="1210651" cy="903953"/>
          </a:xfrm>
          <a:custGeom xmlns:a="http://schemas.openxmlformats.org/drawingml/2006/main">
            <a:pathLst>
              <a:path w="1210651" h="903953">
                <a:moveTo>
                  <a:pt x="1210651" y="0"/>
                </a:moveTo>
                <a:lnTo>
                  <a:pt x="0" y="90395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72A4280B-B9C9-427C-A3E0-C4DFCE8D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DE78703A-6EA0-4387-B1C1-2170B305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A3AD1834-A5E8-401D-AACC-4010D65B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0EC72186-7153-42E0-BA50-8C1D3B93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F8F05873-2536-4033-A4CA-5C5619E2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A3CD0B22-7077-4D62-A316-CAA2E837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2E2CEB5D-BDE3-4F25-A345-FBC982CD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3A953F00-2AD3-4411-973F-C1AD1A93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E0EBA29D-440C-4277-ABC4-47A8C56D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E3249B10-5623-440F-BD76-B39FC2A3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D774D3B6-EC6C-4DB0-9FD6-53F6D561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9BEAE40E-3324-43C0-A976-86F26BA5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7690AAB3-4B32-43EB-B31E-E8EEA043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26989BE-1516-4332-8FD6-38924318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EE27AC03-A8F9-4AC4-B3F1-CC514BA1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8711E01F-180E-4D54-BD97-585CEC94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7A42E6A2-0A43-4261-A2AA-8E0CB41F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56867391-C9C9-400D-B777-E902E9A5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ABC6F5B7-F275-46CA-8D11-D4E46CB8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8B363F50-165C-4BF5-99A5-10DD4361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124FD7CB-1A7C-4B7A-8C16-FD8317DC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9D1C38A-DE17-4E46-A1A7-D37F194D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0042356-7A2A-4F77-A96A-B019D57B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 passa de Simple para Combined. O antigo encontro, em 6,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331088F8-C11F-43CC-AAF0-2440F62A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10. O drone passa a reencontrar o caminhão em 10.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ECB9A3C1-06FF-4503-A5C5-21DDBD6E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7688 − 2 = 7686.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5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8BE1C863-8010-4AC9-A04A-BAC4E621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7.686</a:t>
            </a:r>
          </a:p>
        </p:txBody>
      </p:sp>
    </p:spTree>
    <p:extLst>
      <p:ext uri="{BB962C8B-B14F-4D97-AF65-F5344CB8AC3E}">
        <p14:creationId xmlns:p14="http://schemas.microsoft.com/office/powerpoint/2010/main" val="35139473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09: MakeFly no vértice 9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10800D-D5E6-B48B-B335-F070B0EAA3B9}" type="slidenum">
              <a:t>44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4F15A45-97A7-412F-8AE2-8CD19C2C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4E63CCA-C292-438D-ACAD-716756D1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B9A09D2-B7B0-413E-9CDC-188AEE8D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F7F1913-C586-4FC2-996E-DED2CFB6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862E40A-4D1F-44B4-BCE2-6DB86631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69A1547-22C1-47DF-803B-D56FEF00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FFC4C6B-D5EA-4843-985E-6F817201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CFB2A6A-C7A2-48CA-AA22-0FC32D9B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544305CA-D78E-4859-8CB5-8264C5E2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4DB59520-4B71-4320-9D2B-D5382EB0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E8EFE43-16C8-4E23-9B9C-F31ED544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EF725583-691D-4698-8B55-92220496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B54F679-65AB-47BC-A2AC-407935CD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09D44B6-D6E3-40EA-A896-FDBB6951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330F449-18ED-468C-BF3C-3921267F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51284BD-D3CC-4A67-BBB3-0B055FA8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7DE577A9-84B2-40CF-B9BF-3B44234C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E22796E-13EE-4502-BCDB-0BE6920C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637565"/>
            <a:ext cx="1210651" cy="903953"/>
          </a:xfrm>
          <a:custGeom xmlns:a="http://schemas.openxmlformats.org/drawingml/2006/main">
            <a:pathLst>
              <a:path w="1210651" h="903953">
                <a:moveTo>
                  <a:pt x="1210651" y="0"/>
                </a:moveTo>
                <a:lnTo>
                  <a:pt x="0" y="90395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9449C621-553C-41F2-95C1-DAB5A15A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28AB4B0E-5DCD-4E45-8E33-C18AC156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Vértice 1">
            <a:extLst xmlns:a="http://schemas.openxmlformats.org/drawingml/2006/main">
              <a:ext uri="{FF2B5EF4-FFF2-40B4-BE49-F238E27FC236}">
                <a16:creationId xmlns:a16="http://schemas.microsoft.com/office/drawing/2014/main" id="{4FA6797D-18A0-44F0-9287-4E60FEEC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53E62592-FDC5-4366-A142-275D4BD4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70C8AD50-C2B7-4459-93CB-4622EADD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0130D65B-F9C9-4652-8F42-E1681DBA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9664EAD8-467C-4E5D-ADB4-073017FD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0328BCF4-522B-4041-94F6-CD7220CE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9F8F291E-8DAC-4EC5-8C09-D059F956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50259CA2-6FA1-4077-BDB6-8F4E5DB4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BF867930-86AC-4FE4-883D-4477F381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FCED0446-6BB6-4737-BCE8-AC786AD3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A7DC51D6-2B6A-40C0-8622-EDB78A27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24399EC7-6A13-4071-B3EB-523D0E0C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23BAEC6-A1FF-444F-AEBA-8757BF09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42327835-6F5A-4CAD-8C0C-F756A14A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876062D-011B-4153-A645-3EC8113F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6FE4C4A-C8AC-430E-BE90-A992480C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7B3C74C-ED8E-4ED2-A0E6-3D6C9BAB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77AE4376-D71E-4166-89BB-1181FCC6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754695F2-7B1E-4A04-88D7-BBC43889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574BFAE3-E51F-461D-8AC0-7E3C124F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7138BCAE-B15D-426B-B9D5-B01D4BC9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7AF04F0-7458-4BC5-B9A0-1042D239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FB3E9E90-FF31-4025-B309-7A0B4ED2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9 passa de Simple para Drone. 10 e 11 tornam-se Combined.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B6FBD65E-FC14-4798-AB12-6021DC94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9. O drone voa 10 – 9 – 11.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E35FF9DD-8A5A-41E3-BCAB-8027D399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7686 − 0 = 7686.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3 posições Simple.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F07D1F65-FBFE-4DD2-A79B-2D850697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52FADD4E-76FD-48BA-B528-90FF11F1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7.686</a:t>
            </a:r>
          </a:p>
        </p:txBody>
      </p:sp>
    </p:spTree>
    <p:extLst>
      <p:ext uri="{BB962C8B-B14F-4D97-AF65-F5344CB8AC3E}">
        <p14:creationId xmlns:p14="http://schemas.microsoft.com/office/powerpoint/2010/main" val="2013640745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10: PushLeft no vértice 14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60EEA-E29B-CF3D-E7B7-BE01DFE3A2D2}" type="slidenum">
              <a:t>45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DFD8058-3D31-4362-BC8F-A126BF63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10F102C-58F2-4950-B8ED-EF3F3C2C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2F80C00-9C45-4C17-B7CC-8E38D2DC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CA7B164-9FF9-4162-AF1B-7B7F0217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1CE4D09-9ADC-4D14-BBF5-EE4758DD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E6FDF10-693E-4BB1-9988-BB51A2C3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EF28CA1-F325-4AB2-AA3A-538871CF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EDADBA0-4B79-42F8-B53C-17A4C9C7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5AC423D-481C-48F5-9A4D-91AF96F1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651E025-D6E2-4998-BC50-13EC8052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CE7E1D4-6E5D-4F98-AC65-9DDB7039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CBD87702-513A-4B97-926C-5242D469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D4E8511C-F79F-4DF2-AA14-C6515D87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79B85EC-8ADD-417B-A83D-A70342FF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0D2336B-C575-4991-A855-56CFE937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858C25E-764C-4600-B5E0-876F6047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CA95B48-7220-4B05-8F14-ADF75359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719C1E6-B1C2-4CDC-9F89-02D5AA0B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637565"/>
            <a:ext cx="1210651" cy="903953"/>
          </a:xfrm>
          <a:custGeom xmlns:a="http://schemas.openxmlformats.org/drawingml/2006/main">
            <a:pathLst>
              <a:path w="1210651" h="903953">
                <a:moveTo>
                  <a:pt x="1210651" y="0"/>
                </a:moveTo>
                <a:lnTo>
                  <a:pt x="0" y="90395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01A4B546-6D68-4B23-A8CC-BA1ADAD4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E709D48C-050B-4F85-8E44-BD07DE47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3035361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2360507" y="26377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Vértice 1">
            <a:extLst xmlns:a="http://schemas.openxmlformats.org/drawingml/2006/main">
              <a:ext uri="{FF2B5EF4-FFF2-40B4-BE49-F238E27FC236}">
                <a16:creationId xmlns:a16="http://schemas.microsoft.com/office/drawing/2014/main" id="{BCF091EC-A637-481E-AC69-1ABB3544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8D6051F5-8DE8-4201-819E-E60612EB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EA3F4E0D-CBCA-43A4-9E70-8948A5E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2A9440E1-5BA0-4D5A-B3D5-76D95801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3A6420EC-829D-4A67-AA96-259B6F10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42ADAC48-82FA-42BB-8243-CD0AA30B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020C77C5-5E13-4994-88B2-CEF0FB9B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B35F99A5-5FB8-4A76-B874-595A36C4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248C5DE4-D1C8-43F7-A9AB-69F94FF9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80AFB5D-1950-4221-BE3C-1DE51646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261D0979-E8D4-43E9-AD6D-DD981138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A52E5397-A1F1-4040-94F1-A32B51B1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EEBB26D-E1BD-497A-8958-AA6A07C5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5637DD40-7B01-4755-BA67-13138A4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CD70F4A7-DCB9-4FBB-A1BC-0CE3E851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488A6DD3-00E0-4967-9289-27E8993D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A47B870-A353-40AC-BCDC-D6C9E8E0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BD2D797-7214-4B65-9838-31359773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1D700979-40A0-4DE1-9E8F-0CCF3DA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EFE31AFD-4A47-428C-A4AF-2223F57C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D269F2B9-E893-4102-871A-C47C69DA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541F5B70-AD1E-4BC3-90EC-DCB0C6BC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CE7E58CC-A25F-4689-881A-51D9E68A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 passa de Simple para Combined. O antigo encontro, em 11, passa a Truck.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68F7C536-F7D7-4291-8A48-4BDA1BD8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14. O drone passa a reencontrar o caminhão em 14.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F0EBF68-DF0A-4ADF-B8B4-834ADC27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7686 − 18 = 7668.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2 posições Simple.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719EBAC8-447D-492C-97D6-0BB091DE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7.668</a:t>
            </a:r>
          </a:p>
        </p:txBody>
      </p:sp>
    </p:spTree>
    <p:extLst>
      <p:ext uri="{BB962C8B-B14F-4D97-AF65-F5344CB8AC3E}">
        <p14:creationId xmlns:p14="http://schemas.microsoft.com/office/powerpoint/2010/main" val="1949377307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11: MakeFly no vértice 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2DB7CE-501A-BBF4-0CAD-B084CE0A592C}" type="slidenum">
              <a:t>46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FDD7B8C-3112-4E09-B663-C3CD36B1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45A38F2-EF0C-4CA0-90D1-EADB4B98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A6C2F13-FFE5-4D23-9C19-854A865C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5AD6548-E20E-4F72-8173-96329209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9285834-7E42-4ABF-801D-02120D77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208FC3F-1195-4602-A5E0-755921A3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B4902A3C-C75A-4D14-BB45-D8DD33B1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FE6EDD2-5B56-4436-B4C1-7F8DA749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6BDDFD7-AEF1-4779-A27D-4E42D34F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EBACCB0-11C0-458E-9210-116290BA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81F5F597-77CE-4D77-8811-83C7EF83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E43F2F0-8133-48DC-8607-D701C082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64" y="3088757"/>
            <a:ext cx="953" cy="1213887"/>
          </a:xfrm>
          <a:custGeom xmlns:a="http://schemas.openxmlformats.org/drawingml/2006/main">
            <a:pathLst>
              <a:path w="953" h="1213887">
                <a:moveTo>
                  <a:pt x="0" y="0"/>
                </a:moveTo>
                <a:lnTo>
                  <a:pt x="0" y="121388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A681F96E-AA40-4453-B31E-FDCA9FD2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5559C1F-D1BF-4002-A995-210A544F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D33E1BD-E112-4A65-9389-CB6CA252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A7BE1D75-E3C0-4087-985D-AD4802CF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B32D73F-6651-4B01-A6A6-C4821175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637565"/>
            <a:ext cx="1210651" cy="903953"/>
          </a:xfrm>
          <a:custGeom xmlns:a="http://schemas.openxmlformats.org/drawingml/2006/main">
            <a:pathLst>
              <a:path w="1210651" h="903953">
                <a:moveTo>
                  <a:pt x="1210651" y="0"/>
                </a:moveTo>
                <a:lnTo>
                  <a:pt x="0" y="90395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E88762CF-F4CC-41E9-AD17-C54D0C5D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53768386-48BF-4015-8F10-51C555E7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3035361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2360507" y="26377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01A02263-0606-46B3-8AC0-38909614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79AA4BD3-6FE4-45A8-AC0D-3848667C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Vértice 1">
            <a:extLst xmlns:a="http://schemas.openxmlformats.org/drawingml/2006/main">
              <a:ext uri="{FF2B5EF4-FFF2-40B4-BE49-F238E27FC236}">
                <a16:creationId xmlns:a16="http://schemas.microsoft.com/office/drawing/2014/main" id="{4C1E6C95-AFDD-4F9F-A27E-5E5B2A63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6" name="Vértice 2">
            <a:extLst xmlns:a="http://schemas.openxmlformats.org/drawingml/2006/main">
              <a:ext uri="{FF2B5EF4-FFF2-40B4-BE49-F238E27FC236}">
                <a16:creationId xmlns:a16="http://schemas.microsoft.com/office/drawing/2014/main" id="{8D82F931-27CE-49B4-913E-37DFE5C1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7" name="Vértice 3">
            <a:extLst xmlns:a="http://schemas.openxmlformats.org/drawingml/2006/main">
              <a:ext uri="{FF2B5EF4-FFF2-40B4-BE49-F238E27FC236}">
                <a16:creationId xmlns:a16="http://schemas.microsoft.com/office/drawing/2014/main" id="{9BF2E190-E15F-4047-8E20-3DD2BD3A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8" name="Vértice 4">
            <a:extLst xmlns:a="http://schemas.openxmlformats.org/drawingml/2006/main">
              <a:ext uri="{FF2B5EF4-FFF2-40B4-BE49-F238E27FC236}">
                <a16:creationId xmlns:a16="http://schemas.microsoft.com/office/drawing/2014/main" id="{679B9FCA-7935-4A55-8A9A-B921E15B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9" name="Vértice 5">
            <a:extLst xmlns:a="http://schemas.openxmlformats.org/drawingml/2006/main">
              <a:ext uri="{FF2B5EF4-FFF2-40B4-BE49-F238E27FC236}">
                <a16:creationId xmlns:a16="http://schemas.microsoft.com/office/drawing/2014/main" id="{5123EC17-A806-41BC-BCE5-DEE7D2DE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0" name="Vértice 6">
            <a:extLst xmlns:a="http://schemas.openxmlformats.org/drawingml/2006/main">
              <a:ext uri="{FF2B5EF4-FFF2-40B4-BE49-F238E27FC236}">
                <a16:creationId xmlns:a16="http://schemas.microsoft.com/office/drawing/2014/main" id="{494AD835-A92C-4444-A745-DD6A5912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1" name="Vértice 7">
            <a:extLst xmlns:a="http://schemas.openxmlformats.org/drawingml/2006/main">
              <a:ext uri="{FF2B5EF4-FFF2-40B4-BE49-F238E27FC236}">
                <a16:creationId xmlns:a16="http://schemas.microsoft.com/office/drawing/2014/main" id="{A3FB62EC-97E4-4EA5-A19A-09C8473D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2" name="Vértice 8">
            <a:extLst xmlns:a="http://schemas.openxmlformats.org/drawingml/2006/main">
              <a:ext uri="{FF2B5EF4-FFF2-40B4-BE49-F238E27FC236}">
                <a16:creationId xmlns:a16="http://schemas.microsoft.com/office/drawing/2014/main" id="{1B5BA994-FD10-45B9-8278-EFCBA877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FCF63187-CEE6-41D7-BBF6-51556282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774A662F-C55B-44ED-8684-EE140031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604AFE49-25C9-4EB4-8B8A-14734209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113ED0D9-BBA9-46FF-90A9-B3855D3A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EF790A1-E617-44B1-983F-0C0B62B9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B1CFAB3D-3DDE-4310-A21B-193E43DD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7D20AAE3-EAC2-4F5B-88DE-B07EA339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0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A8D7C3D-E738-4EBB-8042-1A076E79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1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77F17C8-6F3F-4C5B-9B60-4936359F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CE547C8-3988-4E23-A67D-121E31F6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9C5065C9-DAA4-44E9-8A59-8EF2D5C7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FDC462EC-3E16-4E5F-9270-9880C76B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4DD16D4-A6F8-40B3-9876-71AF9DA1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413E87A-3852-44DD-BC25-0B399F17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7F31F976-8158-46C5-B021-D5DFBAA2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15 passa de Simple para Drone. 14 e 5 tornam-se Combined.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A93593D0-4A71-44A8-9104-41C3C8F1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15. O drone voa 14 – 15 – 5.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3614156D-7B8B-4C04-9C1A-2CF27ED9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7668 − 0 = 7668.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0 posições Simple.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180B5EBC-EC75-4FBF-BC14-15C567C6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53C09880-2889-4A37-A3E4-BD788E34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7.668</a:t>
            </a:r>
          </a:p>
        </p:txBody>
      </p:sp>
    </p:spTree>
    <p:extLst>
      <p:ext uri="{BB962C8B-B14F-4D97-AF65-F5344CB8AC3E}">
        <p14:creationId xmlns:p14="http://schemas.microsoft.com/office/powerpoint/2010/main" val="2128396260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Busca local sobre a ordem das visitas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66E625-45F0-7FC0-7206-B9D4780D3461}" type="slidenum">
              <a:t>47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AE0A455-F3E9-4494-8452-0F8DE6CF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ITERATIVEIMPROVEMENT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56DB704-86AF-4586-A4D0-22489CB8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3A675FF-299C-444D-9D53-1E62BEF8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D9F63FF-0163-4A26-93DC-BFBEF1EC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5EF88F8-1493-46E4-9296-68CA9B2F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5E74AB0-AD4E-421E-8D08-A727F453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E552409-355D-48C1-8703-B9FC10CA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C49B361-9EB6-4DEA-90A8-79BA3F1D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FC0CC409-1581-4105-9119-14DAB723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B5055B6-2D4E-4CFB-91B6-CC6F03F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91673B5-001A-46F1-91EB-6EC48CF2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9AF5A3A-110F-4431-BA05-5D788191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64" y="3088757"/>
            <a:ext cx="953" cy="1213887"/>
          </a:xfrm>
          <a:custGeom xmlns:a="http://schemas.openxmlformats.org/drawingml/2006/main">
            <a:pathLst>
              <a:path w="953" h="1213887">
                <a:moveTo>
                  <a:pt x="0" y="0"/>
                </a:moveTo>
                <a:lnTo>
                  <a:pt x="0" y="121388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62776A1-4ED0-413B-B1E1-3411FD7A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9AB05AE-E3E1-4BC4-AE33-8BC1E84E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07616D8-7BF3-4513-95F2-892DB7B6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B896B13-29DF-45F0-A69C-4F0BC5ED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F3AC77FD-79C7-4F10-8003-9D8FEC87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637565"/>
            <a:ext cx="1210651" cy="903953"/>
          </a:xfrm>
          <a:custGeom xmlns:a="http://schemas.openxmlformats.org/drawingml/2006/main">
            <a:pathLst>
              <a:path w="1210651" h="903953">
                <a:moveTo>
                  <a:pt x="1210651" y="0"/>
                </a:moveTo>
                <a:lnTo>
                  <a:pt x="0" y="90395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23D83F0-1BAD-4894-BD80-64195CEC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A2A46EC-2BF4-4B8B-8225-30E4437F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3035361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2360507" y="26377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DD5A422A-C8E8-4048-9BE6-76EB5436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49E113BC-92EA-4B02-B6BE-ABA5D397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Vértice 1">
            <a:extLst xmlns:a="http://schemas.openxmlformats.org/drawingml/2006/main">
              <a:ext uri="{FF2B5EF4-FFF2-40B4-BE49-F238E27FC236}">
                <a16:creationId xmlns:a16="http://schemas.microsoft.com/office/drawing/2014/main" id="{26B5840F-B70F-495D-BEBC-AE31F26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6" name="Vértice 2">
            <a:extLst xmlns:a="http://schemas.openxmlformats.org/drawingml/2006/main">
              <a:ext uri="{FF2B5EF4-FFF2-40B4-BE49-F238E27FC236}">
                <a16:creationId xmlns:a16="http://schemas.microsoft.com/office/drawing/2014/main" id="{2E14BAB3-B717-47C4-A142-46565C7E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7" name="Vértice 3">
            <a:extLst xmlns:a="http://schemas.openxmlformats.org/drawingml/2006/main">
              <a:ext uri="{FF2B5EF4-FFF2-40B4-BE49-F238E27FC236}">
                <a16:creationId xmlns:a16="http://schemas.microsoft.com/office/drawing/2014/main" id="{6532D52B-5477-4964-A6D0-A01DB4AD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8" name="Vértice 4">
            <a:extLst xmlns:a="http://schemas.openxmlformats.org/drawingml/2006/main">
              <a:ext uri="{FF2B5EF4-FFF2-40B4-BE49-F238E27FC236}">
                <a16:creationId xmlns:a16="http://schemas.microsoft.com/office/drawing/2014/main" id="{926AA8FF-35D2-4FB0-9E3B-A7B3B36C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9" name="Vértice 5">
            <a:extLst xmlns:a="http://schemas.openxmlformats.org/drawingml/2006/main">
              <a:ext uri="{FF2B5EF4-FFF2-40B4-BE49-F238E27FC236}">
                <a16:creationId xmlns:a16="http://schemas.microsoft.com/office/drawing/2014/main" id="{B62F3BA4-0F0C-4A42-9064-05543FCD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0" name="Vértice 6">
            <a:extLst xmlns:a="http://schemas.openxmlformats.org/drawingml/2006/main">
              <a:ext uri="{FF2B5EF4-FFF2-40B4-BE49-F238E27FC236}">
                <a16:creationId xmlns:a16="http://schemas.microsoft.com/office/drawing/2014/main" id="{FED3333B-F7C5-444A-A187-BD2572ED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1" name="Vértice 7">
            <a:extLst xmlns:a="http://schemas.openxmlformats.org/drawingml/2006/main">
              <a:ext uri="{FF2B5EF4-FFF2-40B4-BE49-F238E27FC236}">
                <a16:creationId xmlns:a16="http://schemas.microsoft.com/office/drawing/2014/main" id="{64E40691-598B-4D97-89ED-AD7485EF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2" name="Vértice 8">
            <a:extLst xmlns:a="http://schemas.openxmlformats.org/drawingml/2006/main">
              <a:ext uri="{FF2B5EF4-FFF2-40B4-BE49-F238E27FC236}">
                <a16:creationId xmlns:a16="http://schemas.microsoft.com/office/drawing/2014/main" id="{40E5431F-D9EB-443B-A2E1-5F159CC5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96B70F7D-135B-44C0-99D7-FB31A732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6763DA2D-EDC5-43A0-B7BA-D40BA997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6DB991F6-AEE6-41F8-A53D-B1106D89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801E1D5-B135-43C8-829F-4F343AEB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56427CB-BA4E-4C65-8005-47C7C211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E968391-0D32-48EB-BFFE-D99A3093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9BFDE69C-72E3-4B8A-9A0E-D0CB4F55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C0AC36AF-054C-468C-8D07-7C7D16BD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8B2E8675-0E96-4FE2-9343-AB3213D2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27593E6-77FE-4C48-ACAA-4E82084D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DC47D22C-71A7-4170-A4C8-675C1E38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DF1FB7B7-061D-4A2E-B55D-F94F421F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50BA5849-8C81-4EDD-9F0E-7FB0BCF8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797D9F79-FC53-440D-9941-DD0A101A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primeira partição custa 7.668. O código testa trocas, inversões 2-opt e realocações.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6377CDB7-4F22-41D6-8292-C32B4DF6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Em Ulysses16, avalia os 420 movimentos de cada rodada e particiona cada rota candidata do zero.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D614E426-CED4-493B-B60B-329E95E9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melhor redução estrita da rodada. Rotas apenas testadas não substituem a solução corrente.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C7F1C941-3E74-4228-80DF-73AC6A6B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7.668</a:t>
            </a:r>
          </a:p>
        </p:txBody>
      </p:sp>
    </p:spTree>
    <p:extLst>
      <p:ext uri="{BB962C8B-B14F-4D97-AF65-F5344CB8AC3E}">
        <p14:creationId xmlns:p14="http://schemas.microsoft.com/office/powerpoint/2010/main" val="325558578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1: custo 5216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9CF87E8-8F71-04A5-6F3A-BEE8F630D5E2}" type="slidenum">
              <a:t>48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55AB5C0-DA88-4902-9205-B22DCA8A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1434AB2-1BF9-4FB1-A4DF-D7A2B4E1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489FD33-4AEF-44A3-A9D0-357FD819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58B8D5A-704A-49F3-828A-7E08799B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6B615CC-BC85-433C-A1EA-8436BCDD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878CF88-E4C3-42A1-8D84-CECDFB0C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813890B-7679-413A-BACF-D18314A3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AFE3201A-70F1-4231-9A93-EFC1F14E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A4334E7-C5B5-49B5-AB12-1778790D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5DC798F-ED45-4350-A1A7-78F83709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87A4192-1A23-4E98-B0FE-69B7558F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E11A5364-2BDD-41A7-8E3B-7D2914F2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EC4F237-E97D-4142-8C9A-2E979476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3035361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2360507" y="26377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E1E1D42-3ABF-49B8-857A-05DBCED9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FF71D8D-52A7-4F19-BE9A-004FDDBD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25EA3A5-0C94-45B4-BF58-0B655401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A20AFED-E035-4ACE-9520-018A97E2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A49D3FC-B7ED-40DC-9E0A-1CCAA880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73" y="1849882"/>
            <a:ext cx="3397687" cy="2536940"/>
          </a:xfrm>
          <a:custGeom xmlns:a="http://schemas.openxmlformats.org/drawingml/2006/main">
            <a:pathLst>
              <a:path w="3397687" h="2536940">
                <a:moveTo>
                  <a:pt x="3397687" y="0"/>
                </a:moveTo>
                <a:lnTo>
                  <a:pt x="0" y="25369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A9758068-01E5-46D4-B2F7-301C3986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400B06FB-8635-427B-8041-11690399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08E1909F-2B59-43AC-9A3B-E352D222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771056C0-9AB5-4E15-B3D9-F39B1B93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542FC500-C0AC-469B-8B21-4E234CC3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E80B7635-51E9-4B64-A25B-64C79956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2FE8409C-1756-4487-82F1-8504BDC8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A9F69873-ADEB-4289-BC65-1C30B592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BFF8035F-7492-40F9-AAFA-E0716B62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482130F4-D2C5-4803-BB34-AEBA15BB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76EDC61-91B2-4FA2-9C17-59D94A67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B6E00B7-6ABB-488B-89A7-76DE896A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4A0BB92F-2070-48F2-9EEF-EE1C0B37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75EA0C6-186A-47EF-AF49-FBBA55F0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D2201A8E-712F-4BAC-945A-BFCFFBDE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768D11C-DEA4-4CF9-9D14-1CBF28B2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B89466DD-9B0C-4E4B-B950-791AF0DC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7B57586B-F542-4A86-97F5-011F0BC6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79D3DDCB-49F1-418F-A8BF-903DEC94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41D9B9C7-AAAF-4757-B10C-6E704673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F455108-4505-4E1D-95F8-AEB38A92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921D738A-B245-4162-B427-66518653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11 da posição 12 para a posição 1 (1-point move).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0AB481E7-BE17-43EC-B8E3-70E6B852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7668 para 5216.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85B14496-C62F-4AC4-955E-2F6B0A59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13 – 12 – 7 – 6 – 10 – 9 – 14 – 15 – 5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35FC61CB-39DD-4070-AE41-7C72E75F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5.216</a:t>
            </a:r>
          </a:p>
        </p:txBody>
      </p:sp>
    </p:spTree>
    <p:extLst>
      <p:ext uri="{BB962C8B-B14F-4D97-AF65-F5344CB8AC3E}">
        <p14:creationId xmlns:p14="http://schemas.microsoft.com/office/powerpoint/2010/main" val="870892988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2: custo 4878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4175A-4E66-87FD-D56A-AAD4D4BBF877}" type="slidenum">
              <a:t>49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85AC286-8914-4148-90B0-F257482F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27DA24F-D170-4A97-97BF-4A75AC3F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E98A95D-D663-4BAD-BED9-85E2D042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5C941C1-3034-43CC-AE24-6152C3DF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83EDA58-A366-42FF-8214-CBB7752A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F7E897B-63A5-46C8-B6C5-EF09DFB3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0AA8989-64E5-46F9-81E7-9CA0C273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B0C7EE3-9ED5-43E6-85A1-3D5D842C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C36C87E-A95B-4CEE-A9E9-1BCE65AD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24B3987-6E9B-4BF5-8D50-B8742290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735A239-688E-4B9C-9771-E1C427C8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EABA543-AD9C-4092-A688-420558DB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E2D2D821-0369-4ACD-BEE7-A77826E2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4605743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2264967" y="11300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9284D942-46F7-4A3D-A535-C72A89F3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5D4B7ED-890E-4398-BE96-6141C543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58" y="1687472"/>
            <a:ext cx="2521683" cy="1882857"/>
          </a:xfrm>
          <a:custGeom xmlns:a="http://schemas.openxmlformats.org/drawingml/2006/main">
            <a:pathLst>
              <a:path w="2521683" h="1882857">
                <a:moveTo>
                  <a:pt x="0" y="1882857"/>
                </a:moveTo>
                <a:lnTo>
                  <a:pt x="25216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01BE5D3-25D8-40AD-9DF7-49D6929F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65D7C5D-969D-4A69-AE49-B91261C2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59" y="1818060"/>
            <a:ext cx="3576000" cy="1784090"/>
          </a:xfrm>
          <a:custGeom xmlns:a="http://schemas.openxmlformats.org/drawingml/2006/main">
            <a:pathLst>
              <a:path w="3576000" h="1784090">
                <a:moveTo>
                  <a:pt x="3576000" y="0"/>
                </a:moveTo>
                <a:lnTo>
                  <a:pt x="0" y="178409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504818D-41CF-456B-9840-CAA5FA7D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D5A361AD-68B7-4378-BE33-1551913F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1130007"/>
                </a:moveTo>
                <a:lnTo>
                  <a:pt x="2264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F42F6FA8-A566-4631-BC54-C911A7EF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88A4B6ED-086D-415A-B2B2-32265431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E992C885-DC1A-4265-964A-C0F859D8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15CFB21E-0DDC-417E-B5E7-39935C17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5DC6B9BA-D21E-4F77-B027-10CB8424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3FDA0CE7-432D-420A-8FE3-738F58EC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5E452BAA-F270-4861-AEBA-B89E8AD4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902B16BD-73F0-4D34-BDF5-3B901EB1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C1FF7660-F98C-4E43-AD9B-A26EF408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5CABDDE-3DAD-4B3D-9966-8665E848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243EE7D6-7F67-4D32-88FF-F3C42B24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67C717E-5702-45B7-84F0-1B85934A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FD5B0B5-2A07-424C-B86D-589AE9B3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34E7515-6DE4-4685-B22C-4535FC57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747CA9E-0136-4030-B172-BD0EEAE9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EFA95051-56BA-4F8C-8603-2117CDA0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25762FA9-40AC-4D26-BC33-54BA1D33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C6D43D26-2FEA-4061-9AD5-B31F80C3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005EDC30-7EF9-4D64-B45D-440896B8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56E4B3D9-EAD9-4D73-8257-CB74B845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04CF8EE-A8FB-48EC-A2C8-4240C43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CE713EC0-AA91-42DF-9CD6-366A6D47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Troca os clientes 14 e 5 (2-point move).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E0A48FB-9C00-4082-9C15-3C4691E2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5216 para 4878.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E4028EED-2CEC-40BA-9124-BB7B4C52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13 – 12 – 7 – 6 – 10 – 9 – 5 – 15 – 14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3FF4D7D-A32B-4256-A18F-351EEDEE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4.878</a:t>
            </a:r>
          </a:p>
        </p:txBody>
      </p:sp>
    </p:spTree>
    <p:extLst>
      <p:ext uri="{BB962C8B-B14F-4D97-AF65-F5344CB8AC3E}">
        <p14:creationId xmlns:p14="http://schemas.microsoft.com/office/powerpoint/2010/main" val="254257247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3: custo 4762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1E0C6-B3E9-2F0E-6F4F-4638278C4AE4}" type="slidenum">
              <a:t>50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CBF0124-7555-4432-A4E4-62572F1B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66BFE7A-B206-4942-AB5E-A956B5D1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4F88000-1CF0-4590-BAD3-5AA95EEE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B9F6EA1-DCE3-4141-AE08-BF15301D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E8AD696-15C0-4ACC-9393-4501F0D3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045C390-785B-48D1-9C0B-A6CE2773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5733EC2A-B3EF-486A-A08D-32FE7095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8D1DB8C-C85A-4EAA-A690-DF77C1FC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8A6F0D21-128A-4E08-AAA6-36AD0F0D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43C87FE0-5525-4421-AA24-D8D4892E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65D68DA-5E8B-4932-8550-6A43893A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8E27249-1C1C-48BF-953F-95FC77F6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586" y="5266299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1620170" y="501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4DDCFA0-B4A1-4BA7-BB4C-5B11313D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79723E4-94CD-4C23-9C57-83D6A27E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B8108CC-4AC5-4308-9546-D59C7BE0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081469D0-3A7B-4E5E-A5A9-DB1EB4D5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1130007"/>
                </a:moveTo>
                <a:lnTo>
                  <a:pt x="2264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37F92ED-036A-481F-84C2-4A80F4A8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DE923B3-7ED1-445E-9928-DB2C3011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990D2CDB-C5EE-4679-9036-C902BA8B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3CF0D50E-C4FD-4A24-BE6D-85147C5A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40A75936-272F-4EBB-8416-194EA804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1A2A9118-B578-4F21-87EF-BBF0A4A7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58A6AD25-811D-4127-9897-AD2B6A1A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F84FBB5F-93D7-4C2B-837A-CE9ACC29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59DEF7CE-7704-4FE7-B60A-C22C23B5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F4896DB4-7EFC-431A-B0CF-DC44D340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29EE0F79-D04B-452E-8E41-58E778FB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0D32B4B1-B2F5-4E8F-9252-5F8E4FC0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192863A-5BF5-45D6-85BA-004600D1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FE9A53A5-E00C-4D97-B27A-F0F1C5B6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6350D770-F0BA-4DA4-8EEC-E628B9BB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5571CEAC-99CA-4745-94F2-77724AB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0E92141E-D5A2-4068-B52E-5BE07E9A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18EA936-D56D-4312-BC81-C1078215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FA1C0B66-E4CE-4944-ADA3-7D85FE9D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32727956-AC56-44BC-A0B9-965698F0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C540AA2F-A64D-4D20-A4E2-E9EC9E86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C7429C42-FE65-412A-AC43-48536546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13623FD6-AB9A-477A-9921-EF5159F7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59D56801-F1ED-4B5C-AC86-5053A0CD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6 da posição 10 para a posição 12 (1-point move).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83A8D75-C200-4EF2-A13A-8B0FFB1F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4878 para 4762.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98E69D65-1F42-4619-B58B-935046DC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13 – 12 – 7 – 10 – 9 – 6 – 5 – 15 – 14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EFD8B1A4-AC08-4D19-94C9-7F6656D0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4.762</a:t>
            </a:r>
          </a:p>
        </p:txBody>
      </p:sp>
    </p:spTree>
    <p:extLst>
      <p:ext uri="{BB962C8B-B14F-4D97-AF65-F5344CB8AC3E}">
        <p14:creationId xmlns:p14="http://schemas.microsoft.com/office/powerpoint/2010/main" val="511055429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4: custo 4726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43A58D-60CA-DFB2-80EC-B65AE4CB9481}" type="slidenum">
              <a:t>51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1A012E2-6461-4CA4-A671-65DE0706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DC8A847-54E5-4D77-B56F-D6AA260A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AE9E338-692A-42BD-A3E3-84B10E4D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4614109-ACEC-44A4-8BB5-33CA7080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423FA67-E1FC-460B-895B-7ED0FE30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836585B-2533-445D-9468-78A4937E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4BCB8C4-4E51-4DB5-BB92-93FB26F0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172" y="1880665"/>
            <a:ext cx="2834597" cy="3167564"/>
          </a:xfrm>
          <a:custGeom xmlns:a="http://schemas.openxmlformats.org/drawingml/2006/main">
            <a:pathLst>
              <a:path w="2834597" h="3167564">
                <a:moveTo>
                  <a:pt x="2834597" y="3167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453BB09-95D3-4EA6-A582-BC6C86ED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14BEAEB-B831-49E7-A59D-1EF349DA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3C33BF3-FC49-429A-B07E-F49242FF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78EE6C0-BAAD-419F-AA70-20E21DF0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586" y="5266299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1620170" y="501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6195885-2BDD-4574-AF35-99B367AA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87E8054-8A36-4713-99ED-73D1C811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D8D79F9-2EEF-443E-8A60-25FEA567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C034D32-6482-47DF-91C8-C7314E1D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1130007"/>
                </a:moveTo>
                <a:lnTo>
                  <a:pt x="2264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32EE08D-7629-4E94-926C-4C9152FD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8DC291E-8C51-476F-A8C0-3833CC25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3A80243-F625-420F-A025-ACADAEE3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BF86D96-82E7-42E0-A8F8-16BAB9D0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586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501085"/>
                </a:moveTo>
                <a:lnTo>
                  <a:pt x="16201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440C9952-9FAC-4EC8-944B-C5F535D5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C53FAFB0-BB74-4ABA-8E2D-92361542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42504143-9A92-443C-A732-DC651F4E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DF4EC56C-70BD-4814-A23A-7903062B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602EB7F6-BAE4-4E5E-9F94-92EDEE3D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24CD027B-CD51-4653-8CB9-709459C1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EA4217F9-601E-41E7-9A7F-276D4611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8840C971-2E9C-444E-9CF3-D79E4131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A7ED42F9-803F-4289-898A-CF34F12B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42EC196A-77DE-4D3C-8811-D15965A3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8D6E49F4-DA0F-4C1A-A97E-B9CB09BB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AE20B028-7EB2-4CA1-8727-9EA6A590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D8EF2348-3A07-4B57-A8D0-DE5F10C3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E30C5D4-EBBF-4AF4-A2C9-C94E7DC1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02C9278-4191-4B5E-9AB1-BD9A2994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692898ED-FC5D-48F7-8F04-0415382D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CC61AB65-84F5-4DBC-8F74-16AC2CA5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F43F0DB8-B473-4916-A1B8-B367F9D8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D1CB10A-5154-4770-A651-D6E6AC92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6337342A-A4D3-4569-BF0C-F9506252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3685DE41-A728-408D-9397-CF116A10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25040685-5EB7-440F-873A-FDFF5970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13 da posição 7 para a posição 15 (1-point move).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26E5221C-0590-42CC-8A4B-B8B610B2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4762 para 4726.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5B70349-3C57-4CF7-B597-B35EB87D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12 – 7 – 10 – 9 – 6 – 5 – 15 – 14 – 13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B2FDAC7F-1651-47D9-BD78-5955BFBF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4.726</a:t>
            </a:r>
          </a:p>
        </p:txBody>
      </p:sp>
    </p:spTree>
    <p:extLst>
      <p:ext uri="{BB962C8B-B14F-4D97-AF65-F5344CB8AC3E}">
        <p14:creationId xmlns:p14="http://schemas.microsoft.com/office/powerpoint/2010/main" val="799703165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5: custo 4694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3A456-5465-3671-5B0B-A8DFBB753E5A}" type="slidenum">
              <a:t>52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08D4D6E-E6B3-47F4-A5A5-01DE6D30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366FB72-B4BB-4826-BD20-48403BD1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121060C-840D-442A-B407-172F5BD0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1976F20-560C-4FB7-86F1-1A89EDB8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8285FA1-2408-491D-90FD-844DF940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9265C99-ACC1-478C-B4AF-9F36C31D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AE65599-17D6-4D7C-A8A3-B9BAF72D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172" y="1880665"/>
            <a:ext cx="2834597" cy="3167564"/>
          </a:xfrm>
          <a:custGeom xmlns:a="http://schemas.openxmlformats.org/drawingml/2006/main">
            <a:pathLst>
              <a:path w="2834597" h="3167564">
                <a:moveTo>
                  <a:pt x="2834597" y="3167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985AA29-618C-400B-A325-4F16E9E9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86" y="1907753"/>
            <a:ext cx="1983728" cy="3575894"/>
          </a:xfrm>
          <a:custGeom xmlns:a="http://schemas.openxmlformats.org/drawingml/2006/main">
            <a:pathLst>
              <a:path w="1983728" h="3575894">
                <a:moveTo>
                  <a:pt x="0" y="0"/>
                </a:moveTo>
                <a:lnTo>
                  <a:pt x="1983728" y="357589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4943494-E939-47F0-8D95-205A8757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5FF634A-22CE-4869-92C2-5C5973A3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508C0BD-56C3-456D-9E1B-31039F93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F049BB9-D55F-47C3-A7C5-9D1A133E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4225899-8783-40A0-BBA5-9E12C338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FEBE8741-B14C-41EA-8FE3-B742C68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9B3E0A71-C735-48FC-8AA6-410E2AF5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1130007"/>
                </a:moveTo>
                <a:lnTo>
                  <a:pt x="2264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89E309D0-B215-4BD1-8030-F8C7FBCE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65FB0550-F35C-47A6-B8FC-AC779C5C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E8A3A75-EA6F-4398-8B85-46CE62F8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351A5FAF-F553-4B54-99E3-CCC48AAD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586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501085"/>
                </a:moveTo>
                <a:lnTo>
                  <a:pt x="16201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9C24D4CC-0829-46F6-A25B-0B6086FC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67A5AA37-3837-4E68-B391-CF537F2A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9750BBD0-3617-459E-ABB8-6CD3C483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02C4864E-5AB8-4E62-B012-1E7FF750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306582BD-1424-4F8E-822C-83DC20C8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0B0535DC-9459-43A6-8DC7-147E4774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939D56A7-7AF0-4B66-9194-E0FF444A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6829E117-79CF-46B4-819F-A6D69E01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2434765A-3F35-4EFF-88A8-C6A6DC46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B1E08EE3-518F-4590-8515-9527E465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0CC4AB1-5CE0-42A8-AC73-1DCF7C27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9973667B-AA3A-48AC-9767-25F18FC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4AB34BB-051E-483F-9321-7DAE56BE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CFEED43D-30D5-41F8-86FA-3067AE11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1933F4D7-549B-469A-913D-E91651C1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2208DBE6-29C4-447A-923F-BD128A59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3AB8FAC6-1672-4824-8DF7-A2112FAD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87750E1C-A33D-48C1-95F2-67051302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B70AD54-814B-46F2-8AC6-759C5EF9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50A8B52-C26E-4BDD-8D25-C72BBDBF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D0F1BD6E-0505-42AC-981A-A9AF66E6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31D43B49-1A2C-44A1-A4FF-51696CE5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7 da posição 8 para a posição 10 (1-point move).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7966CBD-5719-408F-957C-1DCAD62C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4726 para 4694.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9B6BADD-D14B-4BF4-BF8A-7EF0FEF9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12 – 10 – 9 – 7 – 6 – 5 – 15 – 14 – 13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5AC4A06-48EB-4F00-A448-BFDD88E7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4.694</a:t>
            </a:r>
          </a:p>
        </p:txBody>
      </p:sp>
    </p:spTree>
    <p:extLst>
      <p:ext uri="{BB962C8B-B14F-4D97-AF65-F5344CB8AC3E}">
        <p14:creationId xmlns:p14="http://schemas.microsoft.com/office/powerpoint/2010/main" val="2022308497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6: custo 4653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77B42F-3A06-F812-16D6-7080D8A12563}" type="slidenum">
              <a:t>53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49080CD-F3EB-4191-AA4C-463F43CA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0C4DEC2-C824-46D0-AB77-A4821514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DDEAFDE4-5D82-4156-916C-4A13960D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44BC8F5-70B0-4B1F-A393-1E094B5B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F3CDE2A-48B1-4E60-B909-65D466DC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2FF0C6C-B4B1-4624-A8EF-81F93502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03D160C-741D-49D4-88FD-08D553CD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64A582A-5127-4E7C-9CF1-1ECE476C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86D257B-B89B-4203-99EF-43D2FE0F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DCC2E98-3C25-42B3-B8D6-0D3A9241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DDDB45A-57F3-4E8A-96E1-AC7D362F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AEC11636-C202-4977-B066-DD5C777C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967EBFC-7BC0-49D9-BFF7-C8DA4BC9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99F77C5-1F24-445E-860F-DC9F789E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C12CCC0B-8474-49BD-AC93-C1632273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06E07538-55A9-4B5A-B8EB-C505F128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06451C67-BC42-45B6-B16D-26D3B374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EB14D3C-CA9A-4473-8FFB-4B9AE39B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1724511"/>
            <a:ext cx="1767936" cy="953"/>
          </a:xfrm>
          <a:custGeom xmlns:a="http://schemas.openxmlformats.org/drawingml/2006/main">
            <a:pathLst>
              <a:path w="1767936" h="953">
                <a:moveTo>
                  <a:pt x="176793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FF262D10-77FE-4304-9362-61618BD6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D7FDA432-E3CE-41BF-B268-71DC7985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2E88787A-CEB9-4D06-96A3-16EAEE0A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50C7AC00-B396-49B9-BD8C-48B221C0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952B1E8A-23F4-4400-8E1D-F72CA1C3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B44F7DF1-F2DD-4FC5-B931-34E8E0CD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73C6A1F9-D92B-437D-A5A8-8D4384CA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E3ECCF31-F31F-4FD3-A8B3-A9669DD8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0D888CFB-6D2C-4572-9A05-51E80A58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6D323A72-CC6D-4906-85C4-1E73F2AB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72C379F-0614-4F2F-BD5F-0FCAE3B0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D999629-DE16-4A09-81BB-507FC442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40401D1-C874-4626-B26D-6D03AD90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4C72D53F-3C2C-4383-A415-30313604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12DB7793-5B08-4A3F-A2AA-592E9C06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4354661-955D-4903-8D61-01DB492D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1122397C-6E1E-4F62-8CB1-6C9A2933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B58A7D56-8F8C-4E1C-A468-57B575BF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E44E56FD-55E2-4627-B2DF-1F5DBD21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53EE7AB7-317A-432B-B917-A1E2CEEE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8AA9748D-68AA-4FE7-B44E-087EDEEA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477ADA69-3866-4399-AD5D-B42AF5B6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12 da posição 7 para a posição 15 (1-point move).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9682F5A0-26CC-4E8E-8321-5B41E6A0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4694 para 4653.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B83149B-B449-43BC-8B19-C7768E2C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10 – 9 – 7 – 6 – 5 – 15 – 14 – 13 – 12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94537FD4-9386-432D-8372-297D0123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4.653</a:t>
            </a:r>
          </a:p>
        </p:txBody>
      </p:sp>
    </p:spTree>
    <p:extLst>
      <p:ext uri="{BB962C8B-B14F-4D97-AF65-F5344CB8AC3E}">
        <p14:creationId xmlns:p14="http://schemas.microsoft.com/office/powerpoint/2010/main" val="388207743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Última rodada e partição final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FFCF489-DFD6-64BD-BCB3-4D97AF36B1FB}" type="slidenum">
              <a:t>54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A344D4B-1DC9-4F40-B443-E478496C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ENCERRAMENTO DA BUSCA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AF5A833-8777-47A2-8EDA-9A157D99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752B3A5-557C-401E-AB19-5AE8E715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C3BD647-5F0D-4689-97C1-426DAA28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8E95E93-F84B-4660-97A8-8B013E65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68FB3F5-38DF-4477-85CF-4678D625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06D1167-E4A8-46B7-9BDB-08A9A1EE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8647D6C-15B9-4B27-98C9-6182CA53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D72D749-DDB5-40FC-A4D7-14DB34A3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C52D935-9D8A-46AE-8FD6-6E65EFE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AE57C17-83A0-4470-931B-A2E438CE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DE50E9A-3AEC-4CAD-910C-6E33DF7F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AF38E73-8C8E-4F34-94A1-076089E2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F1B6564-AB9E-49AB-95BA-2C13F8F3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2690DA7-1542-4FE0-8551-B667C77D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732F67B-EA35-4424-8451-6DE1925E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4078907-660C-4348-90B6-A108DE0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Vértice 1">
            <a:extLst xmlns:a="http://schemas.openxmlformats.org/drawingml/2006/main">
              <a:ext uri="{FF2B5EF4-FFF2-40B4-BE49-F238E27FC236}">
                <a16:creationId xmlns:a16="http://schemas.microsoft.com/office/drawing/2014/main" id="{923B5CDA-6F55-4C3E-BA34-6B4EC579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2" name="Vértice 2">
            <a:extLst xmlns:a="http://schemas.openxmlformats.org/drawingml/2006/main">
              <a:ext uri="{FF2B5EF4-FFF2-40B4-BE49-F238E27FC236}">
                <a16:creationId xmlns:a16="http://schemas.microsoft.com/office/drawing/2014/main" id="{F47A2BDF-C28C-4145-81B1-99AEA9F3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3" name="Vértice 3">
            <a:extLst xmlns:a="http://schemas.openxmlformats.org/drawingml/2006/main">
              <a:ext uri="{FF2B5EF4-FFF2-40B4-BE49-F238E27FC236}">
                <a16:creationId xmlns:a16="http://schemas.microsoft.com/office/drawing/2014/main" id="{3D701313-685D-4468-A9C7-1CE94CD7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4" name="Vértice 4">
            <a:extLst xmlns:a="http://schemas.openxmlformats.org/drawingml/2006/main">
              <a:ext uri="{FF2B5EF4-FFF2-40B4-BE49-F238E27FC236}">
                <a16:creationId xmlns:a16="http://schemas.microsoft.com/office/drawing/2014/main" id="{22102506-2BBB-4B40-B830-0946E2BD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5" name="Vértice 5">
            <a:extLst xmlns:a="http://schemas.openxmlformats.org/drawingml/2006/main">
              <a:ext uri="{FF2B5EF4-FFF2-40B4-BE49-F238E27FC236}">
                <a16:creationId xmlns:a16="http://schemas.microsoft.com/office/drawing/2014/main" id="{4220A022-998E-4EA0-83E6-FD12F1A9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6" name="Vértice 6">
            <a:extLst xmlns:a="http://schemas.openxmlformats.org/drawingml/2006/main">
              <a:ext uri="{FF2B5EF4-FFF2-40B4-BE49-F238E27FC236}">
                <a16:creationId xmlns:a16="http://schemas.microsoft.com/office/drawing/2014/main" id="{7D7A129D-A67A-489A-80D2-531EF357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7" name="Vértice 7">
            <a:extLst xmlns:a="http://schemas.openxmlformats.org/drawingml/2006/main">
              <a:ext uri="{FF2B5EF4-FFF2-40B4-BE49-F238E27FC236}">
                <a16:creationId xmlns:a16="http://schemas.microsoft.com/office/drawing/2014/main" id="{917DA0C1-6C9E-439B-A60A-761E5965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8" name="Vértice 8">
            <a:extLst xmlns:a="http://schemas.openxmlformats.org/drawingml/2006/main">
              <a:ext uri="{FF2B5EF4-FFF2-40B4-BE49-F238E27FC236}">
                <a16:creationId xmlns:a16="http://schemas.microsoft.com/office/drawing/2014/main" id="{3BBC9245-A3E6-4FD4-965A-6B757E4D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9" name="Vértice 9">
            <a:extLst xmlns:a="http://schemas.openxmlformats.org/drawingml/2006/main">
              <a:ext uri="{FF2B5EF4-FFF2-40B4-BE49-F238E27FC236}">
                <a16:creationId xmlns:a16="http://schemas.microsoft.com/office/drawing/2014/main" id="{903BC181-7BF4-4B69-92B3-8B6D8DA5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B236B5C-3F17-4A15-B846-F7EFF7D4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E2A24D1-040D-45DB-B8E9-A11DF572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921AFDA6-2334-4FA2-A3EF-05157950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73541029-FEF1-41DC-82F9-A48A2D45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C80C090-CB07-44AF-AD8D-45F0D516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C51E95A9-FA90-47FC-9809-5E9D2694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CE72D779-CB7D-41E2-9733-9B8EFCA3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9E1AC342-B707-4A45-80C7-E5D04332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2F2A473A-0F84-4AA7-9054-86A11961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FDDF5CCB-44DA-4E51-8DC6-27324D4A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386E6D2D-FEB1-4461-813C-94305C29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9C1288C-4616-4188-BF46-A6BBE74A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245774E-8256-4B72-8AE5-0E849E17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sétima rodada testa 420 movimentos e não encontra custo menor que 4.653.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20EDBB4B-06BF-497E-A6BA-CEA56589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encerra após seis melhorias aceitas. _greedyHeuristic chama partitionRoute novamente.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E90F324-814A-49FC-A06C-3881434C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reinicia com a ordem melhorada. Seu ciclo somente de caminhão custa 9.227.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7D0F373-9274-4A26-BA72-C34564D7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9.227</a:t>
            </a:r>
          </a:p>
        </p:txBody>
      </p:sp>
    </p:spTree>
    <p:extLst>
      <p:ext uri="{BB962C8B-B14F-4D97-AF65-F5344CB8AC3E}">
        <p14:creationId xmlns:p14="http://schemas.microsoft.com/office/powerpoint/2010/main" val="1489709678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01: MakeFly no vértice 11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0BC6D5-207B-F838-F994-CD836D38A6B0}" type="slidenum">
              <a:t>55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A9973DE-E7D4-46B2-8991-B4E52738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06B6806-2FB2-4EED-A45D-39835141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8771844-F7FA-4869-B4D6-7182F1A9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0DBFBA9-F8BD-4E0D-8DCC-F547F88B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7C40F58-4597-4D6C-A725-F188D436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6ACCDA6-E214-4C34-84BF-210C866A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75501D0F-9922-4121-9A75-B5C29A83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16D211B-39EF-450A-B9C8-93AFE2F5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77E4366-C489-449D-ABC2-40421FBB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8D70B28-0A95-45F4-9A13-9604367C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43DFB2E-B865-4F60-B4C8-9B1C153A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DB84728-52E1-46A7-9C5A-6F072916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D06DB1A-93F0-405C-A30D-63163804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E22B696-9F0C-4D46-8BB5-57853CA5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27E28EDF-D56E-4441-8A57-77CF7B88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520D509-4573-4C20-BB1E-A4729C13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EF3E882-12FD-492C-8E7C-0696D845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56C54B5-F798-4C40-96C7-8EB61C58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025760C6-1AA8-4711-8812-17B3C1B1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113EF2CF-2654-43F9-BE36-9F6C5842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BF42A976-475F-4AC9-99E0-2631648B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7B05FC0F-111B-4C9A-A710-4F769F35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AF1501A9-B805-4DA7-8DE7-CF0EA319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FDE28BA5-DB46-451C-805E-5082B52C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DEF3D274-02AD-4FB9-8E14-EA9A0C63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0F2D90D5-EAE5-4D78-BE73-06632781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420E958D-4558-46E4-A31F-6481F4E1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4C26EDB3-648F-43A5-A8F5-D82F0184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D8C18631-FE35-4BA3-8C84-B0D401CA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6A4A42AF-BDF3-4DC3-B176-B9B88573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9EC69E3-C003-4977-A97D-E5A62981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48E95D8-B332-4530-ABF4-7FD37983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8C466FAC-6EB1-4AD2-B350-935133E9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C15CE064-35E6-4C11-B19B-9519BA14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71E0E26A-E008-4FF2-ABB1-86889468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3E79CCD9-C152-4851-8FF3-6ADFF011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7D00631-8177-4454-9F49-7E027DEB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FE209D9-28C4-43B9-A589-EF561534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799348D-81EC-4517-A095-1A5DFCC3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6A60D18B-FFBA-40EA-ADA7-15DE514B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F9828220-5263-41E8-B6CE-4AA7F7ED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11 passa de Simple para Drone. 1 e 8 tornam-se Combined.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0BB3B4C-C3D6-4FBE-9B52-85030755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11. O drone voa 1 – 11 – 8.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DB6DA7AC-29C5-454E-B4ED-14276D96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9227 − 0 = 9227.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13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0BE1AD3A-73A7-46E6-A991-FFD57868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5380F86-4151-4518-901E-CFA7619E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9.227</a:t>
            </a:r>
          </a:p>
        </p:txBody>
      </p:sp>
    </p:spTree>
    <p:extLst>
      <p:ext uri="{BB962C8B-B14F-4D97-AF65-F5344CB8AC3E}">
        <p14:creationId xmlns:p14="http://schemas.microsoft.com/office/powerpoint/2010/main" val="1590888737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02: PushLeft no vértice 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265AEE-4D99-0673-12C8-99EFF695690A}" type="slidenum">
              <a:t>56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7E97880-8F27-4EE3-949A-F6A58624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AEE4EA3-B2C6-4D10-8196-1738A1BA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DEC875D-F753-45E9-BABB-44D8EA68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FA5D55D-5199-4627-968A-5EF3BB59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D2026D7-DF3B-4D69-80A6-7073773F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2A57D40-81C7-43B9-9F8D-AA1AFA8F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2EDFD2F-C755-4824-AE46-D80B4166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6B87BAE-EEC9-4712-BA36-68411A73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DF46F06-3315-4B41-92B1-EA2BC1E6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0240050-9E3B-41F3-89D0-49E37B9B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F1CE229-3735-4056-B8DE-66933724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31AD360-3DFA-4722-B1DF-40CFA429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BD3D0B3-2240-471A-8359-96EDBB31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FDA08AEA-B065-4BE1-AA29-367807F2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A574681-273C-4969-AB95-EF7114EB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8FCDC7A-7532-40B2-926F-2ED81F04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AA5AAAD4-EAE7-4745-9A59-99AF64D0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EF63BB83-79C7-4146-BA05-FDF77B27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1849882"/>
            <a:ext cx="1210651" cy="903953"/>
          </a:xfrm>
          <a:custGeom xmlns:a="http://schemas.openxmlformats.org/drawingml/2006/main">
            <a:pathLst>
              <a:path w="1210651" h="903953">
                <a:moveTo>
                  <a:pt x="0" y="0"/>
                </a:moveTo>
                <a:lnTo>
                  <a:pt x="1210651" y="90395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D8222571-7D14-4580-9D5C-2AC298C1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2FFA5DBC-DF21-4265-B1E3-D2C0D553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2C32FE3E-EC25-4D49-AFDC-DCAF995D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13585597-AF33-4779-838B-0FBD8043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03833DEE-3781-463C-BFB3-8B7B21D0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E933DF34-7BF4-44DA-A7E3-4651AA1B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7F5869CA-5FEF-4288-AAE9-E171061B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1F2A5D39-2C79-48FC-9460-EDFC863A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9FAA5E78-60FA-472D-ADF1-D2DB1C4B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257B0678-D304-4679-A2E8-A9C0C780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955D1FE1-DE2E-41BA-A66C-5DAE1ADA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E2367446-F13A-4712-8AE9-FF4BEFAD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4BDBBB05-6796-48F4-8743-1ABE4410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032FE56-2843-45A0-B2EF-4450E5C4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C1C5C1F9-A76C-4A2D-A336-2F9C1701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0F639E3-A959-492B-BE08-4A68A883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BB90168C-C212-47F7-8BC5-2D5D71BC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54CE7020-F39E-40AA-BEEC-F3170773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A2469B34-15F4-4BE5-8A85-8D951224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780BE5A4-CDDC-45D9-9B93-C72E7F21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4E39ED25-C862-4550-8D40-08BFC268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06187918-DB65-4ACE-85F0-ACC83306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2678D20-69E6-4B73-B965-0772080B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 passa de Simple para Combined. O antigo encontro, em 8,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E260846-8FFF-4BE0-8FCD-83ED47F6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4. O drone passa a reencontrar o caminhão em 4.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F71C394B-795B-4FC2-A155-0B85447B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9227 − 38 = 9189.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12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5F34019F-5309-4BAC-87A3-36CD27F4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9.189</a:t>
            </a:r>
          </a:p>
        </p:txBody>
      </p:sp>
    </p:spTree>
    <p:extLst>
      <p:ext uri="{BB962C8B-B14F-4D97-AF65-F5344CB8AC3E}">
        <p14:creationId xmlns:p14="http://schemas.microsoft.com/office/powerpoint/2010/main" val="481417013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03: PushLeft no vértice 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0DF58B-F0CC-EE04-B3E8-87EC24B7009F}" type="slidenum">
              <a:t>57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91BA13E-81FA-4902-B1FA-36E99953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84BE766-64F8-47C5-9B9D-3AAB8B5F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CE166ED-10FA-4236-80CD-C37B22A2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6DEB144-5CEA-47DE-AE85-35967C91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B35894B-DD3F-49BD-8790-D8140DFB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0ED7CDDC-F5CF-4A16-9C8E-A2259A0B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7C8C122-613F-49A1-854F-D5174A1B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ED4AAC4-C4B2-4581-B572-4D4D4E15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4EC858C-E473-49F1-9F9D-914B28DB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8664593-7D67-4C79-92A7-2076B74F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4956A56-FD15-4826-8E6C-41482597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7F145B0-C65C-4B03-8A64-C2E30CD5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CE8A596-391A-496E-94A2-A3764E2A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593E207-33BB-4BF6-9780-A4035EAE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24D60CFC-C2B9-454F-ABC5-0E3C50F0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0529F0AA-81F9-4613-BC7B-777AB7DC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F4E8B8E2-2471-4323-AA16-AACC9269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61FDF7CC-242D-4DFB-82EE-986F9CF0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207" y="1880665"/>
            <a:ext cx="1484503" cy="1658881"/>
          </a:xfrm>
          <a:custGeom xmlns:a="http://schemas.openxmlformats.org/drawingml/2006/main">
            <a:pathLst>
              <a:path w="1484503" h="1658881">
                <a:moveTo>
                  <a:pt x="0" y="0"/>
                </a:moveTo>
                <a:lnTo>
                  <a:pt x="1484503" y="165888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7FDEE378-E840-4263-8D90-11CD1EC2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3D1E51C8-EAC7-4ACA-82D1-6583FBF3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F2C4DA8C-DB75-4B42-B56E-DB750CE3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EC5F8557-09A6-4653-855A-D5E49A69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B0DB9787-4563-4034-B06A-CDB3811D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EBC06CD8-CDD8-48B1-B745-065A10B8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EF8CA653-D896-4F60-BEB0-F9713BE8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58D4F628-85A6-4FF3-9FBA-10C50316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55276C24-E87C-4FC1-9AD9-AB087622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4E77EA7C-F795-4B46-8928-4FE81C5F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1F8B566-16B8-42D0-A369-A79AC611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04ECEC8-47C4-4B13-8789-67898A76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6708ED5-22E2-4AF2-A31A-4D472227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BFB7BF2C-46F2-44BA-A481-F4DFA6AC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4CD1D473-D5F6-4419-9270-06417D7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9C33478C-8299-4251-8EFF-6D16D987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F5717385-0383-4579-AA02-DB98834E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186439D7-7475-4B26-8236-675A2B88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D1551B72-2C31-40F8-AAAB-32964849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46D5885A-3F3A-497F-ACD7-0C33736C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3739193F-BC52-4EB7-A71B-12063DCB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524047C-49D6-4D87-80AC-AE9F78FD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2DA613A6-A36A-4851-8651-CD2AA545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 passa de Simple para Combined. O antigo encontro, em 4,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4457387C-DE8D-49B5-B323-C6C0655E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2. O drone passa a reencontrar o caminhão em 2.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D45D8D80-9EC9-4FA7-92F3-5085F9BE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9189 − 238 = 8951.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11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22423E3F-107D-4601-B889-697132CB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8.951</a:t>
            </a:r>
          </a:p>
        </p:txBody>
      </p:sp>
    </p:spTree>
    <p:extLst>
      <p:ext uri="{BB962C8B-B14F-4D97-AF65-F5344CB8AC3E}">
        <p14:creationId xmlns:p14="http://schemas.microsoft.com/office/powerpoint/2010/main" val="690834134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04: PushLeft no vértice 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5D86DB-0D22-4F3A-B798-73C3EACC87D6}" type="slidenum">
              <a:t>58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5E15425-6C33-41E4-BEF1-D361863F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CC001ED-5639-49F3-A0CF-462034AD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3B7CB33-0A64-4D4D-85E4-D0302F18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08C6070-65AD-4784-96FA-5116533F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7B7FE67-1D8B-4B1A-AD05-37EE34A0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A422DB4-1BA3-4C22-A1E2-D4D210BA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BAA65412-89B4-491A-A259-48E82570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7AA5CAF-DC3A-408B-9AF0-8A95E2B3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6CA7A33-8B2A-4AF8-B9D6-1A399FEF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C7B9F204-A6E6-4C13-BC71-1BEABF73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DDA145A5-B003-45B6-8A24-2CC0FD8E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5FAC2E6-AA04-4332-A14D-D8A5E541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06CCC6C-1F62-45A3-A9C2-E3CCDB33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FEAE1453-6C72-45F6-8E16-8FFAE426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764D466-811D-4D1B-9C5B-428F7C13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3BF2B22-AC1B-4CB7-AD58-F39B637B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C20B722-2C85-4DDA-B945-E38C8054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F080213-F017-4B59-847A-F5B60697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122" y="1907753"/>
            <a:ext cx="1343160" cy="2421198"/>
          </a:xfrm>
          <a:custGeom xmlns:a="http://schemas.openxmlformats.org/drawingml/2006/main">
            <a:pathLst>
              <a:path w="1343160" h="2421198">
                <a:moveTo>
                  <a:pt x="0" y="0"/>
                </a:moveTo>
                <a:lnTo>
                  <a:pt x="1343160" y="242119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22053932-E32A-418E-B51C-E861FF44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F4C567C8-4971-4A72-8A51-D41249A5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239F07F-C5E8-4FB9-B489-30572BCE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C0DC7F0C-7AE9-4CBF-A2C2-4294C187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31154F34-C204-498C-A192-DF8CD114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C7A97EE9-755D-4465-8393-5BF1BF38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D8D29AB0-F95F-41CA-A8AB-80D4AAEA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92F9A515-95FF-4447-A612-E4238B19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5688FCC6-FEBA-45A1-BF80-D1229B33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3414973E-81EB-41CC-B859-B4B4FFF8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A1F7FA98-E998-4C12-82BC-1D12E812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F25C34AD-C54D-477B-A520-25E683DD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C16510C-CCD4-41C9-9CD2-1B2630C4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1724C7C-18D3-4B48-8378-6FB2624F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FDA1E0A-08CA-4929-8433-6939F25D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8F6D5F8D-4A76-4A74-AC7B-07EB1932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6B3FBE8-614C-445D-A596-14659C74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D49539D4-8FA1-4D1C-8C08-3642B195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904C337-AD79-4065-9345-6ACC9016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7B259813-F8AD-4C80-95BB-A9AA0EAC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CBF162C-25AA-40D5-97A4-8BE03358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75011757-E651-4D1D-9447-5E218949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B9180E88-24B2-4B31-AEC4-940BE30D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 passa de Simple para Combined. O antigo encontro, em 2,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11066A2-4B67-43D5-AE1D-7317AC92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3. O drone passa a reencontrar o caminhão em 3.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D6B3B3A6-6C51-442B-A592-D6D45AEF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8951 − 187 = 8764.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10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E4BE1C76-5B2E-45B3-A4FC-9634DD72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8.764</a:t>
            </a:r>
          </a:p>
        </p:txBody>
      </p:sp>
    </p:spTree>
    <p:extLst>
      <p:ext uri="{BB962C8B-B14F-4D97-AF65-F5344CB8AC3E}">
        <p14:creationId xmlns:p14="http://schemas.microsoft.com/office/powerpoint/2010/main" val="961185049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05: PushLeft no vértice 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F1FA4F-5E1D-6DD7-8899-DB45C4C32C6E}" type="slidenum">
              <a:t>59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60D551E-FBDB-40F0-BD05-FE36E80B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6BE5681-5793-4184-A9F7-6C35E016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45BAB5F-9B0E-4314-A6EA-6939CD72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3046BC9-B705-4567-9078-D6EEC8D2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F3F800E-7B1C-4BF3-AE96-C6CC20A1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86CC010-51E0-460D-A8A7-8B7A7CBF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F9D5E74-E560-4AD3-81AA-B28B8527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9CCFF1E-1642-4A24-AEC6-6B872C0C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C06709B-ED6E-4B95-8D98-D801F4CB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59E7EC6-B1C6-4E78-92F1-290B1327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EF4F3BA-44ED-45B6-9C02-EE47ED25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68B51B6-5C81-42CA-9F94-920111EB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2F95EC3-D6DD-44EA-B2F0-D18F45DF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2F2C12D-FB1B-4770-8FEC-F14EA54B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2216331-6CEE-4FF1-9F50-0F6F3063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5ECBCAF-BED4-4C1C-BE5B-854FA44A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6978D26-8D7A-4C61-8E78-04ABADF6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7075680-C4CF-4B96-BA0C-03188EDE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411" y="1926999"/>
            <a:ext cx="819154" cy="3074897"/>
          </a:xfrm>
          <a:custGeom xmlns:a="http://schemas.openxmlformats.org/drawingml/2006/main">
            <a:pathLst>
              <a:path w="819154" h="3074897">
                <a:moveTo>
                  <a:pt x="0" y="0"/>
                </a:moveTo>
                <a:lnTo>
                  <a:pt x="819154" y="307489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558CF79B-7A07-4CD9-9E17-02FFD0C4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A9B2E1D0-F76D-4437-892E-A7B87A25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331B94EC-843A-4BD5-A03D-F4BBAE1D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30D4335D-9D90-458E-9CC7-19553D55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E2B81B00-DAD7-4042-8B83-938F927A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F544BA6E-20F5-4657-9A5E-120D6984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A80DA839-3F2B-45F7-AF03-63D9FE47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3641E4FA-DB42-40C0-93EB-2B1A6F5E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CFD44AF5-02F4-4C65-B4DF-080E5EB9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B51D0751-F5F6-472C-8A50-D4D431AA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02B29F7-AA12-4149-A6A1-A02FAAFA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7EAAE73-1BCF-4488-BDFD-53B645D9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A53C0D06-E7F6-49A9-BDE5-7ED9740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ED5D0BEC-187B-4B08-8736-C8B076C2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1BD73C01-581A-4898-A10B-1E85305D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2402DD3C-D698-4277-894E-733961A8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6A22B365-6620-4CA1-B730-C72074C6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CA1C12F0-3349-42C9-9D83-FA3D61EF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36D9478-B55C-4846-BDA8-14C8A642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B9EB8F8-0AB5-41B8-87DE-FA1B7240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C8A639B7-44F5-47C6-970E-2AFF2E7B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71637F55-C7C2-45F6-A259-6168A4E5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DF477C1F-A0C5-4E9E-B5EC-900C8EF7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 passa de Simple para Combined. O antigo encontro, em 3,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E9A66C6-159C-4D7D-9650-0841C651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16. O drone passa a reencontrar o caminhão em 16.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4E6D818-6EDE-4B0D-8228-590434B1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8764 − 979 = 7785.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9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8810ADB6-3B38-4498-8759-595A82B0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7.785</a:t>
            </a:r>
          </a:p>
        </p:txBody>
      </p:sp>
    </p:spTree>
    <p:extLst>
      <p:ext uri="{BB962C8B-B14F-4D97-AF65-F5344CB8AC3E}">
        <p14:creationId xmlns:p14="http://schemas.microsoft.com/office/powerpoint/2010/main" val="205192248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06: PushLeft no vértice 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8F55584-BE3A-83D9-FA7F-21221C333295}" type="slidenum">
              <a:t>60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F313F5D-DF45-43FB-9BEC-C5556212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1F755BC-3CE0-46EC-BCD5-F9902399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B4F6921-1233-4DCE-81D3-70E2303A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8DBC640-3F78-4682-B6B1-D0B9C2AC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6A04CD1-02A6-4E10-91F3-8F854B65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C786A024-4F21-42DC-BAD4-B757518E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880A9DE-5F35-4B35-A1B7-7C00B4CA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F33C2E8-DC51-4F62-A7E2-472A6658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FA782DC-BC71-4493-B817-BD47868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95B9695-92F3-4261-8124-DA49E2AD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5431060-83F7-47C1-AB51-3E9D7E2C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6451FA0-F237-4D26-B85F-AAAF8E66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622ADB6-D480-47F5-BC6A-C9E877D5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E75C46C-5681-4382-A514-8BFE395A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AFE93F4-E00C-4986-BF94-4126CD6C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BF70FEF-4B40-43FA-B6A3-701DED15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C61EDB1-84D4-4CA8-AB7F-10F7B8A7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6236C1E-DB09-4CFC-BC14-596CC4E6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17BDC8C1-3F5D-4F5B-8780-0284B8B3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ED29CEC7-3179-4B12-A9DA-45976A9E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A8A674D4-D01A-4A9B-83C1-31779ABB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19688DCE-2593-4FF4-8325-20E7A8AA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D037C09E-225F-4A04-97D5-63FC6493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85CE406C-D1E3-4528-9533-690FF9A7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BB122EDD-91C2-4C61-8D21-C71667D3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768F64A1-E47F-416D-AB69-01BCD99E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5DB3CA1E-3A33-4FA1-8E43-E7447735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0E7E32B9-A98C-4356-AA51-7DEEF513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0D0BD9D8-F419-43CD-9B7C-2B42EC4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BEF6D3D7-9785-4664-BC76-7DB18C32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B9BD3C73-FA74-4B44-8878-1CA17600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1DC53911-9A08-495B-888F-C57BB73B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7F58037A-7A74-4D47-BAAB-08BCDAA9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CD668DF-64EE-4E28-AC71-E9437775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C1C54DA7-3DAC-4384-86DC-96464A6B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3FFAC70D-B0D4-4EC1-91C0-0868113D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4CA0BD6B-B1DB-49F7-AB40-1D18A63A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5EF51ED0-32BF-4733-A570-E57A880F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2DBFCD5-D0FB-4EE9-AB15-BA481247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A4D03C76-9169-4279-91A9-127CAF33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8018B26-CA7D-4EE5-BFE4-9AE4BBA5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 passa de Simple para Combined. O antigo encontro, em 16,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829CF8FD-CCCB-4B7F-B9D7-AB3E440A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10. O drone passa a reencontrar o caminhão em 10.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9F9D2C4-52C1-4EA8-AA14-74ECD122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7785 − 1161 = 6624.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8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ED3FCB21-AEED-450F-BAFE-642E4434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6.624</a:t>
            </a:r>
          </a:p>
        </p:txBody>
      </p:sp>
    </p:spTree>
    <p:extLst>
      <p:ext uri="{BB962C8B-B14F-4D97-AF65-F5344CB8AC3E}">
        <p14:creationId xmlns:p14="http://schemas.microsoft.com/office/powerpoint/2010/main" val="82273123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07: PushLeft no vértice 9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1E013D6-0C4B-FE2D-855A-F1342FCB0974}" type="slidenum">
              <a:t>61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A38A395-2D4B-4FA8-A989-351DF0DE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BF7EEED-2D14-42D2-9967-EFF109E2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02CBCA2-2F93-422F-8567-76FE2F3E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72DA1C9-66E9-44DC-BD86-8A3FDD4D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38D1757-59CE-460F-95C3-1129C0F8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A0D3A07-0044-4D89-8FC3-D81F2D95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19B058B-163B-4400-BA8F-CF298368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9780104-D945-4273-BF10-1C77C81E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954684B-763E-4CAB-8717-6C41622D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76F1306-3ADD-43FB-A635-C963ABC7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542371A-5546-47E3-BE25-AA3A73E8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915DC96-AD25-43FE-92FD-85A79A3E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25B502B-7D6A-4C94-974E-339DC8D5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A95B270-982B-4F97-A1C3-E9FFE02C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CC83685D-421F-4365-888F-30230D3D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93C8FBD0-9A67-4BD4-848C-8AF0DF2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3F7E56A-FDE1-406A-AE09-376BA9EF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6D9A9950-F750-4054-8FE6-51962B74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985632" y="0"/>
                </a:moveTo>
                <a:lnTo>
                  <a:pt x="0" y="369981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3F63C47D-123D-4481-BDB6-3A371960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8331CFF3-9C51-4998-B392-285FC7B7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1168C10D-4124-4A9A-840E-E643FAD2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4EC32C79-71BD-4BBB-A99F-ADD5B7D5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10142EEF-8144-48BA-916B-023B93E6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578A218F-0DAF-43CA-9BBA-6DE26155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944848DE-AC9D-455D-BE53-CD1DF6B4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BCAECF65-466B-496A-9F09-A6399F7F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13947570-A3FC-4A19-8351-CDB7964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5299D041-1484-4D7B-A081-AD43CB4D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24CD902-2F31-4771-BC12-38DD314A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A71D018-FB93-4FDF-9B1D-22953FEE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7ED99D5B-D047-45C5-B475-7CFD6165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A7571F3-7577-4FAE-86EB-2F55340D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E76D441E-C19E-4775-AF40-17E5CC8F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4B10C2F9-1AFE-4EE1-AFDC-6B607456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4EDE945-58D7-4E94-8C09-390DA381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EA08A3C1-6808-44FA-92BC-E07C9563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3C8D3E87-E75C-4531-BCEA-3C464D15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8FCF15D-3F90-497A-B0E1-83CBD6B8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0353EE42-D1E8-4E11-A67C-0D2723B3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6A6421C-F9D8-427B-9619-26736EA1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7D60CBEB-2F7C-4D5F-B21A-266C5C5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 passa de Simple para Combined. O antigo encontro, em 10,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E66F4B34-792E-47E4-A9B2-9D989212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9. O drone passa a reencontrar o caminhão em 9.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32F0562-CC16-4BCC-9288-0992839E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6624 − 638 = 5986.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7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376B18B-AA67-48B6-AAD3-67639D8B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5.986</a:t>
            </a:r>
          </a:p>
        </p:txBody>
      </p:sp>
    </p:spTree>
    <p:extLst>
      <p:ext uri="{BB962C8B-B14F-4D97-AF65-F5344CB8AC3E}">
        <p14:creationId xmlns:p14="http://schemas.microsoft.com/office/powerpoint/2010/main" val="826687858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08: PushLeft no vértice 7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71E1DC6-F89D-8D69-6333-36D980A4F9DD}" type="slidenum">
              <a:t>62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7E12138-C136-4CBF-B4EA-4A3FBBA8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334DDCC-7B8D-4899-93C7-EF89AFD6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C3652A8-F4D6-4D1E-9A4D-2AA19F35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85CF32B-A8DC-4CBF-88A1-D12C4235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175D37E-8C9A-4737-AA40-99596B2C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10B604E-B355-4EBD-BE2B-5DB85D54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A5E74E8-5A77-4F69-B3FB-B916AC01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D5F9D4D-77BE-4D6C-BA5B-E839B54B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5226BE91-DDE2-4D2C-9B9F-FACE24A7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E0C140E-DFE6-4DC4-8764-06383AE4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F8F905D-D7E9-4011-9C9C-E77B1796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AE274141-B1F0-48B1-8DB5-5E1075DB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2F55DB7-967E-4969-A4B1-7E769453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D250910-D4D9-4DA1-8035-99094407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44EFC88-937A-4A26-8275-D60FC1E7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DBD013C-8CE3-4343-B1B2-A0B38F70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8A5891B-B3EA-49A5-96AF-46C5A25C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499D599-26B2-45E5-96FA-A1E0F444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86" y="1907753"/>
            <a:ext cx="1983728" cy="3575894"/>
          </a:xfrm>
          <a:custGeom xmlns:a="http://schemas.openxmlformats.org/drawingml/2006/main">
            <a:pathLst>
              <a:path w="1983728" h="3575894">
                <a:moveTo>
                  <a:pt x="1983728" y="0"/>
                </a:moveTo>
                <a:lnTo>
                  <a:pt x="0" y="357589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1FCCEE77-E98E-43CD-BF18-33AF590D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5C904A10-855F-4EE2-8742-8BBE46F8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E7E6F50B-3EF8-4289-8E1B-C6AA01AD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7E546119-ECE6-40F4-A78B-EC1318BE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84696653-5A24-4C38-8EB2-26F7562E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85955FB4-92C7-421C-B2FA-4FD92808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CE021341-43F5-4B52-A812-95E1A14B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7895D66E-C9BF-440B-BE5A-6209C547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9DEAFF28-6936-405E-80AB-333D9839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66BFC3E1-BFF2-460B-9697-55F78830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6D4A42EA-4523-4D1A-95C4-9885094F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40196B7-CDB4-48C9-ACCE-99A82CB6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2E113006-82D7-47EC-AA51-DB061EB4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7BF24AA-95B9-4030-846B-383D13DC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FCE86712-B8A9-4892-B0A5-D55CB7C7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C0562533-CB42-4C93-A804-08CDFE06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0BA68FAE-73E4-4F99-B461-7E6A7374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F477E091-4189-4AD9-9425-CD8A6A58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FF5B4FAF-B0D9-4F48-BC2E-EBC250B2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80C8F24C-DF55-4F24-A622-8A172095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01017C60-49C6-45CB-87C7-0D4F6B5A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A11438B2-7C20-4E64-9835-79ACBBBD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330A0FA-1CFA-4C44-9809-A4F46C16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 passa de Simple para Combined. O antigo encontro, em 9,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E5763F1B-D0BC-4BDA-8A9A-6CB7C8F6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7. O drone passa a reencontrar o caminhão em 7.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349DCDE9-BA5E-45C7-93FA-9D06CD1D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5986 − 181 = 5805.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6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1F6A3767-C35E-4D68-9D25-E3DC25CD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5.805</a:t>
            </a:r>
          </a:p>
        </p:txBody>
      </p:sp>
    </p:spTree>
    <p:extLst>
      <p:ext uri="{BB962C8B-B14F-4D97-AF65-F5344CB8AC3E}">
        <p14:creationId xmlns:p14="http://schemas.microsoft.com/office/powerpoint/2010/main" val="22567273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09: PushLeft no vértice 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8BECC1C-8AF1-E14F-B384-26C5966C006A}" type="slidenum">
              <a:t>63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08639D6-D3CD-40DB-B0C8-93AB7C8D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ED9E041-529E-436D-98F8-97F7ED4A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767B6C5-99F5-4DDC-AF24-1FC10576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C09B6EB-0296-4257-9AC4-ABE6EDE3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1670F0D-9A65-457D-8920-65ED06BD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43BECAD-9433-4F3B-A9CD-34E040DF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243CA30-CBF1-450B-8574-263ED8FF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23AF06B-01D0-4E84-8AE2-C50BC2C9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0AA89DFF-4F50-4DEF-8223-6EBF60BB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CA82720-0C3A-4E86-91B7-42B877F8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78398E3-BD1B-4222-86E7-9CD62ACA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C03236BC-E11A-4627-A029-40522CDE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051D6D3A-8FA4-4678-ABF0-0AF30494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FCD8F0F-9B72-40CB-951F-D651B11F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26DE2766-0A6C-4EEE-9E2D-EFE7821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0B9DDCE-10D0-4932-A085-41E824C1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F00EAE4B-4C81-43DC-91B5-0B71B85B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E802C1B6-F98D-4D94-8DA2-D40B6777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132" y="1880665"/>
            <a:ext cx="2834597" cy="3167564"/>
          </a:xfrm>
          <a:custGeom xmlns:a="http://schemas.openxmlformats.org/drawingml/2006/main">
            <a:pathLst>
              <a:path w="2834597" h="3167564">
                <a:moveTo>
                  <a:pt x="2834597" y="0"/>
                </a:moveTo>
                <a:lnTo>
                  <a:pt x="0" y="31675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D811F718-AEBB-4728-B2B9-74006B3B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5D389CFB-A65E-4DCA-B4B4-09ADAE55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60F085A2-634D-4425-9994-EE3E8FE3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8EC4E2D4-A81A-4B49-9D67-405E98DA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01FBFE15-3A77-4B63-90C9-C248F209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2B558C4C-2F42-4E56-A1FF-438390D0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C564E553-D683-4635-9672-1FF0D32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40C06C1D-5BFD-4657-96A0-C570C7FF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02086109-C851-4E05-A2F4-FEA41682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DAC36478-0CAF-4CB8-8B0A-EFB87B2C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A08125B5-BFE2-4869-8FAD-E077B5BE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8794F79D-1769-4784-B5F3-FB51A066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51930653-910E-45A1-A1B0-CBA64575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6CEC6D2-FD47-4C88-9C40-537D35F5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E40BBDFF-6ABD-4703-BD22-0FCDC5CD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6CB0B0A-C122-4D23-88E6-35692B76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469DC88E-8CC8-4DFD-A99A-2333A315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C6E4BF17-94F8-461C-A4AF-C6F20904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8A385C40-17BC-446E-B7A7-88193E09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8E9468B1-595B-4508-BFEB-17A425DC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F76A6A5-72AC-40EE-A127-86290668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B1933EF3-E23E-479F-B407-5EBCDB59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65C321B-04F8-4E84-A380-938F19B5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 passa de Simple para Combined. O antigo encontro, em 7,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917C7CBF-19D0-4DE7-A5C5-4A25E3DA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6. O drone passa a reencontrar o caminhão em 6.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43CD2B7-1014-4880-B14D-5C3E9657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5805 − 195 = 5610.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5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5386276F-1E95-4146-98C8-4071A2B3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5.610</a:t>
            </a:r>
          </a:p>
        </p:txBody>
      </p:sp>
    </p:spTree>
    <p:extLst>
      <p:ext uri="{BB962C8B-B14F-4D97-AF65-F5344CB8AC3E}">
        <p14:creationId xmlns:p14="http://schemas.microsoft.com/office/powerpoint/2010/main" val="1864201661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10: PushLeft no vértice 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266C08-4012-4EBF-30A1-86DAD603F97A}" type="slidenum">
              <a:t>64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A10BF1E-65C6-48F3-863E-F1F53BDD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1CED385-611D-4EC3-8A77-6FE04AF5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21DD0A4-ECDC-48E6-AC10-640F333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5A806C3-D5E1-43EE-B72C-7DAA50C0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2E5E67C-86FA-4471-9D9D-37D13177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C4CDBCF-6643-4D21-AD96-E2CA3390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A513B56-AB3F-4D43-88A7-2EF7932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962D5C7-53C3-4C83-8676-D21910F4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D34302E-151E-48BF-B7ED-6F8853B1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0DC59D5-2A47-4082-8D81-1EA46A48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88913BB2-C723-4311-867C-3D85C807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A60A2E3-5552-401C-910E-2F702B71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A49771A-D469-420A-B1C6-90B21DBE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B42CF29-A882-4235-9741-523C49DB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A0A30D91-0E61-4D73-A0C1-53455DDE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24B41BD-4D10-459B-9859-24E6388E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FAB6FE0-CC19-4475-89F8-8C5C6AD0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40B6A5E-321F-46B4-AF9C-E7AD49F1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73" y="1849882"/>
            <a:ext cx="3397687" cy="2536940"/>
          </a:xfrm>
          <a:custGeom xmlns:a="http://schemas.openxmlformats.org/drawingml/2006/main">
            <a:pathLst>
              <a:path w="3397687" h="2536940">
                <a:moveTo>
                  <a:pt x="3397687" y="0"/>
                </a:moveTo>
                <a:lnTo>
                  <a:pt x="0" y="25369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FC018FB9-B47C-4A84-851E-401C832D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A16804F2-5A51-414C-A938-35FFFB0B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D85F2A81-22B7-4A9D-AC26-1CE4BD33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5FC43BAD-5EB4-4AF2-B02C-18D36071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C2629FC4-402C-430F-BFAB-4392E187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91194EC5-4D3F-41BF-80D3-53F30C2D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8720C1BE-169E-4998-AE96-388B2A4B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634BE0A7-0511-4DF7-9B0D-47BF1C3D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351424E8-517E-4110-AED0-470FE5A4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4E6DDEAE-66B8-4594-9019-D8076DA8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78112EF6-54DE-441F-B2C1-1BB35696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CF14E127-56B9-4A38-956D-EA73875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B69F8BDC-D70A-4D15-83CF-8F12A6C1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87AAAC6-653B-482A-B098-7C2D29E1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676F464-AA9D-4B8A-8930-9CA293D7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BA83CFF5-306B-467A-8462-7A515B3F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404956C8-5506-406B-8269-A9798075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F813BB10-39F6-4160-9194-637E6B04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67A34A0E-BF7B-459F-97BE-875640E6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B350577E-15F7-4C9D-A9E2-EB2D308D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34AB9089-1648-4BAA-84A6-0DEB6BDB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D57C54EC-3EF7-4092-BF13-C66BC151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BE60FE92-2DB3-4EFE-B8D9-38A4D17E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 passa de Simple para Combined. O antigo encontro, em 6,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627A36BF-3026-414C-8079-F190E7D7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5. O drone passa a reencontrar o caminhão em 5.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FB21946D-3FE8-49B4-80E0-A3490B0F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5610 − 555 = 5055.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4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CD86D59-6343-4653-A07A-66F73F76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5.055</a:t>
            </a:r>
          </a:p>
        </p:txBody>
      </p:sp>
    </p:spTree>
    <p:extLst>
      <p:ext uri="{BB962C8B-B14F-4D97-AF65-F5344CB8AC3E}">
        <p14:creationId xmlns:p14="http://schemas.microsoft.com/office/powerpoint/2010/main" val="309590776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11: PushLeft no vértice 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FF3517-0353-38FD-111C-6706FB0AABA9}" type="slidenum">
              <a:t>65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113A114-E6E7-4138-9EE2-A3E7608F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7317883-9FE3-4BBA-9728-080B9F30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45EF6C1-6CA8-4714-A6E9-D18E9A08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169300D-A52E-49AC-8045-81AC1A30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8DB7167-AF63-4CF6-B005-7B194223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B11885D-B0B7-430F-B6A2-50EAF16F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BBF1AF51-509A-4E66-BC2F-79A7C75F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C7CD3AE-7C77-4AED-A97A-24AEF695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2AB8A93-1187-49FD-8A13-34CB19C4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E2819F5-0693-408E-867C-88F23D8D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847757CE-024A-43C8-BFE1-EE407353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2CCE932-84F6-4E43-B97F-5194B620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A88A6F9-0586-431A-B685-338AEFB7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34F0183-F4C8-42F1-BDE0-9C74D461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A554F10C-4813-48CC-993F-EBC8B7B6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D7283EF-5595-4239-84D1-7FE2D56D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EA82E45-188D-4AD5-8E83-F8AE0B0D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2C8195B9-B607-4609-8EA9-5F12C330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59" y="1818060"/>
            <a:ext cx="3576000" cy="1784090"/>
          </a:xfrm>
          <a:custGeom xmlns:a="http://schemas.openxmlformats.org/drawingml/2006/main">
            <a:pathLst>
              <a:path w="3576000" h="1784090">
                <a:moveTo>
                  <a:pt x="3576000" y="0"/>
                </a:moveTo>
                <a:lnTo>
                  <a:pt x="0" y="178409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7C163E20-4AF7-4A6C-AC06-98CA1209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A7D5AAF2-7EB9-40AB-B4B5-1B5C8F18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71E5C6A9-7A0D-4A4C-88C5-122C5306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7B6E52BF-4AE5-4342-975D-448E669B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034D2644-E1BB-47D3-A072-0DB923D9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D90E4312-B02B-4F02-B7E3-FD936D7B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D848E191-1FF3-474F-B4E8-8784B441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FDD8348A-6CC2-43A6-BEE0-A09B16A4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62C9A5E7-5BBB-4C94-B0E2-7092C6B1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E36F9E2-A8C1-44FF-9AE7-3292337A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5231687-CADE-4DC1-B02D-A1784E3B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37D7E3F-B9E1-44B1-A0FB-09BCA92D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685304F3-682D-4CB8-87EB-252F028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B19D4B1F-1B8A-4EBA-968F-0637027C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81130A15-B74B-4156-805E-25BB8796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8158F39E-72EF-463F-851C-2BF2BB38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584A47AA-0E2B-44AF-8034-D6412139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C6324886-6304-44E4-B00B-58DC8AFC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6A62556-354E-4C88-9852-DE1B5BB6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590A0C33-AA13-4EF8-9663-507ED3DF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401546F-5233-42F4-B5FF-6E0DAB6F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26D98990-7B66-47A2-90C3-02C41E1F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FB72144-F614-4FD9-A749-5B85C83D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 passa de Simple para Combined. O antigo encontro, em 5,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C24CDA67-1E07-407F-8074-E5C3A10E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15. O drone passa a reencontrar o caminhão em 15.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5A7A3917-486C-40CE-BF45-ED6F77FC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5055 − 116 = 4939.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3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96B77165-F572-44F7-B95F-314624D3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4.939</a:t>
            </a:r>
          </a:p>
        </p:txBody>
      </p:sp>
    </p:spTree>
    <p:extLst>
      <p:ext uri="{BB962C8B-B14F-4D97-AF65-F5344CB8AC3E}">
        <p14:creationId xmlns:p14="http://schemas.microsoft.com/office/powerpoint/2010/main" val="1132013435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12: PushLeft no vértice 14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0572CC-9AC8-F369-D684-34788CEC1F0F}" type="slidenum">
              <a:t>66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485567D-27B8-41C1-BA0F-BA33B308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81A914C-E1FC-4A9B-A599-EDDF0510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6A071F8-6C87-4747-A8B7-C3CB908A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24EFBD2-9062-4901-895D-4E93AD17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6F0FFFC-6A2B-4FAC-BAD2-E7B996F7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83F21BA-23C0-4390-92FC-7C9C12CF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38D5E4D-EB3B-4AB0-B54F-6F5465A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E9BD525F-A5EB-4C96-9F04-1562C8D4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5478D6A-DC4E-433A-8ACC-4F65BF5A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AA53E9D-E8C0-450E-9D31-53B2B2F6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110A81E-B8C0-49DD-A0C3-863F6FB7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AD0BF5D-08EB-4B86-9DF0-A2EE811B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BC09760-474A-4433-929F-58E1552D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F6B5D880-92D1-4DA8-8342-73C6A0C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2FFA8242-09C9-4B98-BA3F-3FFBE6AD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8D2495D0-B04A-43C5-9835-EDD74F81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A7A5CC2F-D9B4-4E2E-8609-BDF12AE6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9CF946D-FA13-47EA-AAAD-F34D5DDB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F4926DCD-C873-4212-9254-1FCEB1AF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1167D4CE-2719-4406-AF4F-B22CDCB6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EB5C5A43-4B37-461C-980D-59D93463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C2AA89CB-7B51-4623-8968-8CC89A04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7F001011-29AB-451F-9ABC-B575AF78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9877F16E-2778-4324-A05A-3D69CF6F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D1C3694C-EE87-4F66-8412-821A309D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E3D77250-119A-4395-BC41-589DA6F3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BA4517AD-0261-43D6-817A-37D3CCF7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BB67E607-5284-4E47-B114-47CED208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6369504-B6C4-460F-BBB9-DD67FD51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4098CE04-A948-40AB-B622-C1076500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F3BC027-C90C-495F-B231-94354279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A55B4DFD-4522-40F7-8E39-86D04FA5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2F44E5CE-9CC5-49C7-AD65-B208F6A6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1651BB94-EB63-4A0C-A6E8-783FA739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04BCD836-7D47-4A99-9D77-E939B333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AF7CC17A-5F99-4824-8914-0D56F7C4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6B8F9FE7-04B8-4D9B-8D16-429E17F6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34D73578-3F60-4D6D-92FF-D50A24AE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E70D592E-311E-417E-96DB-5D4646ED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C0A8796C-DD74-4861-9900-F21B2DFC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40C7409D-F415-47A6-B0E2-8767D489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 passa de Simple para Combined. O antigo encontro, em 15,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443C435B-6D05-4F8A-A08C-D7AD1266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14. O drone passa a reencontrar o caminhão em 14.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7349B48D-8663-4B19-A0BF-3E5345CB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4939 − 185 = 4754.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2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B36AC2F1-5AF8-42D3-B072-0571CE72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4.754</a:t>
            </a:r>
          </a:p>
        </p:txBody>
      </p:sp>
    </p:spTree>
    <p:extLst>
      <p:ext uri="{BB962C8B-B14F-4D97-AF65-F5344CB8AC3E}">
        <p14:creationId xmlns:p14="http://schemas.microsoft.com/office/powerpoint/2010/main" val="1566007832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13: PushLeft no vértice 13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9DAD1FF-0708-FB06-41A3-EFFD1902CB65}" type="slidenum">
              <a:t>67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9F4876D-DDA7-4DB6-95C5-5B238E20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123E99A-DAFD-4901-88F7-FAB67A2A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DC8ECC9-4300-49DB-AE17-960430D3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ADBFCED-83B6-422E-B3BD-B1636AE3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7B98E5B-704C-42FB-BC35-20B5B813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5FF405E-CC3A-413D-9E6A-C043FEEC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B508AB33-DFB4-4E72-9833-152CE7A4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0EC7BAB-4DDE-4BDD-A2A5-27C3B137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E8E9AB1-DF0E-49E4-82A5-A133DB64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F4D515F-1EC9-475B-953B-9E2E0B58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F12C4FF-F462-4220-A58D-93C3A23B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BF1C856-9426-49CC-9DD5-44778F1F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4DE5D5A-C3E3-49DF-92B4-C262D840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3D60152-B7A5-4654-B78B-5F29142D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A0D99330-C39D-4467-A6C7-2F6AFCA9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4CEBEF4-C71D-43A1-90E0-A2C811FA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31ED7BF-A1A1-4A02-B0DC-F4A1CA7E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2B387AE-6766-4F36-83B3-07D6E929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1755296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2699523" y="0"/>
                </a:moveTo>
                <a:lnTo>
                  <a:pt x="0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8A7F4E87-AB85-4247-9504-2726B8DB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58485D20-BCDF-4794-AA36-EB3B53A1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2A08F874-1591-4EF8-B9EA-B0100B39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B5F31B97-CC53-48DE-9E8F-7AEC9386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0D1224BD-A402-4632-920E-25161A9A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937D1DDA-F77B-49D0-8C1D-73819494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BFF1CBBA-84E7-4FDB-BC22-58047D0B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46308B08-F57C-495F-BA60-AA1CFB14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02977926-C0B6-4682-AC1A-452ED016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2854EEA-4CE3-407B-976B-24E2E177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FA182E4-D888-4779-8429-B035D5CD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807559F-EFF2-4802-ACD6-A22F03E4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5F8CD047-68D0-4D0C-B917-8340E2DB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AD90B93-8C05-43E7-BBAF-40A8C79B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31BCFC4-91A4-4072-BDDD-A4965993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17E4CDAB-1811-4A8D-A367-7D52A890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25064C7D-8522-4D8C-9CB6-BD93AAAB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94726991-14C1-4484-8C56-E3A0DCC3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E951D0B7-6FF9-40F1-899E-F80F1255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7F8D640D-CABA-4EA9-9F73-C5F4DDF6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8ECD87E6-B70F-433E-AFB7-335F14E5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D8134503-97DB-465D-8585-077AA83A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F6445B87-A2BA-4E05-A2CC-3B5BCDE8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 passa de Simple para Combined. O antigo encontro, em 14,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8F7D59C9-8391-44DA-947D-A113F054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13. O drone passa a reencontrar o caminhão em 13.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FCDAC30-DAA7-4CE0-9EE4-31F76182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4754 − 25 = 4729.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673ADC7A-BC61-48C0-8E9A-1C349F83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4.729</a:t>
            </a:r>
          </a:p>
        </p:txBody>
      </p:sp>
    </p:spTree>
    <p:extLst>
      <p:ext uri="{BB962C8B-B14F-4D97-AF65-F5344CB8AC3E}">
        <p14:creationId xmlns:p14="http://schemas.microsoft.com/office/powerpoint/2010/main" val="1361329821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14: PushLeft no vértice 12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22EA31E-2FA5-E9C8-EB93-8FED021F82AB}" type="slidenum">
              <a:t>68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3150BD2-4720-4858-AE62-61FB7401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946FFC6-25DE-4E80-AD1A-5DD7FB4F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8A7B30D-A7BC-4C9D-AA92-E6289D40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EFD0D0E-0C31-4156-94BE-EBB4887E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1214042-C6BA-4951-A95C-5A598820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FA9DA60-07CC-4AE9-BF30-C220E443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BDA36BC-E1CA-401B-9DAC-71ED2D60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3593D0F-F18C-4FF9-B44D-5C648606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5C4A461-9FE1-4E83-8ECD-DC467C77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1BB66E86-5705-442C-A482-9C8E04C4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2EF1980-7B7C-41DE-B2CA-ABF20402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D23B0D4-06FD-4D95-9689-5ED71795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B596BB3-C3A4-4C9E-A192-08DF67F6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982F951-EDC9-46A0-A9F8-7220134D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A2AB8DF-B0E1-4BF6-A1B1-6005749E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9657D34-9CBB-41D2-AC09-653E2690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DBDCC37-836D-4E1A-B5CA-E718B48F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321018D-FAC1-4192-8B19-1247073D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1724511"/>
            <a:ext cx="1767936" cy="953"/>
          </a:xfrm>
          <a:custGeom xmlns:a="http://schemas.openxmlformats.org/drawingml/2006/main">
            <a:pathLst>
              <a:path w="1767936" h="953">
                <a:moveTo>
                  <a:pt x="176793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9397C735-D53C-44DA-82A3-56C5FDC0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7A342273-204B-4EA3-B546-5BD2CE94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CA35A6FC-198C-4918-B6B1-9B1F65E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FBFBD593-5D00-4729-B157-2772C739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028C0954-DF87-4559-8765-A039E587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61D94522-2C3B-4843-8D02-4260BD0E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F149A23C-641C-418F-9E9B-D3155422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1F201890-35FD-4FB1-9D62-B3AE536F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34157A88-D182-4FB5-AB8B-ADC86772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B5A64A37-3320-4C0E-B007-79ED440F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AC9F8EA9-DAF7-4B4C-B10F-CAF4B988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7CCF11F9-487E-4A89-985E-AF4DF29A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8D88859-C88A-43C9-AC7D-0EA02BEE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D2649BE2-6C79-4618-8958-7DBEFFEF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BB82D26-5C8B-41D0-9D1C-447A8EBE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BC0C478F-16AB-4B9C-88E3-50DD73BB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E3C776F-0408-4785-80E7-0C43ECA6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2E964FE1-D6B0-44BA-8A8F-084553C2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F915750B-C7DA-4679-9601-FCB01882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3C8EC77D-B24C-4CE5-B91E-2667B2C6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722C0142-1C96-4734-B4AA-9EFED7CC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737C7298-63E4-4F3E-842A-902A093E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D6B6F5F-BB54-4D27-B851-67BF544A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 passa de Simple para Combined. O antigo encontro, em 13,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A156869E-E0BA-4DBE-AC1D-0820855C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12. O drone passa a reencontrar o caminhão em 12.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58353875-D132-4647-B81C-D98FB78C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4729 − 76 = 4653.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0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25EE17A4-E4E1-4615-8274-F1BDD792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4.653</a:t>
            </a:r>
          </a:p>
        </p:txBody>
      </p:sp>
    </p:spTree>
    <p:extLst>
      <p:ext uri="{BB962C8B-B14F-4D97-AF65-F5344CB8AC3E}">
        <p14:creationId xmlns:p14="http://schemas.microsoft.com/office/powerpoint/2010/main" val="546501721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Solução retornada pelo código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9EABC7-5C80-1540-9810-371589B4C2E2}" type="slidenum">
              <a:t>69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56EEB6C-82BE-4672-86A7-7CA49F63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RESULTADO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B965E58-2AD6-447A-83F9-850C1DE5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9AAAFA5-CD2F-478E-BA70-57B5A6E1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B04C6680-1D12-4561-BDB2-3339EA9B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3486EAF-1D8F-4802-A2B1-55C13B00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8EAA15A-E471-4ACC-9E95-724A6DC9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06FA292-30EF-41C9-A220-C53620EA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738B187-10B8-45BC-AC1B-16AD4730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2B6670C-720C-43E7-867E-BF60B7DF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8B9C5BC-CD91-420D-B729-693630B6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9651B56-62FB-49BE-9A57-67537FA8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C2DC452-C27C-4D4D-A1FB-05E2609A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AF54CAB2-C66A-450A-BE03-4661B155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FDB02D6B-7DA5-456C-AA66-AC52F747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8CF2E2E-841A-4938-B066-FCFF358F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59D56CC-523B-44E7-ABD2-81ADB2FE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BD3C550-4673-467C-9F62-8504C770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F10366DD-9C75-415E-A5A8-23C7A86B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1724511"/>
            <a:ext cx="1767936" cy="953"/>
          </a:xfrm>
          <a:custGeom xmlns:a="http://schemas.openxmlformats.org/drawingml/2006/main">
            <a:pathLst>
              <a:path w="1767936" h="953">
                <a:moveTo>
                  <a:pt x="176793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23EE7F01-FCD6-4B63-AF45-875FFFDA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9BB92D01-61E0-41B6-8887-16E9777B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B1F9B215-5F67-4181-BB84-C297A040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F0781E02-D4D9-4C60-9AF2-2ADAECB7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521E887F-5941-4548-8F16-DD419A84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1A1691BC-E7EC-4596-A925-6FF24806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83C8C278-4407-49BC-81DA-79C78DD8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6111290A-466D-44F5-B2B5-B3E86E0E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3DEEF7C4-37CF-4CFB-9140-A82EBD52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E47E8026-E43D-425F-99CB-8FA1D5C2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C63B9EF1-818B-4A5E-9511-BFEF7614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F4C4330-5AA0-40A8-9E61-ED5D9296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F568DD8-4D3E-4852-BBEB-87241B35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01FC40DB-6463-487A-8ABE-B46C950C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B30875B3-CAA6-4957-9BB6-5DDD17F6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8FE0C3B3-A0A2-40D0-BB80-A5E54A47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3740EA9A-E32C-4882-93A4-37E9BE0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D305B057-92D7-495D-BC98-EBD32678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9F3237D-7FDE-409E-ACFF-8A7FAB47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7CB6665-DE3A-47B2-9BA4-B3A0BE1B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DA9D81A6-0314-4646-BD48-18237584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27357DCC-C513-4B14-830C-B3C22140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10 – 9 – 7 – 6 – 5 – 15 – 14 – 13 – 12 – 1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EB0475A3-990D-422F-A66F-AAA8FE45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voo: 1 – 11 – 12.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 trecho 12 – 1, segue embarcado.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C88F635-B411-4F98-9862-CEA4075D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 total: 4.653.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Percurso do caminhão: 4.653.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Percurso aéreo do drone: 4.152.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4EEBC556-88E7-4978-94C2-4E50D787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4.653</a:t>
            </a:r>
          </a:p>
        </p:txBody>
      </p:sp>
    </p:spTree>
    <p:extLst>
      <p:ext uri="{BB962C8B-B14F-4D97-AF65-F5344CB8AC3E}">
        <p14:creationId xmlns:p14="http://schemas.microsoft.com/office/powerpoint/2010/main" val="722719668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que explica o resultado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6072AD-BB8C-D3CF-DBF4-F438AF6C7F9D}" type="slidenum">
              <a:t>70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FCCD6BC-0B19-46C4-A5C5-4CA45739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LEITURA DA SOLUÇÃO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119150D-18F7-456D-A1D6-04EB22E6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D0836A3-2432-4D15-AD62-F0ABC12E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0CABFE7-5AE4-417C-8748-D820A322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E8E5344-641C-49A3-BA0D-D7BCC19F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9E47FF1-3341-4848-B64D-FF29B116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2932CF4-DD25-4217-A307-B0E2C4AA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96945BD-EB23-4DF1-88E8-DAAE74A9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2351357-1BAE-4B7A-BCDC-D4FFE1F8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8F7A648-C755-4C4E-91A6-45BEA41E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BDCB594-A2AD-466B-AB36-9C7F7D4E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B9E50DA9-7637-4B9F-A4C8-E0124693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D13D086-78EE-4193-936C-7C5B2E29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5C4016E-FB60-437D-8097-D922B89F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9456A2C7-1C93-43A6-BF29-752776DB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A979A3BF-DC44-4AE8-BEF1-8E92E934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D0F1D85-47F6-46DA-A5A9-37537027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5B96375-3A42-4648-8004-7B282BDF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1724511"/>
            <a:ext cx="1767936" cy="953"/>
          </a:xfrm>
          <a:custGeom xmlns:a="http://schemas.openxmlformats.org/drawingml/2006/main">
            <a:pathLst>
              <a:path w="1767936" h="953">
                <a:moveTo>
                  <a:pt x="176793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42205966-FB07-48C5-929D-4A9CE24D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00F7799B-69D0-4287-870C-13988BC8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5FB72C6A-6BA1-4C28-A8C6-906375E2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3D9334EE-5BB6-492D-8BE7-2C134773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AAC05672-A72D-4D2C-A855-93F999DB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9AF9D06B-0C84-4801-B8CE-CFD08785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697ECEFD-415F-4DB1-A41F-4C0D78C2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AE99E26E-D54D-4026-979B-345F0E16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80AA64A7-74A1-480A-97CE-22D2CBA9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0E55542-BA05-439F-9793-D185AF7E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0B1A83AA-E260-4CC9-9684-3B2E15F0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487CD5F-F4B1-4B6B-B49E-E3E40DCA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3A78BFE-D5A5-4B4A-AA10-3C5CBCB9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1C93A88-45E1-43AC-9237-7091C285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111C177-CC85-4D59-97B8-A40B4725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58A68B21-7E3D-4EDD-B3B6-8F65D4DC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108BA594-EE1B-4725-9D63-29FEFE21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89CD7706-644E-4B05-BB4D-24649560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820529D9-C093-4A04-8856-C76D1997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80408AC-6806-4428-9CAA-1D9B4B4F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79A1B33F-CF75-4A9C-9A52-F35558E4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Nós: branco Simple, verde Combined, azul Truck, laranja Drone. Dourado destaca a alteração.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0FC1D887-CCD3-422F-A1F7-87323A34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primeiro MakeFly não economiza tempo. Os PushLeft seguintes prolongam o trabalho em paralelo.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04809D43-C0C4-44F6-B591-9F9D6B5B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atende 14 clientes e o drone atende o 11. O caminhão espera apenas quando seu trecho é menor que o voo.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9F4E29B-025B-45A1-80FF-82332F63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52900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reduz o custo da primeira partição de 7.668 para 4.653 (39,3%). Esse resultado não certifica ótimo global.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C16E997-B916-4F59-AD88-49BCC41B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4.653</a:t>
            </a:r>
          </a:p>
        </p:txBody>
      </p:sp>
    </p:spTree>
    <p:extLst>
      <p:ext uri="{BB962C8B-B14F-4D97-AF65-F5344CB8AC3E}">
        <p14:creationId xmlns:p14="http://schemas.microsoft.com/office/powerpoint/2010/main" val="1367383731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2026-09-08T00:51:26.0880000Z</dcterms:created>
  <dcterms:modified xsi:type="dcterms:W3CDTF">2026-09-08T00:51:26.0880000Z</dcterms:modified>
</coreProperties>
</file>