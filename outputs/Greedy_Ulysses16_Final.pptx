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39f1decc024ac1" /><Relationship Type="http://schemas.openxmlformats.org/officeDocument/2006/relationships/extended-properties" Target="/docProps/app.xml" Id="R2fce0c511f9b4586" /><Relationship Type="http://schemas.openxmlformats.org/officeDocument/2006/relationships/officeDocument" Target="/ppt/presentation.xml" Id="R7316ba5303ee46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a93b2a11b94071"/>
  </p:sldMasterIdLst>
  <p:notesMasterIdLst>
    <p:notesMasterId xmlns:r="http://schemas.openxmlformats.org/officeDocument/2006/relationships" r:id="Rc38a704d8ca5417f"/>
  </p:notesMasterIdLst>
  <p:sldIdLst>
    <p:sldId xmlns:r="http://schemas.openxmlformats.org/officeDocument/2006/relationships" id="256" r:id="Rf8b43ca71b674d42"/>
    <p:sldId xmlns:r="http://schemas.openxmlformats.org/officeDocument/2006/relationships" id="257" r:id="Ra5946274a60c41ed"/>
    <p:sldId xmlns:r="http://schemas.openxmlformats.org/officeDocument/2006/relationships" id="258" r:id="Rbab714abb7b6410d"/>
    <p:sldId xmlns:r="http://schemas.openxmlformats.org/officeDocument/2006/relationships" id="259" r:id="R7c3f1b90f2154053"/>
    <p:sldId xmlns:r="http://schemas.openxmlformats.org/officeDocument/2006/relationships" id="260" r:id="R350adfd487dc4888"/>
    <p:sldId xmlns:r="http://schemas.openxmlformats.org/officeDocument/2006/relationships" id="261" r:id="R871c8a44e91c4246"/>
    <p:sldId xmlns:r="http://schemas.openxmlformats.org/officeDocument/2006/relationships" id="262" r:id="R9575b0cc194d4e5f"/>
    <p:sldId xmlns:r="http://schemas.openxmlformats.org/officeDocument/2006/relationships" id="263" r:id="Rd2d904cdc5564a59"/>
    <p:sldId xmlns:r="http://schemas.openxmlformats.org/officeDocument/2006/relationships" id="264" r:id="R1115c18c537e46c6"/>
    <p:sldId xmlns:r="http://schemas.openxmlformats.org/officeDocument/2006/relationships" id="265" r:id="Ra57dea5698d94c5e"/>
    <p:sldId xmlns:r="http://schemas.openxmlformats.org/officeDocument/2006/relationships" id="266" r:id="Ra5c484c254d8432c"/>
    <p:sldId xmlns:r="http://schemas.openxmlformats.org/officeDocument/2006/relationships" id="267" r:id="Rf7f4cc43c54543ca"/>
    <p:sldId xmlns:r="http://schemas.openxmlformats.org/officeDocument/2006/relationships" id="268" r:id="R94f39b78e19b45db"/>
    <p:sldId xmlns:r="http://schemas.openxmlformats.org/officeDocument/2006/relationships" id="269" r:id="Rf02b139cfe4a4f12"/>
    <p:sldId xmlns:r="http://schemas.openxmlformats.org/officeDocument/2006/relationships" id="270" r:id="R12d6fd1c93cf4890"/>
    <p:sldId xmlns:r="http://schemas.openxmlformats.org/officeDocument/2006/relationships" id="271" r:id="R9e1c6148b0164793"/>
    <p:sldId xmlns:r="http://schemas.openxmlformats.org/officeDocument/2006/relationships" id="272" r:id="R8203c444a56c472d"/>
    <p:sldId xmlns:r="http://schemas.openxmlformats.org/officeDocument/2006/relationships" id="273" r:id="R4291a5d31b3e4d2b"/>
    <p:sldId xmlns:r="http://schemas.openxmlformats.org/officeDocument/2006/relationships" id="274" r:id="R7667d15c0057456f"/>
    <p:sldId xmlns:r="http://schemas.openxmlformats.org/officeDocument/2006/relationships" id="275" r:id="R148c3240c1cb4475"/>
    <p:sldId xmlns:r="http://schemas.openxmlformats.org/officeDocument/2006/relationships" id="276" r:id="Rd57578ac4e5646d7"/>
    <p:sldId xmlns:r="http://schemas.openxmlformats.org/officeDocument/2006/relationships" id="277" r:id="R5c17dd4e8dc14a55"/>
    <p:sldId xmlns:r="http://schemas.openxmlformats.org/officeDocument/2006/relationships" id="278" r:id="R783db08293c24261"/>
    <p:sldId xmlns:r="http://schemas.openxmlformats.org/officeDocument/2006/relationships" id="279" r:id="Rf451ba8b903f4a70"/>
    <p:sldId xmlns:r="http://schemas.openxmlformats.org/officeDocument/2006/relationships" id="280" r:id="Rcbc727f24372495a"/>
    <p:sldId xmlns:r="http://schemas.openxmlformats.org/officeDocument/2006/relationships" id="281" r:id="R88d4f644d76342af"/>
    <p:sldId xmlns:r="http://schemas.openxmlformats.org/officeDocument/2006/relationships" id="282" r:id="Ra3971bae3d5443bb"/>
    <p:sldId xmlns:r="http://schemas.openxmlformats.org/officeDocument/2006/relationships" id="283" r:id="R92e0881af2bf4328"/>
    <p:sldId xmlns:r="http://schemas.openxmlformats.org/officeDocument/2006/relationships" id="284" r:id="Rbeef5fca5aba4d89"/>
    <p:sldId xmlns:r="http://schemas.openxmlformats.org/officeDocument/2006/relationships" id="285" r:id="R72b8964c615f420a"/>
    <p:sldId xmlns:r="http://schemas.openxmlformats.org/officeDocument/2006/relationships" id="286" r:id="R7beee7453e534017"/>
    <p:sldId xmlns:r="http://schemas.openxmlformats.org/officeDocument/2006/relationships" id="287" r:id="R097de378be344385"/>
    <p:sldId xmlns:r="http://schemas.openxmlformats.org/officeDocument/2006/relationships" id="288" r:id="R8d6e62d6de01461a"/>
    <p:sldId xmlns:r="http://schemas.openxmlformats.org/officeDocument/2006/relationships" id="289" r:id="R2bcd6a4d6bd74743"/>
    <p:sldId xmlns:r="http://schemas.openxmlformats.org/officeDocument/2006/relationships" id="290" r:id="Re07f4dfee7ca453b"/>
    <p:sldId xmlns:r="http://schemas.openxmlformats.org/officeDocument/2006/relationships" id="291" r:id="R61e5a2533bc7470d"/>
    <p:sldId xmlns:r="http://schemas.openxmlformats.org/officeDocument/2006/relationships" id="292" r:id="Reb0d0e7b673e48d1"/>
    <p:sldId xmlns:r="http://schemas.openxmlformats.org/officeDocument/2006/relationships" id="293" r:id="R3525fb25f81745a7"/>
    <p:sldId xmlns:r="http://schemas.openxmlformats.org/officeDocument/2006/relationships" id="294" r:id="R932f669fd9344526"/>
    <p:sldId xmlns:r="http://schemas.openxmlformats.org/officeDocument/2006/relationships" id="295" r:id="R606074f05c5c4aac"/>
    <p:sldId xmlns:r="http://schemas.openxmlformats.org/officeDocument/2006/relationships" id="296" r:id="Rfd5c7228d2704102"/>
    <p:sldId xmlns:r="http://schemas.openxmlformats.org/officeDocument/2006/relationships" id="297" r:id="R42aa69ee12354abd"/>
    <p:sldId xmlns:r="http://schemas.openxmlformats.org/officeDocument/2006/relationships" id="298" r:id="Rd2125a604c7f488e"/>
    <p:sldId xmlns:r="http://schemas.openxmlformats.org/officeDocument/2006/relationships" id="299" r:id="Ra2ba3dfb234c4570"/>
    <p:sldId xmlns:r="http://schemas.openxmlformats.org/officeDocument/2006/relationships" id="300" r:id="Rcf0f9cedd90447dd"/>
    <p:sldId xmlns:r="http://schemas.openxmlformats.org/officeDocument/2006/relationships" id="301" r:id="Rb798155d11af4ee7"/>
    <p:sldId xmlns:r="http://schemas.openxmlformats.org/officeDocument/2006/relationships" id="302" r:id="R36e6c780cb3f4371"/>
    <p:sldId xmlns:r="http://schemas.openxmlformats.org/officeDocument/2006/relationships" id="303" r:id="R4dee2ae9c9b64d3f"/>
    <p:sldId xmlns:r="http://schemas.openxmlformats.org/officeDocument/2006/relationships" id="304" r:id="R20afa6a9213b491f"/>
    <p:sldId xmlns:r="http://schemas.openxmlformats.org/officeDocument/2006/relationships" id="305" r:id="R509a75de0f684202"/>
    <p:sldId xmlns:r="http://schemas.openxmlformats.org/officeDocument/2006/relationships" id="306" r:id="R7e3d01d7c5f24a5d"/>
    <p:sldId xmlns:r="http://schemas.openxmlformats.org/officeDocument/2006/relationships" id="307" r:id="Rbcef13bcf0784397"/>
    <p:sldId xmlns:r="http://schemas.openxmlformats.org/officeDocument/2006/relationships" id="308" r:id="R8cc4a0948cec46e0"/>
    <p:sldId xmlns:r="http://schemas.openxmlformats.org/officeDocument/2006/relationships" id="309" r:id="R3fa164a2fef144dc"/>
    <p:sldId xmlns:r="http://schemas.openxmlformats.org/officeDocument/2006/relationships" id="310" r:id="R0b14053d3ebf40d5"/>
    <p:sldId xmlns:r="http://schemas.openxmlformats.org/officeDocument/2006/relationships" id="311" r:id="R7edaea117d824440"/>
    <p:sldId xmlns:r="http://schemas.openxmlformats.org/officeDocument/2006/relationships" id="312" r:id="R39da001d5cbf483d"/>
    <p:sldId xmlns:r="http://schemas.openxmlformats.org/officeDocument/2006/relationships" id="313" r:id="Rfa510ec830ee4eec"/>
    <p:sldId xmlns:r="http://schemas.openxmlformats.org/officeDocument/2006/relationships" id="314" r:id="R0701d69e9d654da6"/>
    <p:sldId xmlns:r="http://schemas.openxmlformats.org/officeDocument/2006/relationships" id="315" r:id="Rde7a54e1dee14b6b"/>
    <p:sldId xmlns:r="http://schemas.openxmlformats.org/officeDocument/2006/relationships" id="316" r:id="Rff7ac2277cbb4e7e"/>
    <p:sldId xmlns:r="http://schemas.openxmlformats.org/officeDocument/2006/relationships" id="317" r:id="Rf66ff88c206b4dc4"/>
    <p:sldId xmlns:r="http://schemas.openxmlformats.org/officeDocument/2006/relationships" id="318" r:id="Rf22c80d4a5b34e69"/>
    <p:sldId xmlns:r="http://schemas.openxmlformats.org/officeDocument/2006/relationships" id="319" r:id="Rb0fa962d17b44abd"/>
    <p:sldId xmlns:r="http://schemas.openxmlformats.org/officeDocument/2006/relationships" id="320" r:id="R4885add3218343af"/>
    <p:sldId xmlns:r="http://schemas.openxmlformats.org/officeDocument/2006/relationships" id="321" r:id="Re43be487c8b148a2"/>
    <p:sldId xmlns:r="http://schemas.openxmlformats.org/officeDocument/2006/relationships" id="322" r:id="R14c85d946a2b437f"/>
    <p:sldId xmlns:r="http://schemas.openxmlformats.org/officeDocument/2006/relationships" id="323" r:id="R58adc47b51e3454e"/>
    <p:sldId xmlns:r="http://schemas.openxmlformats.org/officeDocument/2006/relationships" id="324" r:id="R4de299a13a7145a9"/>
    <p:sldId xmlns:r="http://schemas.openxmlformats.org/officeDocument/2006/relationships" id="325" r:id="Rf7274112a6e640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2f641862694d85" /><Relationship Type="http://schemas.openxmlformats.org/officeDocument/2006/relationships/slideMaster" Target="/ppt/slideMasters/slideMaster1.xml" Id="R00a93b2a11b94071" /><Relationship Type="http://schemas.openxmlformats.org/officeDocument/2006/relationships/notesMaster" Target="/ppt/notesMasters/notesMaster1.xml" Id="Rc38a704d8ca5417f" /><Relationship Type="http://schemas.openxmlformats.org/officeDocument/2006/relationships/presProps" Target="/ppt/presProps.xml" Id="Rb2ad1a277ef240d8" /><Relationship Type="http://schemas.openxmlformats.org/officeDocument/2006/relationships/viewProps" Target="/ppt/viewProps.xml" Id="Rba99874bdb1d44e3" /><Relationship Type="http://schemas.openxmlformats.org/officeDocument/2006/relationships/tableStyles" Target="/ppt/tableStyles.xml" Id="R761709776c9c4251" /><Relationship Type="http://schemas.openxmlformats.org/officeDocument/2006/relationships/slide" Target="/ppt/slides/slide1.xml" Id="Rf8b43ca71b674d42" /><Relationship Type="http://schemas.openxmlformats.org/officeDocument/2006/relationships/slide" Target="/ppt/slides/slide2.xml" Id="Ra5946274a60c41ed" /><Relationship Type="http://schemas.openxmlformats.org/officeDocument/2006/relationships/slide" Target="/ppt/slides/slide3.xml" Id="Rbab714abb7b6410d" /><Relationship Type="http://schemas.openxmlformats.org/officeDocument/2006/relationships/slide" Target="/ppt/slides/slide4.xml" Id="R7c3f1b90f2154053" /><Relationship Type="http://schemas.openxmlformats.org/officeDocument/2006/relationships/slide" Target="/ppt/slides/slide5.xml" Id="R350adfd487dc4888" /><Relationship Type="http://schemas.openxmlformats.org/officeDocument/2006/relationships/slide" Target="/ppt/slides/slide6.xml" Id="R871c8a44e91c4246" /><Relationship Type="http://schemas.openxmlformats.org/officeDocument/2006/relationships/slide" Target="/ppt/slides/slide7.xml" Id="R9575b0cc194d4e5f" /><Relationship Type="http://schemas.openxmlformats.org/officeDocument/2006/relationships/slide" Target="/ppt/slides/slide8.xml" Id="Rd2d904cdc5564a59" /><Relationship Type="http://schemas.openxmlformats.org/officeDocument/2006/relationships/slide" Target="/ppt/slides/slide9.xml" Id="R1115c18c537e46c6" /><Relationship Type="http://schemas.openxmlformats.org/officeDocument/2006/relationships/slide" Target="/ppt/slides/slide10.xml" Id="Ra57dea5698d94c5e" /><Relationship Type="http://schemas.openxmlformats.org/officeDocument/2006/relationships/slide" Target="/ppt/slides/slide11.xml" Id="Ra5c484c254d8432c" /><Relationship Type="http://schemas.openxmlformats.org/officeDocument/2006/relationships/slide" Target="/ppt/slides/slide12.xml" Id="Rf7f4cc43c54543ca" /><Relationship Type="http://schemas.openxmlformats.org/officeDocument/2006/relationships/slide" Target="/ppt/slides/slide13.xml" Id="R94f39b78e19b45db" /><Relationship Type="http://schemas.openxmlformats.org/officeDocument/2006/relationships/slide" Target="/ppt/slides/slide14.xml" Id="Rf02b139cfe4a4f12" /><Relationship Type="http://schemas.openxmlformats.org/officeDocument/2006/relationships/slide" Target="/ppt/slides/slide15.xml" Id="R12d6fd1c93cf4890" /><Relationship Type="http://schemas.openxmlformats.org/officeDocument/2006/relationships/slide" Target="/ppt/slides/slide16.xml" Id="R9e1c6148b0164793" /><Relationship Type="http://schemas.openxmlformats.org/officeDocument/2006/relationships/slide" Target="/ppt/slides/slide17.xml" Id="R8203c444a56c472d" /><Relationship Type="http://schemas.openxmlformats.org/officeDocument/2006/relationships/slide" Target="/ppt/slides/slide18.xml" Id="R4291a5d31b3e4d2b" /><Relationship Type="http://schemas.openxmlformats.org/officeDocument/2006/relationships/slide" Target="/ppt/slides/slide19.xml" Id="R7667d15c0057456f" /><Relationship Type="http://schemas.openxmlformats.org/officeDocument/2006/relationships/slide" Target="/ppt/slides/slide20.xml" Id="R148c3240c1cb4475" /><Relationship Type="http://schemas.openxmlformats.org/officeDocument/2006/relationships/slide" Target="/ppt/slides/slide21.xml" Id="Rd57578ac4e5646d7" /><Relationship Type="http://schemas.openxmlformats.org/officeDocument/2006/relationships/slide" Target="/ppt/slides/slide22.xml" Id="R5c17dd4e8dc14a55" /><Relationship Type="http://schemas.openxmlformats.org/officeDocument/2006/relationships/slide" Target="/ppt/slides/slide23.xml" Id="R783db08293c24261" /><Relationship Type="http://schemas.openxmlformats.org/officeDocument/2006/relationships/slide" Target="/ppt/slides/slide24.xml" Id="Rf451ba8b903f4a70" /><Relationship Type="http://schemas.openxmlformats.org/officeDocument/2006/relationships/slide" Target="/ppt/slides/slide25.xml" Id="Rcbc727f24372495a" /><Relationship Type="http://schemas.openxmlformats.org/officeDocument/2006/relationships/slide" Target="/ppt/slides/slide26.xml" Id="R88d4f644d76342af" /><Relationship Type="http://schemas.openxmlformats.org/officeDocument/2006/relationships/slide" Target="/ppt/slides/slide27.xml" Id="Ra3971bae3d5443bb" /><Relationship Type="http://schemas.openxmlformats.org/officeDocument/2006/relationships/slide" Target="/ppt/slides/slide28.xml" Id="R92e0881af2bf4328" /><Relationship Type="http://schemas.openxmlformats.org/officeDocument/2006/relationships/slide" Target="/ppt/slides/slide29.xml" Id="Rbeef5fca5aba4d89" /><Relationship Type="http://schemas.openxmlformats.org/officeDocument/2006/relationships/slide" Target="/ppt/slides/slide30.xml" Id="R72b8964c615f420a" /><Relationship Type="http://schemas.openxmlformats.org/officeDocument/2006/relationships/slide" Target="/ppt/slides/slide31.xml" Id="R7beee7453e534017" /><Relationship Type="http://schemas.openxmlformats.org/officeDocument/2006/relationships/slide" Target="/ppt/slides/slide32.xml" Id="R097de378be344385" /><Relationship Type="http://schemas.openxmlformats.org/officeDocument/2006/relationships/slide" Target="/ppt/slides/slide33.xml" Id="R8d6e62d6de01461a" /><Relationship Type="http://schemas.openxmlformats.org/officeDocument/2006/relationships/slide" Target="/ppt/slides/slide34.xml" Id="R2bcd6a4d6bd74743" /><Relationship Type="http://schemas.openxmlformats.org/officeDocument/2006/relationships/slide" Target="/ppt/slides/slide35.xml" Id="Re07f4dfee7ca453b" /><Relationship Type="http://schemas.openxmlformats.org/officeDocument/2006/relationships/slide" Target="/ppt/slides/slide36.xml" Id="R61e5a2533bc7470d" /><Relationship Type="http://schemas.openxmlformats.org/officeDocument/2006/relationships/slide" Target="/ppt/slides/slide37.xml" Id="Reb0d0e7b673e48d1" /><Relationship Type="http://schemas.openxmlformats.org/officeDocument/2006/relationships/slide" Target="/ppt/slides/slide38.xml" Id="R3525fb25f81745a7" /><Relationship Type="http://schemas.openxmlformats.org/officeDocument/2006/relationships/slide" Target="/ppt/slides/slide39.xml" Id="R932f669fd9344526" /><Relationship Type="http://schemas.openxmlformats.org/officeDocument/2006/relationships/slide" Target="/ppt/slides/slide40.xml" Id="R606074f05c5c4aac" /><Relationship Type="http://schemas.openxmlformats.org/officeDocument/2006/relationships/slide" Target="/ppt/slides/slide41.xml" Id="Rfd5c7228d2704102" /><Relationship Type="http://schemas.openxmlformats.org/officeDocument/2006/relationships/slide" Target="/ppt/slides/slide42.xml" Id="R42aa69ee12354abd" /><Relationship Type="http://schemas.openxmlformats.org/officeDocument/2006/relationships/slide" Target="/ppt/slides/slide43.xml" Id="Rd2125a604c7f488e" /><Relationship Type="http://schemas.openxmlformats.org/officeDocument/2006/relationships/slide" Target="/ppt/slides/slide44.xml" Id="Ra2ba3dfb234c4570" /><Relationship Type="http://schemas.openxmlformats.org/officeDocument/2006/relationships/slide" Target="/ppt/slides/slide45.xml" Id="Rcf0f9cedd90447dd" /><Relationship Type="http://schemas.openxmlformats.org/officeDocument/2006/relationships/slide" Target="/ppt/slides/slide46.xml" Id="Rb798155d11af4ee7" /><Relationship Type="http://schemas.openxmlformats.org/officeDocument/2006/relationships/slide" Target="/ppt/slides/slide47.xml" Id="R36e6c780cb3f4371" /><Relationship Type="http://schemas.openxmlformats.org/officeDocument/2006/relationships/slide" Target="/ppt/slides/slide48.xml" Id="R4dee2ae9c9b64d3f" /><Relationship Type="http://schemas.openxmlformats.org/officeDocument/2006/relationships/slide" Target="/ppt/slides/slide49.xml" Id="R20afa6a9213b491f" /><Relationship Type="http://schemas.openxmlformats.org/officeDocument/2006/relationships/slide" Target="/ppt/slides/slide50.xml" Id="R509a75de0f684202" /><Relationship Type="http://schemas.openxmlformats.org/officeDocument/2006/relationships/slide" Target="/ppt/slides/slide51.xml" Id="R7e3d01d7c5f24a5d" /><Relationship Type="http://schemas.openxmlformats.org/officeDocument/2006/relationships/slide" Target="/ppt/slides/slide52.xml" Id="Rbcef13bcf0784397" /><Relationship Type="http://schemas.openxmlformats.org/officeDocument/2006/relationships/slide" Target="/ppt/slides/slide53.xml" Id="R8cc4a0948cec46e0" /><Relationship Type="http://schemas.openxmlformats.org/officeDocument/2006/relationships/slide" Target="/ppt/slides/slide54.xml" Id="R3fa164a2fef144dc" /><Relationship Type="http://schemas.openxmlformats.org/officeDocument/2006/relationships/slide" Target="/ppt/slides/slide55.xml" Id="R0b14053d3ebf40d5" /><Relationship Type="http://schemas.openxmlformats.org/officeDocument/2006/relationships/slide" Target="/ppt/slides/slide56.xml" Id="R7edaea117d824440" /><Relationship Type="http://schemas.openxmlformats.org/officeDocument/2006/relationships/slide" Target="/ppt/slides/slide57.xml" Id="R39da001d5cbf483d" /><Relationship Type="http://schemas.openxmlformats.org/officeDocument/2006/relationships/slide" Target="/ppt/slides/slide58.xml" Id="Rfa510ec830ee4eec" /><Relationship Type="http://schemas.openxmlformats.org/officeDocument/2006/relationships/slide" Target="/ppt/slides/slide59.xml" Id="R0701d69e9d654da6" /><Relationship Type="http://schemas.openxmlformats.org/officeDocument/2006/relationships/slide" Target="/ppt/slides/slide60.xml" Id="Rde7a54e1dee14b6b" /><Relationship Type="http://schemas.openxmlformats.org/officeDocument/2006/relationships/slide" Target="/ppt/slides/slide61.xml" Id="Rff7ac2277cbb4e7e" /><Relationship Type="http://schemas.openxmlformats.org/officeDocument/2006/relationships/slide" Target="/ppt/slides/slide62.xml" Id="Rf66ff88c206b4dc4" /><Relationship Type="http://schemas.openxmlformats.org/officeDocument/2006/relationships/slide" Target="/ppt/slides/slide63.xml" Id="Rf22c80d4a5b34e69" /><Relationship Type="http://schemas.openxmlformats.org/officeDocument/2006/relationships/slide" Target="/ppt/slides/slide64.xml" Id="Rb0fa962d17b44abd" /><Relationship Type="http://schemas.openxmlformats.org/officeDocument/2006/relationships/slide" Target="/ppt/slides/slide65.xml" Id="R4885add3218343af" /><Relationship Type="http://schemas.openxmlformats.org/officeDocument/2006/relationships/slide" Target="/ppt/slides/slide66.xml" Id="Re43be487c8b148a2" /><Relationship Type="http://schemas.openxmlformats.org/officeDocument/2006/relationships/slide" Target="/ppt/slides/slide67.xml" Id="R14c85d946a2b437f" /><Relationship Type="http://schemas.openxmlformats.org/officeDocument/2006/relationships/slide" Target="/ppt/slides/slide68.xml" Id="R58adc47b51e3454e" /><Relationship Type="http://schemas.openxmlformats.org/officeDocument/2006/relationships/slide" Target="/ppt/slides/slide69.xml" Id="R4de299a13a7145a9" /><Relationship Type="http://schemas.openxmlformats.org/officeDocument/2006/relationships/slide" Target="/ppt/slides/slide70.xml" Id="Rf7274112a6e640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08343e90084a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c7d2d27ec3422f" /><Relationship Type="http://schemas.openxmlformats.org/officeDocument/2006/relationships/notesMaster" Target="/ppt/notesMasters/notesMaster1.xml" Id="Rb084eabc98a94a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77c207a68549ce" /><Relationship Type="http://schemas.openxmlformats.org/officeDocument/2006/relationships/notesMaster" Target="/ppt/notesMasters/notesMaster1.xml" Id="R0ffc29a325c045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92d0ac07154956" /><Relationship Type="http://schemas.openxmlformats.org/officeDocument/2006/relationships/notesMaster" Target="/ppt/notesMasters/notesMaster1.xml" Id="R193d48b14aee43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b87785773843f1" /><Relationship Type="http://schemas.openxmlformats.org/officeDocument/2006/relationships/notesMaster" Target="/ppt/notesMasters/notesMaster1.xml" Id="Ra62e6fed3d2b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fbea7846534d0e" /><Relationship Type="http://schemas.openxmlformats.org/officeDocument/2006/relationships/notesMaster" Target="/ppt/notesMasters/notesMaster1.xml" Id="R61ce2ab035534f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b6ac230fd64e5e" /><Relationship Type="http://schemas.openxmlformats.org/officeDocument/2006/relationships/notesMaster" Target="/ppt/notesMasters/notesMaster1.xml" Id="R13c0b15cd5ba44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3603b3f4d544ec" /><Relationship Type="http://schemas.openxmlformats.org/officeDocument/2006/relationships/notesMaster" Target="/ppt/notesMasters/notesMaster1.xml" Id="Rcee9f8a8ebc14e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4346d886e548b4" /><Relationship Type="http://schemas.openxmlformats.org/officeDocument/2006/relationships/notesMaster" Target="/ppt/notesMasters/notesMaster1.xml" Id="Rec09b86f75f541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872f2618bf4c8f" /><Relationship Type="http://schemas.openxmlformats.org/officeDocument/2006/relationships/notesMaster" Target="/ppt/notesMasters/notesMaster1.xml" Id="R8485a083dc5640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7c5929eaf64312" /><Relationship Type="http://schemas.openxmlformats.org/officeDocument/2006/relationships/notesMaster" Target="/ppt/notesMasters/notesMaster1.xml" Id="R3676ffd28d0847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37cbdb135b48ec" /><Relationship Type="http://schemas.openxmlformats.org/officeDocument/2006/relationships/notesMaster" Target="/ppt/notesMasters/notesMaster1.xml" Id="R19e10951bdbc4c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9d64870c5444db" /><Relationship Type="http://schemas.openxmlformats.org/officeDocument/2006/relationships/notesMaster" Target="/ppt/notesMasters/notesMaster1.xml" Id="R5d7e909797ea4e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4bd8056a264cc9" /><Relationship Type="http://schemas.openxmlformats.org/officeDocument/2006/relationships/notesMaster" Target="/ppt/notesMasters/notesMaster1.xml" Id="R6bf74ad4f3bb41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d1e0d08a784bcc" /><Relationship Type="http://schemas.openxmlformats.org/officeDocument/2006/relationships/notesMaster" Target="/ppt/notesMasters/notesMaster1.xml" Id="R4ffbf96fd4e342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d361c0b45d4dcf" /><Relationship Type="http://schemas.openxmlformats.org/officeDocument/2006/relationships/notesMaster" Target="/ppt/notesMasters/notesMaster1.xml" Id="R20a8ee6295dc45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d6ef8ffe9143b0" /><Relationship Type="http://schemas.openxmlformats.org/officeDocument/2006/relationships/notesMaster" Target="/ppt/notesMasters/notesMaster1.xml" Id="Rea4ba0ba15d741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313052de204fae" /><Relationship Type="http://schemas.openxmlformats.org/officeDocument/2006/relationships/notesMaster" Target="/ppt/notesMasters/notesMaster1.xml" Id="R1a979886233040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6e47c209174979" /><Relationship Type="http://schemas.openxmlformats.org/officeDocument/2006/relationships/notesMaster" Target="/ppt/notesMasters/notesMaster1.xml" Id="R44fc1d49951b43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f84760823147d0" /><Relationship Type="http://schemas.openxmlformats.org/officeDocument/2006/relationships/notesMaster" Target="/ppt/notesMasters/notesMaster1.xml" Id="Rd04d47f3dfea4f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30fc20f7d94542" /><Relationship Type="http://schemas.openxmlformats.org/officeDocument/2006/relationships/notesMaster" Target="/ppt/notesMasters/notesMaster1.xml" Id="Rad51783e30a0478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5236073e784eb9" /><Relationship Type="http://schemas.openxmlformats.org/officeDocument/2006/relationships/notesMaster" Target="/ppt/notesMasters/notesMaster1.xml" Id="Rf214a06ef7a549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b70a8cfc7e40a7" /><Relationship Type="http://schemas.openxmlformats.org/officeDocument/2006/relationships/notesMaster" Target="/ppt/notesMasters/notesMaster1.xml" Id="R09580ac81b9a42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fde71104e448c2" /><Relationship Type="http://schemas.openxmlformats.org/officeDocument/2006/relationships/notesMaster" Target="/ppt/notesMasters/notesMaster1.xml" Id="R0850c9b74a1f400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1a9ebb47a7468a" /><Relationship Type="http://schemas.openxmlformats.org/officeDocument/2006/relationships/notesMaster" Target="/ppt/notesMasters/notesMaster1.xml" Id="Rd18fcd0df3934f5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f939dc3f5e54181" /><Relationship Type="http://schemas.openxmlformats.org/officeDocument/2006/relationships/notesMaster" Target="/ppt/notesMasters/notesMaster1.xml" Id="Rb1fa26f47f4c461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ff7712df68846f8" /><Relationship Type="http://schemas.openxmlformats.org/officeDocument/2006/relationships/notesMaster" Target="/ppt/notesMasters/notesMaster1.xml" Id="Rb6b1e5741f70412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fee69c557f54a75" /><Relationship Type="http://schemas.openxmlformats.org/officeDocument/2006/relationships/notesMaster" Target="/ppt/notesMasters/notesMaster1.xml" Id="Red0a6ee9baa549e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3e0f4660774771" /><Relationship Type="http://schemas.openxmlformats.org/officeDocument/2006/relationships/notesMaster" Target="/ppt/notesMasters/notesMaster1.xml" Id="R5a997b239d75467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5f6708b78fa41bf" /><Relationship Type="http://schemas.openxmlformats.org/officeDocument/2006/relationships/notesMaster" Target="/ppt/notesMasters/notesMaster1.xml" Id="R2cb7d69462b94b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9f2ffcb3a564ac0" /><Relationship Type="http://schemas.openxmlformats.org/officeDocument/2006/relationships/notesMaster" Target="/ppt/notesMasters/notesMaster1.xml" Id="R1872059ea0a6414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b4d2a7dd0964f31" /><Relationship Type="http://schemas.openxmlformats.org/officeDocument/2006/relationships/notesMaster" Target="/ppt/notesMasters/notesMaster1.xml" Id="R8d7f0f2c41fb43a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61c9564661a40fc" /><Relationship Type="http://schemas.openxmlformats.org/officeDocument/2006/relationships/notesMaster" Target="/ppt/notesMasters/notesMaster1.xml" Id="R9e6e97ce1a2a4de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e7849d52667469e" /><Relationship Type="http://schemas.openxmlformats.org/officeDocument/2006/relationships/notesMaster" Target="/ppt/notesMasters/notesMaster1.xml" Id="R024d3848c5e2497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e7b53b38b544bdd" /><Relationship Type="http://schemas.openxmlformats.org/officeDocument/2006/relationships/notesMaster" Target="/ppt/notesMasters/notesMaster1.xml" Id="R83dc27c6c5c54db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00f9790bb354b41" /><Relationship Type="http://schemas.openxmlformats.org/officeDocument/2006/relationships/notesMaster" Target="/ppt/notesMasters/notesMaster1.xml" Id="R1f0fc869e0dc488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ffc9bfffb224e10" /><Relationship Type="http://schemas.openxmlformats.org/officeDocument/2006/relationships/notesMaster" Target="/ppt/notesMasters/notesMaster1.xml" Id="Rc2aad386e0e74be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c1e05bd33134b69" /><Relationship Type="http://schemas.openxmlformats.org/officeDocument/2006/relationships/notesMaster" Target="/ppt/notesMasters/notesMaster1.xml" Id="Re1511b342f194c5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16bd4f3174c4188" /><Relationship Type="http://schemas.openxmlformats.org/officeDocument/2006/relationships/notesMaster" Target="/ppt/notesMasters/notesMaster1.xml" Id="R6072bb90ee994e1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87e187b0cc74d65" /><Relationship Type="http://schemas.openxmlformats.org/officeDocument/2006/relationships/notesMaster" Target="/ppt/notesMasters/notesMaster1.xml" Id="Ra7adc8ca49ed410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c4c58e950b4854" /><Relationship Type="http://schemas.openxmlformats.org/officeDocument/2006/relationships/notesMaster" Target="/ppt/notesMasters/notesMaster1.xml" Id="R8fc858c49bb744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9879801e899492c" /><Relationship Type="http://schemas.openxmlformats.org/officeDocument/2006/relationships/notesMaster" Target="/ppt/notesMasters/notesMaster1.xml" Id="R4943c8c3259a487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823cbd1860f48ee" /><Relationship Type="http://schemas.openxmlformats.org/officeDocument/2006/relationships/notesMaster" Target="/ppt/notesMasters/notesMaster1.xml" Id="R12b1c6709ca7440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9ffbdde93f74cb6" /><Relationship Type="http://schemas.openxmlformats.org/officeDocument/2006/relationships/notesMaster" Target="/ppt/notesMasters/notesMaster1.xml" Id="R21cb72a6144e48b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730159b76474806" /><Relationship Type="http://schemas.openxmlformats.org/officeDocument/2006/relationships/notesMaster" Target="/ppt/notesMasters/notesMaster1.xml" Id="R6edef9327ce2403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d52eef998cd49c3" /><Relationship Type="http://schemas.openxmlformats.org/officeDocument/2006/relationships/notesMaster" Target="/ppt/notesMasters/notesMaster1.xml" Id="R97132ea26ab744c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895b68f2f814c39" /><Relationship Type="http://schemas.openxmlformats.org/officeDocument/2006/relationships/notesMaster" Target="/ppt/notesMasters/notesMaster1.xml" Id="R562b947424014f4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aab9b41502e4f0d" /><Relationship Type="http://schemas.openxmlformats.org/officeDocument/2006/relationships/notesMaster" Target="/ppt/notesMasters/notesMaster1.xml" Id="R4af6806f6ebf4c2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f98a07baa614a05" /><Relationship Type="http://schemas.openxmlformats.org/officeDocument/2006/relationships/notesMaster" Target="/ppt/notesMasters/notesMaster1.xml" Id="R4df4fa932511487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93b13e79c424fbe" /><Relationship Type="http://schemas.openxmlformats.org/officeDocument/2006/relationships/notesMaster" Target="/ppt/notesMasters/notesMaster1.xml" Id="R4fe996553676425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0a3cf8a2e5944ab" /><Relationship Type="http://schemas.openxmlformats.org/officeDocument/2006/relationships/notesMaster" Target="/ppt/notesMasters/notesMaster1.xml" Id="R1642ebf7b7c9437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48ca4f3294e4640" /><Relationship Type="http://schemas.openxmlformats.org/officeDocument/2006/relationships/notesMaster" Target="/ppt/notesMasters/notesMaster1.xml" Id="R835484f266c94c5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8f99dc2a5e746a1" /><Relationship Type="http://schemas.openxmlformats.org/officeDocument/2006/relationships/notesMaster" Target="/ppt/notesMasters/notesMaster1.xml" Id="R1e9f5977860e422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cce74eaac9144c8" /><Relationship Type="http://schemas.openxmlformats.org/officeDocument/2006/relationships/notesMaster" Target="/ppt/notesMasters/notesMaster1.xml" Id="Rd38b6cacea3d4c4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b4fec328122424d" /><Relationship Type="http://schemas.openxmlformats.org/officeDocument/2006/relationships/notesMaster" Target="/ppt/notesMasters/notesMaster1.xml" Id="Ra97a89a7f1fa4c5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3f3177bc2964c21" /><Relationship Type="http://schemas.openxmlformats.org/officeDocument/2006/relationships/notesMaster" Target="/ppt/notesMasters/notesMaster1.xml" Id="R447c997f7fc8461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e187924907d42c4" /><Relationship Type="http://schemas.openxmlformats.org/officeDocument/2006/relationships/notesMaster" Target="/ppt/notesMasters/notesMaster1.xml" Id="R0f1ed941e886469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2a7a1b8649a436a" /><Relationship Type="http://schemas.openxmlformats.org/officeDocument/2006/relationships/notesMaster" Target="/ppt/notesMasters/notesMaster1.xml" Id="Rbc80f3225e60473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24c0bc9b9284a6d" /><Relationship Type="http://schemas.openxmlformats.org/officeDocument/2006/relationships/notesMaster" Target="/ppt/notesMasters/notesMaster1.xml" Id="R63b85d04ae8340eb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b55f893bd0044b3" /><Relationship Type="http://schemas.openxmlformats.org/officeDocument/2006/relationships/notesMaster" Target="/ppt/notesMasters/notesMaster1.xml" Id="Rf864e640aab74c7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48d257406da4f76" /><Relationship Type="http://schemas.openxmlformats.org/officeDocument/2006/relationships/notesMaster" Target="/ppt/notesMasters/notesMaster1.xml" Id="Rcd3b8a3881104e1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83dfc58622244a4" /><Relationship Type="http://schemas.openxmlformats.org/officeDocument/2006/relationships/notesMaster" Target="/ppt/notesMasters/notesMaster1.xml" Id="R7b2651d2a70848d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8ba19a7f5fe4663" /><Relationship Type="http://schemas.openxmlformats.org/officeDocument/2006/relationships/notesMaster" Target="/ppt/notesMasters/notesMaster1.xml" Id="R39be3d061a3940ca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761d42da65ca410e" /><Relationship Type="http://schemas.openxmlformats.org/officeDocument/2006/relationships/notesMaster" Target="/ppt/notesMasters/notesMaster1.xml" Id="Rc870aaccbb4040f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99e0030a77b546f2" /><Relationship Type="http://schemas.openxmlformats.org/officeDocument/2006/relationships/notesMaster" Target="/ppt/notesMasters/notesMaster1.xml" Id="R56fa47459a8a47c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44e2e5da83046d8" /><Relationship Type="http://schemas.openxmlformats.org/officeDocument/2006/relationships/notesMaster" Target="/ppt/notesMasters/notesMaster1.xml" Id="R1500882d6376414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c0154b4e7de4d98" /><Relationship Type="http://schemas.openxmlformats.org/officeDocument/2006/relationships/notesMaster" Target="/ppt/notesMasters/notesMaster1.xml" Id="Raa889738b5274e8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2f4510a0a9034475" /><Relationship Type="http://schemas.openxmlformats.org/officeDocument/2006/relationships/notesMaster" Target="/ppt/notesMasters/notesMaster1.xml" Id="Rf29ade789f45405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9a7b490098a4d8d" /><Relationship Type="http://schemas.openxmlformats.org/officeDocument/2006/relationships/notesMaster" Target="/ppt/notesMasters/notesMaster1.xml" Id="Raccc46ce39b34506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bc9487268a0042b5" /><Relationship Type="http://schemas.openxmlformats.org/officeDocument/2006/relationships/notesMaster" Target="/ppt/notesMasters/notesMaster1.xml" Id="R740be100e1254a99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6342ea5c912747df" /><Relationship Type="http://schemas.openxmlformats.org/officeDocument/2006/relationships/notesMaster" Target="/ppt/notesMasters/notesMaster1.xml" Id="R919d8826e2114d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{"op":-1,"pos":-1,"saving":0,"cost":7788,"truck":7788,"drone":0,"simple":15,"route":[1,8,4,2,3,16,13,12,7,6,10,9,11,14,15,5,1],"labels":[1,0,0,0,0,0,0,0,0,0,0,0,0,0,0,0,1],"bounds":[0,1,2,3,4,5,6,7,8,9,10,11,12,13,14,15,16]}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segmentCost, isBetterCandidate, partitionRoute. A mesma matriz de distâncias vale para ambos os veículos, sem fator de velocidade ou limite de autonomia.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{"op":-1,"pos":-1,"saving":0,"cost":7788,"truck":7788,"drone":0,"simple":15,"route":[1,8,4,2,3,16,13,12,7,6,10,9,11,14,15,5,1],"labels":[1,0,0,0,0,0,0,0,0,0,0,0,0,0,0,0,1],"bounds":[0,1,2,3,4,5,6,7,8,9,10,11,12,13,14,15,16]}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{"op":0,"pos":1,"saving":0,"cost":7788,"truck":7769,"drone":331,"simple":13,"route":[1,8,4,2,3,16,13,12,7,6,10,9,11,14,15,5,1],"labels":[1,3,1,0,0,0,0,0,0,0,0,0,0,0,0,0,1],"bounds":[0,2,3,4,5,6,7,8,9,10,11,12,13,14,15,16]}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{"op":1,"pos":3,"saving":19,"cost":7769,"truck":7769,"drone":592,"simple":12,"route":[1,8,4,2,3,16,13,12,7,6,10,9,11,14,15,5,1],"labels":[1,3,2,1,0,0,0,0,0,0,0,0,0,0,0,0,1],"bounds":[0,3,4,5,6,7,8,9,10,11,12,13,14,15,16]}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{"op":0,"pos":4,"saving":0,"cost":7769,"truck":7686,"drone":1217,"simple":10,"route":[1,8,4,2,3,16,13,12,7,6,10,9,11,14,15,5,1],"labels":[1,3,2,1,3,1,0,0,0,0,0,0,0,0,0,0,1],"bounds":[0,3,5,6,7,8,9,10,11,12,13,14,15,16]}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{"op":1,"pos":6,"saving":1,"cost":7768,"truck":7686,"drone":1622,"simple":9,"route":[1,8,4,2,3,16,13,12,7,6,10,9,11,14,15,5,1],"labels":[1,3,2,1,3,2,1,0,0,0,0,0,0,0,0,0,1],"bounds":[0,3,6,7,8,9,10,11,12,13,14,15,16]}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{"op":1,"pos":7,"saving":59,"cost":7709,"truck":7686,"drone":1631,"simple":8,"route":[1,8,4,2,3,16,13,12,7,6,10,9,11,14,15,5,1],"labels":[1,3,2,1,3,2,2,1,0,0,0,0,0,0,0,0,1],"bounds":[0,3,7,8,9,10,11,12,13,14,15,16]}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{"op":1,"pos":8,"saving":6,"cost":7703,"truck":7686,"drone":1802,"simple":7,"route":[1,8,4,2,3,16,13,12,7,6,10,9,11,14,15,5,1],"labels":[1,3,2,1,3,2,2,2,1,0,0,0,0,0,0,0,1],"bounds":[0,3,8,9,10,11,12,13,14,15,16]}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{"op":1,"pos":9,"saving":15,"cost":7688,"truck":7686,"drone":1902,"simple":6,"route":[1,8,4,2,3,16,13,12,7,6,10,9,11,14,15,5,1],"labels":[1,3,2,1,3,2,2,2,2,1,0,0,0,0,0,0,1],"bounds":[0,3,9,10,11,12,13,14,15,16]}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{"op":1,"pos":10,"saving":2,"cost":7686,"truck":7686,"drone":1763,"simple":5,"route":[1,8,4,2,3,16,13,12,7,6,10,9,11,14,15,5,1],"labels":[1,3,2,1,3,2,2,2,2,2,1,0,0,0,0,0,1],"bounds":[0,3,10,11,12,13,14,15,16]}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{"op":0,"pos":11,"saving":0,"cost":7686,"truck":7668,"drone":3478,"simple":3,"route":[1,8,4,2,3,16,13,12,7,6,10,9,11,14,15,5,1],"labels":[1,3,2,1,3,2,2,2,2,2,1,3,1,0,0,0,1],"bounds":[0,3,10,12,13,14,15,16]}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{"op":1,"pos":13,"saving":18,"cost":7668,"truck":7668,"drone":2747,"simple":2,"route":[1,8,4,2,3,16,13,12,7,6,10,9,11,14,15,5,1],"labels":[1,3,2,1,3,2,2,2,2,2,1,3,2,1,0,0,1],"bounds":[0,3,10,13,14,15,16]}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{"op":0,"pos":14,"saving":0,"cost":7668,"truck":7630,"drone":3385,"simple":0,"route":[1,8,4,2,3,16,13,12,7,6,10,9,11,14,15,5,1],"labels":[1,3,2,1,3,2,2,2,2,2,1,3,2,1,3,1,1],"bounds":[0,3,10,13,15,16]}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{"op":0,"pos":14,"saving":0,"cost":7668,"truck":7630,"drone":3385,"simple":0,"route":[1,8,4,2,3,16,13,12,7,6,10,9,11,14,15,5,1],"labels":[1,3,2,1,3,2,2,2,2,2,1,3,2,1,3,1,1],"bounds":[0,3,10,13,15,16]}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{"op":1,"pos":15,"saving":307,"cost":5216,"truck":5216,"drone":3818,"simple":0,"route":[1,11,8,4,2,3,16,13,12,7,6,10,9,14,15,5,1],"labels":[1,3,2,2,2,2,2,2,2,2,2,2,2,2,2,1,1],"bounds":[0,15,16]}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{"op":0,"pos":15,"saving":0,"cost":4878,"truck":4781,"drone":4819,"simple":0,"route":[1,11,8,4,2,3,16,13,12,7,6,10,9,5,15,14,1],"labels":[1,3,2,2,2,2,2,2,2,2,2,2,2,2,1,3,1],"bounds":[0,14,16]}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{"op":1,"pos":15,"saving":57,"cost":4762,"truck":4762,"drone":4155,"simple":0,"route":[1,11,8,4,2,3,16,13,12,7,10,9,6,5,15,14,1],"labels":[1,3,2,2,2,2,2,2,2,2,2,2,2,2,2,1,1],"bounds":[0,15,16]}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{"op":0,"pos":15,"saving":0,"cost":4726,"truck":4705,"drone":4655,"simple":0,"route":[1,11,8,4,2,3,16,12,7,10,9,6,5,15,14,13,1],"labels":[1,3,2,2,2,2,2,2,2,2,2,2,2,2,1,3,1],"bounds":[0,14,16]}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{"op":0,"pos":15,"saving":0,"cost":4694,"truck":4673,"drone":4655,"simple":0,"route":[1,11,8,4,2,3,16,12,10,9,7,6,5,15,14,13,1],"labels":[1,3,2,2,2,2,2,2,2,2,2,2,2,2,1,3,1],"bounds":[0,14,16]}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{"op":-1,"pos":-1,"saving":0,"cost":9227,"truck":9227,"drone":0,"simple":15,"route":[1,11,8,4,2,3,16,10,9,7,6,5,15,14,13,12,1],"labels":[1,0,0,0,0,0,0,0,0,0,0,0,0,0,0,0,1],"bounds":[0,1,2,3,4,5,6,7,8,9,10,11,12,13,14,15,16]}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{"op":0,"pos":1,"saving":0,"cost":9227,"truck":4653,"drone":4634,"simple":13,"route":[1,11,8,4,2,3,16,10,9,7,6,5,15,14,13,12,1],"labels":[1,3,1,0,0,0,0,0,0,0,0,0,0,0,0,0,1],"bounds":[0,2,3,4,5,6,7,8,9,10,11,12,13,14,15,16]}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{"op":1,"pos":3,"saving":38,"cost":9189,"truck":4653,"drone":4867,"simple":12,"route":[1,11,8,4,2,3,16,10,9,7,6,5,15,14,13,12,1],"labels":[1,3,2,1,0,0,0,0,0,0,0,0,0,0,0,0,1],"bounds":[0,3,4,5,6,7,8,9,10,11,12,13,14,15,16]}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{"op":1,"pos":4,"saving":238,"cost":8951,"truck":4653,"drone":5103,"simple":11,"route":[1,11,8,4,2,3,16,10,9,7,6,5,15,14,13,12,1],"labels":[1,3,2,2,1,0,0,0,0,0,0,0,0,0,0,0,1],"bounds":[0,4,5,6,7,8,9,10,11,12,13,14,15,16]}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{"op":1,"pos":5,"saving":187,"cost":8764,"truck":4653,"drone":5042,"simple":10,"route":[1,11,8,4,2,3,16,10,9,7,6,5,15,14,13,12,1],"labels":[1,3,2,2,2,1,0,0,0,0,0,0,0,0,0,0,1],"bounds":[0,5,6,7,8,9,10,11,12,13,14,15,16]}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{"op":1,"pos":6,"saving":979,"cost":7785,"truck":4653,"drone":4562,"simple":9,"route":[1,11,8,4,2,3,16,10,9,7,6,5,15,14,13,12,1],"labels":[1,3,2,2,2,2,1,0,0,0,0,0,0,0,0,0,1],"bounds":[0,6,7,8,9,10,11,12,13,14,15,16]}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{"op":1,"pos":7,"saving":1161,"cost":6624,"truck":4653,"drone":4011,"simple":8,"route":[1,11,8,4,2,3,16,10,9,7,6,5,15,14,13,12,1],"labels":[1,3,2,2,2,2,2,1,0,0,0,0,0,0,0,0,1],"bounds":[0,7,8,9,10,11,12,13,14,15,16]}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{"op":1,"pos":8,"saving":638,"cost":5986,"truck":4653,"drone":3701,"simple":7,"route":[1,11,8,4,2,3,16,10,9,7,6,5,15,14,13,12,1],"labels":[1,3,2,2,2,2,2,2,1,0,0,0,0,0,0,0,1],"bounds":[0,8,9,10,11,12,13,14,15,16]}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{"op":1,"pos":9,"saving":181,"cost":5805,"truck":4653,"drone":3975,"simple":6,"route":[1,11,8,4,2,3,16,10,9,7,6,5,15,14,13,12,1],"labels":[1,3,2,2,2,2,2,2,2,1,0,0,0,0,0,0,1],"bounds":[0,9,10,11,12,13,14,15,16]}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{"op":1,"pos":10,"saving":195,"cost":5610,"truck":4653,"drone":3895,"simple":5,"route":[1,11,8,4,2,3,16,10,9,7,6,5,15,14,13,12,1],"labels":[1,3,2,2,2,2,2,2,2,2,1,0,0,0,0,0,1],"bounds":[0,10,11,12,13,14,15,16]}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{"op":1,"pos":11,"saving":555,"cost":5055,"truck":4653,"drone":3818,"simple":4,"route":[1,11,8,4,2,3,16,10,9,7,6,5,15,14,13,12,1],"labels":[1,3,2,2,2,2,2,2,2,2,2,1,0,0,0,0,1],"bounds":[0,11,12,13,14,15,16]}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{"op":1,"pos":12,"saving":116,"cost":4939,"truck":4653,"drone":4103,"simple":3,"route":[1,11,8,4,2,3,16,10,9,7,6,5,15,14,13,12,1],"labels":[1,3,2,2,2,2,2,2,2,2,2,2,1,0,0,0,1],"bounds":[0,12,13,14,15,16]}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{"op":1,"pos":13,"saving":185,"cost":4754,"truck":4653,"drone":4155,"simple":2,"route":[1,11,8,4,2,3,16,10,9,7,6,5,15,14,13,12,1],"labels":[1,3,2,2,2,2,2,2,2,2,2,2,2,1,0,0,1],"bounds":[0,13,14,15,16]}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{"op":1,"pos":14,"saving":25,"cost":4729,"truck":4653,"drone":4182,"simple":1,"route":[1,11,8,4,2,3,16,10,9,7,6,5,15,14,13,12,1],"labels":[1,3,2,2,2,2,2,2,2,2,2,2,2,2,1,0,1],"bounds":[0,14,15,16]}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Solution(truckRoute, droneRoute, total.duration, total.truck, total.drone). Vetor caminhão omite depósito repetido. Vetor drone [1,11,12] omite repetição. Segmento 1..12 tem caminhão 4235 e drone 4152, duração 4235. Retorno 12..1 custa 418.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3a67acb5b4f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7b421e64448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c799ff2e049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48f2918dc4c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3cf0cfdd640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fc974e7db4b8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b397189d14f8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582614ab3428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b69bb64524f2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e3dc1a9dc464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94d3cea00340c3" /><Relationship Type="http://schemas.openxmlformats.org/officeDocument/2006/relationships/slideLayout" Target="/ppt/slideLayouts/slideLayout1.xml" Id="R088227a593e54cc1" /><Relationship Type="http://schemas.openxmlformats.org/officeDocument/2006/relationships/slideLayout" Target="/ppt/slideLayouts/slideLayout2.xml" Id="Rdb0dc7e3631b4a54" /><Relationship Type="http://schemas.openxmlformats.org/officeDocument/2006/relationships/slideLayout" Target="/ppt/slideLayouts/slideLayout3.xml" Id="Re1d51af3b6b34ba8" /><Relationship Type="http://schemas.openxmlformats.org/officeDocument/2006/relationships/slideLayout" Target="/ppt/slideLayouts/slideLayout4.xml" Id="R212c79534c754624" /><Relationship Type="http://schemas.openxmlformats.org/officeDocument/2006/relationships/slideLayout" Target="/ppt/slideLayouts/slideLayout5.xml" Id="R2137f305becf4552" /><Relationship Type="http://schemas.openxmlformats.org/officeDocument/2006/relationships/slideLayout" Target="/ppt/slideLayouts/slideLayout6.xml" Id="Rf70b5bae03ca429f" /><Relationship Type="http://schemas.openxmlformats.org/officeDocument/2006/relationships/slideLayout" Target="/ppt/slideLayouts/slideLayout7.xml" Id="Rdaf344f4307b4ecf" /><Relationship Type="http://schemas.openxmlformats.org/officeDocument/2006/relationships/slideLayout" Target="/ppt/slideLayouts/slideLayout8.xml" Id="R3ff8735ebb5a4c6f" /><Relationship Type="http://schemas.openxmlformats.org/officeDocument/2006/relationships/slideLayout" Target="/ppt/slideLayouts/slideLayout9.xml" Id="R9731f5ba53d84d97" /><Relationship Type="http://schemas.openxmlformats.org/officeDocument/2006/relationships/slideLayout" Target="/ppt/slideLayouts/slideLayout10.xml" Id="R1901f7b3d316487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8227a593e54cc1"/>
    <p:sldLayoutId xmlns:r="http://schemas.openxmlformats.org/officeDocument/2006/relationships" id="2147483650" r:id="Rdb0dc7e3631b4a54"/>
    <p:sldLayoutId xmlns:r="http://schemas.openxmlformats.org/officeDocument/2006/relationships" id="2147483651" r:id="Re1d51af3b6b34ba8"/>
    <p:sldLayoutId xmlns:r="http://schemas.openxmlformats.org/officeDocument/2006/relationships" id="2147483652" r:id="R212c79534c754624"/>
    <p:sldLayoutId xmlns:r="http://schemas.openxmlformats.org/officeDocument/2006/relationships" id="2147483653" r:id="R2137f305becf4552"/>
    <p:sldLayoutId xmlns:r="http://schemas.openxmlformats.org/officeDocument/2006/relationships" id="2147483654" r:id="Rf70b5bae03ca429f"/>
    <p:sldLayoutId xmlns:r="http://schemas.openxmlformats.org/officeDocument/2006/relationships" id="2147483655" r:id="Rdaf344f4307b4ecf"/>
    <p:sldLayoutId xmlns:r="http://schemas.openxmlformats.org/officeDocument/2006/relationships" id="2147483656" r:id="R3ff8735ebb5a4c6f"/>
    <p:sldLayoutId xmlns:r="http://schemas.openxmlformats.org/officeDocument/2006/relationships" id="2147483657" r:id="R9731f5ba53d84d97"/>
    <p:sldLayoutId xmlns:r="http://schemas.openxmlformats.org/officeDocument/2006/relationships" id="2147483658" r:id="R1901f7b3d316487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9f1c8d4844f00" /><Relationship Type="http://schemas.openxmlformats.org/officeDocument/2006/relationships/notesSlide" Target="/ppt/notesSlides/notesSlide1.xml" Id="Re447b92cafe04f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ac821fe16b4e5f" /><Relationship Type="http://schemas.openxmlformats.org/officeDocument/2006/relationships/notesSlide" Target="/ppt/notesSlides/notesSlide2.xml" Id="R650418887de645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09797d1b6b45f5" /><Relationship Type="http://schemas.openxmlformats.org/officeDocument/2006/relationships/notesSlide" Target="/ppt/notesSlides/notesSlide3.xml" Id="Rcd62b03363f14b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84d601a77b4ae1" /><Relationship Type="http://schemas.openxmlformats.org/officeDocument/2006/relationships/notesSlide" Target="/ppt/notesSlides/notesSlide4.xml" Id="R5e2bb86e133249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60321f6a4c4303" /><Relationship Type="http://schemas.openxmlformats.org/officeDocument/2006/relationships/notesSlide" Target="/ppt/notesSlides/notesSlide5.xml" Id="Ra576c1ed3d4246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9685f1ed2f4aba" /><Relationship Type="http://schemas.openxmlformats.org/officeDocument/2006/relationships/notesSlide" Target="/ppt/notesSlides/notesSlide6.xml" Id="R3e377a524fa043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78ad58e6654f94" /><Relationship Type="http://schemas.openxmlformats.org/officeDocument/2006/relationships/notesSlide" Target="/ppt/notesSlides/notesSlide7.xml" Id="R63ad850c3e5b49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8451515d84dd7" /><Relationship Type="http://schemas.openxmlformats.org/officeDocument/2006/relationships/notesSlide" Target="/ppt/notesSlides/notesSlide8.xml" Id="Rb80d27439eca46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e85b05628c4739" /><Relationship Type="http://schemas.openxmlformats.org/officeDocument/2006/relationships/notesSlide" Target="/ppt/notesSlides/notesSlide9.xml" Id="R41c34591980a42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f50873969f4a7e" /><Relationship Type="http://schemas.openxmlformats.org/officeDocument/2006/relationships/notesSlide" Target="/ppt/notesSlides/notesSlide10.xml" Id="Rb1817e68c7a84f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b40ac442844237" /><Relationship Type="http://schemas.openxmlformats.org/officeDocument/2006/relationships/notesSlide" Target="/ppt/notesSlides/notesSlide11.xml" Id="R8d7607dc86084d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a0b6d45b1d4e49" /><Relationship Type="http://schemas.openxmlformats.org/officeDocument/2006/relationships/notesSlide" Target="/ppt/notesSlides/notesSlide12.xml" Id="Rc307293078cc42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96f585f8b4fde" /><Relationship Type="http://schemas.openxmlformats.org/officeDocument/2006/relationships/notesSlide" Target="/ppt/notesSlides/notesSlide13.xml" Id="Rb1d0eb0021af4f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4159c31ac84898" /><Relationship Type="http://schemas.openxmlformats.org/officeDocument/2006/relationships/notesSlide" Target="/ppt/notesSlides/notesSlide14.xml" Id="Rdffd087826734d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b604ece26c497a" /><Relationship Type="http://schemas.openxmlformats.org/officeDocument/2006/relationships/notesSlide" Target="/ppt/notesSlides/notesSlide15.xml" Id="Rc0073f1d7d0942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278274ad9f4f3c" /><Relationship Type="http://schemas.openxmlformats.org/officeDocument/2006/relationships/notesSlide" Target="/ppt/notesSlides/notesSlide16.xml" Id="Rfc476f34c7234a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d54bbacd24471d" /><Relationship Type="http://schemas.openxmlformats.org/officeDocument/2006/relationships/notesSlide" Target="/ppt/notesSlides/notesSlide17.xml" Id="R0d82cde5c0934b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96bf522c1442e0" /><Relationship Type="http://schemas.openxmlformats.org/officeDocument/2006/relationships/notesSlide" Target="/ppt/notesSlides/notesSlide18.xml" Id="Rf04eb779898641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63daa9e9be4251" /><Relationship Type="http://schemas.openxmlformats.org/officeDocument/2006/relationships/notesSlide" Target="/ppt/notesSlides/notesSlide19.xml" Id="R892412cae75e4c8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48c7c36f545ef" /><Relationship Type="http://schemas.openxmlformats.org/officeDocument/2006/relationships/notesSlide" Target="/ppt/notesSlides/notesSlide20.xml" Id="R74cb271e4ba44a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49483e1c344999" /><Relationship Type="http://schemas.openxmlformats.org/officeDocument/2006/relationships/notesSlide" Target="/ppt/notesSlides/notesSlide21.xml" Id="Rfa0827a299214a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08234eaf6d430a" /><Relationship Type="http://schemas.openxmlformats.org/officeDocument/2006/relationships/notesSlide" Target="/ppt/notesSlides/notesSlide22.xml" Id="R4cafbb0e823546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da50adc9da4e1f" /><Relationship Type="http://schemas.openxmlformats.org/officeDocument/2006/relationships/notesSlide" Target="/ppt/notesSlides/notesSlide23.xml" Id="Rcd976ba920af40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16026b04c74e0b" /><Relationship Type="http://schemas.openxmlformats.org/officeDocument/2006/relationships/notesSlide" Target="/ppt/notesSlides/notesSlide24.xml" Id="R25c28a0bbdbd4dd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c00a4b541a49a9" /><Relationship Type="http://schemas.openxmlformats.org/officeDocument/2006/relationships/notesSlide" Target="/ppt/notesSlides/notesSlide25.xml" Id="R23ad99d2d80c42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6e8a99a4f8464f" /><Relationship Type="http://schemas.openxmlformats.org/officeDocument/2006/relationships/notesSlide" Target="/ppt/notesSlides/notesSlide26.xml" Id="R8b20e502444f408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2a39f6c0a44ba6" /><Relationship Type="http://schemas.openxmlformats.org/officeDocument/2006/relationships/notesSlide" Target="/ppt/notesSlides/notesSlide27.xml" Id="Ra8e1d81e526e418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e8df12547045b9" /><Relationship Type="http://schemas.openxmlformats.org/officeDocument/2006/relationships/notesSlide" Target="/ppt/notesSlides/notesSlide28.xml" Id="R1655371c455849a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c456092454af1" /><Relationship Type="http://schemas.openxmlformats.org/officeDocument/2006/relationships/notesSlide" Target="/ppt/notesSlides/notesSlide29.xml" Id="R65b93cafc8bc4dd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4905cb9a404d36" /><Relationship Type="http://schemas.openxmlformats.org/officeDocument/2006/relationships/notesSlide" Target="/ppt/notesSlides/notesSlide30.xml" Id="Rff9137f38b7f4e3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d4ac2062db4974" /><Relationship Type="http://schemas.openxmlformats.org/officeDocument/2006/relationships/notesSlide" Target="/ppt/notesSlides/notesSlide31.xml" Id="Rc17445caedff436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58d19399e74198" /><Relationship Type="http://schemas.openxmlformats.org/officeDocument/2006/relationships/notesSlide" Target="/ppt/notesSlides/notesSlide32.xml" Id="R2d212aaf21ff474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c720059e734ccf" /><Relationship Type="http://schemas.openxmlformats.org/officeDocument/2006/relationships/notesSlide" Target="/ppt/notesSlides/notesSlide33.xml" Id="R363790babe5346d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c2c62bb6c94c27" /><Relationship Type="http://schemas.openxmlformats.org/officeDocument/2006/relationships/notesSlide" Target="/ppt/notesSlides/notesSlide34.xml" Id="R575f03f71ce0436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38a2d761b5466e" /><Relationship Type="http://schemas.openxmlformats.org/officeDocument/2006/relationships/notesSlide" Target="/ppt/notesSlides/notesSlide35.xml" Id="Rc2b58e30ba2d4fd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d832f77ad54e96" /><Relationship Type="http://schemas.openxmlformats.org/officeDocument/2006/relationships/notesSlide" Target="/ppt/notesSlides/notesSlide36.xml" Id="R849d246cbf4542b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beafe3c32240df" /><Relationship Type="http://schemas.openxmlformats.org/officeDocument/2006/relationships/notesSlide" Target="/ppt/notesSlides/notesSlide37.xml" Id="Ra26e16b73b79463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faffbd6e143af" /><Relationship Type="http://schemas.openxmlformats.org/officeDocument/2006/relationships/notesSlide" Target="/ppt/notesSlides/notesSlide38.xml" Id="Rb2b9fde23b8c43f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30af47ca6d4e20" /><Relationship Type="http://schemas.openxmlformats.org/officeDocument/2006/relationships/notesSlide" Target="/ppt/notesSlides/notesSlide39.xml" Id="Rf6038f973a40471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b7e65bb85a4c87" /><Relationship Type="http://schemas.openxmlformats.org/officeDocument/2006/relationships/notesSlide" Target="/ppt/notesSlides/notesSlide40.xml" Id="R0a5a386b587d492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cd0c1c0a944cd3" /><Relationship Type="http://schemas.openxmlformats.org/officeDocument/2006/relationships/notesSlide" Target="/ppt/notesSlides/notesSlide41.xml" Id="R9f9166007892489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8000a5882f474f" /><Relationship Type="http://schemas.openxmlformats.org/officeDocument/2006/relationships/notesSlide" Target="/ppt/notesSlides/notesSlide42.xml" Id="R5270b17360e6423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72343a311047f4" /><Relationship Type="http://schemas.openxmlformats.org/officeDocument/2006/relationships/notesSlide" Target="/ppt/notesSlides/notesSlide43.xml" Id="R80c9d9c2b32242a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ab53c799dd497c" /><Relationship Type="http://schemas.openxmlformats.org/officeDocument/2006/relationships/notesSlide" Target="/ppt/notesSlides/notesSlide44.xml" Id="R91361d961758471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b7ed9788f34e3c" /><Relationship Type="http://schemas.openxmlformats.org/officeDocument/2006/relationships/notesSlide" Target="/ppt/notesSlides/notesSlide45.xml" Id="R2d2d3c1bb8b043a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2f4c6517ff4152" /><Relationship Type="http://schemas.openxmlformats.org/officeDocument/2006/relationships/notesSlide" Target="/ppt/notesSlides/notesSlide46.xml" Id="R10f94896af834c1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bf749dda204c54" /><Relationship Type="http://schemas.openxmlformats.org/officeDocument/2006/relationships/notesSlide" Target="/ppt/notesSlides/notesSlide47.xml" Id="R92cb0d15ad914fb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d9f32448154691" /><Relationship Type="http://schemas.openxmlformats.org/officeDocument/2006/relationships/notesSlide" Target="/ppt/notesSlides/notesSlide48.xml" Id="R6b041cfb521146f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60cc858d2d436e" /><Relationship Type="http://schemas.openxmlformats.org/officeDocument/2006/relationships/notesSlide" Target="/ppt/notesSlides/notesSlide49.xml" Id="Rbb0ce4e71c7a49a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a44798c428433a" /><Relationship Type="http://schemas.openxmlformats.org/officeDocument/2006/relationships/notesSlide" Target="/ppt/notesSlides/notesSlide50.xml" Id="R37af13a7579a42b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5c00ae82504a0f" /><Relationship Type="http://schemas.openxmlformats.org/officeDocument/2006/relationships/notesSlide" Target="/ppt/notesSlides/notesSlide51.xml" Id="R26610cb3aef84d1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c80b9b98ea4eb6" /><Relationship Type="http://schemas.openxmlformats.org/officeDocument/2006/relationships/notesSlide" Target="/ppt/notesSlides/notesSlide52.xml" Id="Rba9c06e0fd3e460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5490d1fcf54322" /><Relationship Type="http://schemas.openxmlformats.org/officeDocument/2006/relationships/notesSlide" Target="/ppt/notesSlides/notesSlide53.xml" Id="R48c430a84c7a420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bb225227448aa" /><Relationship Type="http://schemas.openxmlformats.org/officeDocument/2006/relationships/notesSlide" Target="/ppt/notesSlides/notesSlide54.xml" Id="R186891cb056f497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7355fb40574104" /><Relationship Type="http://schemas.openxmlformats.org/officeDocument/2006/relationships/notesSlide" Target="/ppt/notesSlides/notesSlide55.xml" Id="R254f644d62cf442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bc598851c440c9" /><Relationship Type="http://schemas.openxmlformats.org/officeDocument/2006/relationships/notesSlide" Target="/ppt/notesSlides/notesSlide56.xml" Id="R75e741cf1730497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79192271fb45f7" /><Relationship Type="http://schemas.openxmlformats.org/officeDocument/2006/relationships/notesSlide" Target="/ppt/notesSlides/notesSlide57.xml" Id="R4b56d74474d547df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c1f861a1bd476f" /><Relationship Type="http://schemas.openxmlformats.org/officeDocument/2006/relationships/notesSlide" Target="/ppt/notesSlides/notesSlide58.xml" Id="Rbc562722feed41e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a5cb8371944490" /><Relationship Type="http://schemas.openxmlformats.org/officeDocument/2006/relationships/notesSlide" Target="/ppt/notesSlides/notesSlide59.xml" Id="R963ef52d1d4c43a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8ee010b89444cd" /><Relationship Type="http://schemas.openxmlformats.org/officeDocument/2006/relationships/notesSlide" Target="/ppt/notesSlides/notesSlide60.xml" Id="Rbfe903d9515f423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2fdcee68414428" /><Relationship Type="http://schemas.openxmlformats.org/officeDocument/2006/relationships/notesSlide" Target="/ppt/notesSlides/notesSlide61.xml" Id="Rf2756e8629db42b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adf5bba47a4c7e" /><Relationship Type="http://schemas.openxmlformats.org/officeDocument/2006/relationships/notesSlide" Target="/ppt/notesSlides/notesSlide62.xml" Id="R4ebd0b96f1e44ef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0e9b81e334588" /><Relationship Type="http://schemas.openxmlformats.org/officeDocument/2006/relationships/notesSlide" Target="/ppt/notesSlides/notesSlide63.xml" Id="R571a5a30efd8462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dd9254baba4042" /><Relationship Type="http://schemas.openxmlformats.org/officeDocument/2006/relationships/notesSlide" Target="/ppt/notesSlides/notesSlide64.xml" Id="Ra04fe8698c1941d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396506716d44d5" /><Relationship Type="http://schemas.openxmlformats.org/officeDocument/2006/relationships/notesSlide" Target="/ppt/notesSlides/notesSlide65.xml" Id="Rcc5bf74585fc46e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1b9cfd2f9c4f69" /><Relationship Type="http://schemas.openxmlformats.org/officeDocument/2006/relationships/notesSlide" Target="/ppt/notesSlides/notesSlide66.xml" Id="R4f9c1da9c5614f8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223dc4e5543a7" /><Relationship Type="http://schemas.openxmlformats.org/officeDocument/2006/relationships/notesSlide" Target="/ppt/notesSlides/notesSlide67.xml" Id="Re58d40f3a53e4b6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6ff533cf844e34" /><Relationship Type="http://schemas.openxmlformats.org/officeDocument/2006/relationships/notesSlide" Target="/ppt/notesSlides/notesSlide68.xml" Id="R51739b49d259456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c4aa0ed0f64607" /><Relationship Type="http://schemas.openxmlformats.org/officeDocument/2006/relationships/notesSlide" Target="/ppt/notesSlides/notesSlide69.xml" Id="R6409743f058f4730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3ccf18b16c4bfb" /><Relationship Type="http://schemas.openxmlformats.org/officeDocument/2006/relationships/notesSlide" Target="/ppt/notesSlides/notesSlide70.xml" Id="R9df4c7137702408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Greedy heuristic</a:t>
            </a:r>
          </a:p>
          <a:p xmlns:a="http://schemas.openxmlformats.org/drawingml/2006/main">
            <a:pPr>
              <a:def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Ulysses16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Construção passo a passo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Caminhão e drone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TSPD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Algoritmos de otimização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93EF0B2D-B0E9-4615-B56E-DDC1C0D1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8227992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instância e a representação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D0F2296-8DFA-467E-A9D2-0855D838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0087C4D-402D-43A5-B324-4596299C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36" name="Vértice 1">
            <a:extLst xmlns:a="http://schemas.openxmlformats.org/drawingml/2006/main">
              <a:ext uri="{FF2B5EF4-FFF2-40B4-BE49-F238E27FC236}">
                <a16:creationId xmlns:a16="http://schemas.microsoft.com/office/drawing/2014/main" id="{EE79D403-2C5A-4AFC-BBA9-D53CFD6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37" name="Vértice 2">
            <a:extLst xmlns:a="http://schemas.openxmlformats.org/drawingml/2006/main">
              <a:ext uri="{FF2B5EF4-FFF2-40B4-BE49-F238E27FC236}">
                <a16:creationId xmlns:a16="http://schemas.microsoft.com/office/drawing/2014/main" id="{34040A1E-A63E-4328-887F-3B1E9C84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38" name="Vértice 3">
            <a:extLst xmlns:a="http://schemas.openxmlformats.org/drawingml/2006/main">
              <a:ext uri="{FF2B5EF4-FFF2-40B4-BE49-F238E27FC236}">
                <a16:creationId xmlns:a16="http://schemas.microsoft.com/office/drawing/2014/main" id="{BE7D7A8E-4D5D-4803-9E7E-B49C5C63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39" name="Vértice 4">
            <a:extLst xmlns:a="http://schemas.openxmlformats.org/drawingml/2006/main">
              <a:ext uri="{FF2B5EF4-FFF2-40B4-BE49-F238E27FC236}">
                <a16:creationId xmlns:a16="http://schemas.microsoft.com/office/drawing/2014/main" id="{39E9EBC1-D1C8-4B6A-BE6D-34C6421C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0" name="Vértice 5">
            <a:extLst xmlns:a="http://schemas.openxmlformats.org/drawingml/2006/main">
              <a:ext uri="{FF2B5EF4-FFF2-40B4-BE49-F238E27FC236}">
                <a16:creationId xmlns:a16="http://schemas.microsoft.com/office/drawing/2014/main" id="{92D9D9A9-6D1E-4773-809D-D807B678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1" name="Vértice 6">
            <a:extLst xmlns:a="http://schemas.openxmlformats.org/drawingml/2006/main">
              <a:ext uri="{FF2B5EF4-FFF2-40B4-BE49-F238E27FC236}">
                <a16:creationId xmlns:a16="http://schemas.microsoft.com/office/drawing/2014/main" id="{75135DEA-1A47-4539-A541-078F52B0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2" name="Vértice 7">
            <a:extLst xmlns:a="http://schemas.openxmlformats.org/drawingml/2006/main">
              <a:ext uri="{FF2B5EF4-FFF2-40B4-BE49-F238E27FC236}">
                <a16:creationId xmlns:a16="http://schemas.microsoft.com/office/drawing/2014/main" id="{39A0FA8C-0FCF-4701-9623-9BAEC712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3" name="Vértice 8">
            <a:extLst xmlns:a="http://schemas.openxmlformats.org/drawingml/2006/main">
              <a:ext uri="{FF2B5EF4-FFF2-40B4-BE49-F238E27FC236}">
                <a16:creationId xmlns:a16="http://schemas.microsoft.com/office/drawing/2014/main" id="{6543BC83-2160-4E56-AFA7-6B956D3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4" name="Vértice 9">
            <a:extLst xmlns:a="http://schemas.openxmlformats.org/drawingml/2006/main">
              <a:ext uri="{FF2B5EF4-FFF2-40B4-BE49-F238E27FC236}">
                <a16:creationId xmlns:a16="http://schemas.microsoft.com/office/drawing/2014/main" id="{C703F30C-8B30-465A-AA96-AC74240E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6F64651-29C7-4E8F-B0B3-E0777DB2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F826068-C233-48CA-93CA-B0987C91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4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07ACA3A-5430-4CC7-BF09-5646D354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48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00811CD-1ED4-4739-979B-6E52BC18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49" name="Vértice 14">
            <a:extLst xmlns:a="http://schemas.openxmlformats.org/drawingml/2006/main">
              <a:ext uri="{FF2B5EF4-FFF2-40B4-BE49-F238E27FC236}">
                <a16:creationId xmlns:a16="http://schemas.microsoft.com/office/drawing/2014/main" id="{F6B9358D-7E80-4F70-B6E4-5D095D1D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4C45392-88E2-44B2-9AB2-DA47161C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A96825D-857A-416D-801A-E045923E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9FC9432-D147-4C6B-B2BB-1AA73B26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2B43B0C2-8037-4E34-884D-5D269446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F296E669-DA35-479E-AE4A-D8B783D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3A4CA60-08B9-41C4-AB98-A33670D2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03EC0922-C421-4328-ABD5-66E9B77A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B9AB2975-1B6F-41A2-B6E8-D3F9C4A3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 vértices, com o vértice 1 como depósito. O leitor cria as 120 arestas do grafo completo.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DF2DC01C-093E-4B6D-9DD5-D1FD1D0D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código usa distâncias GEO arredondadas para cima. Os custos exibidos são unidades do código.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34C78B99-CAB3-4F97-9DD8-2715B6F9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Os nós ficam em posições fixas no diagrama. O desenho é esquemático, sem escala geográfica.</a:t>
            </a:r>
          </a:p>
        </p:txBody>
      </p:sp>
    </p:spTree>
    <p:extLst>
      <p:ext uri="{BB962C8B-B14F-4D97-AF65-F5344CB8AC3E}">
        <p14:creationId xmlns:p14="http://schemas.microsoft.com/office/powerpoint/2010/main" val="14058295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01: aresta 13–14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E729743-0548-454B-A6B6-E9D6CA02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79EFBDD-DA83-4EE5-833E-869F707B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Vértice 1">
            <a:extLst xmlns:a="http://schemas.openxmlformats.org/drawingml/2006/main">
              <a:ext uri="{FF2B5EF4-FFF2-40B4-BE49-F238E27FC236}">
                <a16:creationId xmlns:a16="http://schemas.microsoft.com/office/drawing/2014/main" id="{7AA68CB8-AFBD-40BF-A016-2101DEFF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37" name="Vértice 2">
            <a:extLst xmlns:a="http://schemas.openxmlformats.org/drawingml/2006/main">
              <a:ext uri="{FF2B5EF4-FFF2-40B4-BE49-F238E27FC236}">
                <a16:creationId xmlns:a16="http://schemas.microsoft.com/office/drawing/2014/main" id="{2BE2C653-51BD-4F98-AE83-CD18E90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38" name="Vértice 3">
            <a:extLst xmlns:a="http://schemas.openxmlformats.org/drawingml/2006/main">
              <a:ext uri="{FF2B5EF4-FFF2-40B4-BE49-F238E27FC236}">
                <a16:creationId xmlns:a16="http://schemas.microsoft.com/office/drawing/2014/main" id="{0DA7B426-E7D9-4E82-B220-322564E6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39" name="Vértice 4">
            <a:extLst xmlns:a="http://schemas.openxmlformats.org/drawingml/2006/main">
              <a:ext uri="{FF2B5EF4-FFF2-40B4-BE49-F238E27FC236}">
                <a16:creationId xmlns:a16="http://schemas.microsoft.com/office/drawing/2014/main" id="{24C1AE2C-122F-47AC-9FBC-610B6603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0" name="Vértice 5">
            <a:extLst xmlns:a="http://schemas.openxmlformats.org/drawingml/2006/main">
              <a:ext uri="{FF2B5EF4-FFF2-40B4-BE49-F238E27FC236}">
                <a16:creationId xmlns:a16="http://schemas.microsoft.com/office/drawing/2014/main" id="{DE53AA4A-2C88-4692-B340-EAA83999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1" name="Vértice 6">
            <a:extLst xmlns:a="http://schemas.openxmlformats.org/drawingml/2006/main">
              <a:ext uri="{FF2B5EF4-FFF2-40B4-BE49-F238E27FC236}">
                <a16:creationId xmlns:a16="http://schemas.microsoft.com/office/drawing/2014/main" id="{5404240C-DD01-4831-B203-3A85F101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2" name="Vértice 7">
            <a:extLst xmlns:a="http://schemas.openxmlformats.org/drawingml/2006/main">
              <a:ext uri="{FF2B5EF4-FFF2-40B4-BE49-F238E27FC236}">
                <a16:creationId xmlns:a16="http://schemas.microsoft.com/office/drawing/2014/main" id="{48A96189-83F1-4515-8242-BC7316E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3" name="Vértice 8">
            <a:extLst xmlns:a="http://schemas.openxmlformats.org/drawingml/2006/main">
              <a:ext uri="{FF2B5EF4-FFF2-40B4-BE49-F238E27FC236}">
                <a16:creationId xmlns:a16="http://schemas.microsoft.com/office/drawing/2014/main" id="{22E53E7B-97B1-4920-B7D3-2922E76A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4" name="Vértice 9">
            <a:extLst xmlns:a="http://schemas.openxmlformats.org/drawingml/2006/main">
              <a:ext uri="{FF2B5EF4-FFF2-40B4-BE49-F238E27FC236}">
                <a16:creationId xmlns:a16="http://schemas.microsoft.com/office/drawing/2014/main" id="{13606CE1-088A-4D07-B24E-15892192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F0358ED-0F48-4DF1-9473-85115B71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1FAAD76-FC2C-458E-BEB7-855A9925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4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7ABBDAB-3C05-4E17-A5C0-C94DEE1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CCFFFE4-E69C-4091-8264-34A751F7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5D8D83F-98A2-4537-9DD2-C9B643C7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807D580-63DE-4725-9A7C-29E918F5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42F283C-C68C-42B8-846E-0FFC17A6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9CBD9123-D1FA-4BE9-BE09-B682C162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3" name="Vértice 16">
            <a:extLst xmlns:a="http://schemas.openxmlformats.org/drawingml/2006/main">
              <a:ext uri="{FF2B5EF4-FFF2-40B4-BE49-F238E27FC236}">
                <a16:creationId xmlns:a16="http://schemas.microsoft.com/office/drawing/2014/main" id="{B598A9A1-431D-44F1-A7D7-CDA6979B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F05C31C7-6855-4D04-BDBB-D42D3472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81650195-C13C-4202-8769-432B87E3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50B63DCB-FD21-4C19-9CA3-4DEA412C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CEF1B165-BDD8-449F-8F04-5AB5CBE6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13–14, de peso 52, porque conecta componentes diferentes.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6B923CEB-D577-433E-8C5A-9B82A049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 de 15 arestas. Arestas que fecham ciclos são descartadas.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0493A737-F380-4D6F-A500-EE7527B2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B5532DB0-0970-448C-89BE-01D08619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52</a:t>
            </a:r>
          </a:p>
        </p:txBody>
      </p:sp>
    </p:spTree>
    <p:extLst>
      <p:ext uri="{BB962C8B-B14F-4D97-AF65-F5344CB8AC3E}">
        <p14:creationId xmlns:p14="http://schemas.microsoft.com/office/powerpoint/2010/main" val="11858137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02: aresta 1–8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A15EF35-F908-440B-9173-6A9B9ADE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35356AA-A33F-44DC-82E7-4780F5D8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B02830C-3D42-464D-B8C6-6CB8A221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7C82BEC-2FCC-4C56-B0C1-48DE95BE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C149691-DFCB-4882-9AE3-A8014DC4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39" name="Vértice 1">
            <a:extLst xmlns:a="http://schemas.openxmlformats.org/drawingml/2006/main">
              <a:ext uri="{FF2B5EF4-FFF2-40B4-BE49-F238E27FC236}">
                <a16:creationId xmlns:a16="http://schemas.microsoft.com/office/drawing/2014/main" id="{F2E6BA9C-EC38-4666-9108-F4DFC0FC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0" name="Vértice 2">
            <a:extLst xmlns:a="http://schemas.openxmlformats.org/drawingml/2006/main">
              <a:ext uri="{FF2B5EF4-FFF2-40B4-BE49-F238E27FC236}">
                <a16:creationId xmlns:a16="http://schemas.microsoft.com/office/drawing/2014/main" id="{898520A8-2DD8-4373-87BC-4A02E5EA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1" name="Vértice 3">
            <a:extLst xmlns:a="http://schemas.openxmlformats.org/drawingml/2006/main">
              <a:ext uri="{FF2B5EF4-FFF2-40B4-BE49-F238E27FC236}">
                <a16:creationId xmlns:a16="http://schemas.microsoft.com/office/drawing/2014/main" id="{B547BED6-2100-4E8B-9E92-707AB1A7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2" name="Vértice 4">
            <a:extLst xmlns:a="http://schemas.openxmlformats.org/drawingml/2006/main">
              <a:ext uri="{FF2B5EF4-FFF2-40B4-BE49-F238E27FC236}">
                <a16:creationId xmlns:a16="http://schemas.microsoft.com/office/drawing/2014/main" id="{BC6BEE5C-879B-4F04-B0DB-DDEB301E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3" name="Vértice 5">
            <a:extLst xmlns:a="http://schemas.openxmlformats.org/drawingml/2006/main">
              <a:ext uri="{FF2B5EF4-FFF2-40B4-BE49-F238E27FC236}">
                <a16:creationId xmlns:a16="http://schemas.microsoft.com/office/drawing/2014/main" id="{8D2A8CB1-FE7A-4781-A72E-E6DF5B97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4" name="Vértice 6">
            <a:extLst xmlns:a="http://schemas.openxmlformats.org/drawingml/2006/main">
              <a:ext uri="{FF2B5EF4-FFF2-40B4-BE49-F238E27FC236}">
                <a16:creationId xmlns:a16="http://schemas.microsoft.com/office/drawing/2014/main" id="{E3CD8A6D-D864-4184-89E3-69ECE6F7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5" name="Vértice 7">
            <a:extLst xmlns:a="http://schemas.openxmlformats.org/drawingml/2006/main">
              <a:ext uri="{FF2B5EF4-FFF2-40B4-BE49-F238E27FC236}">
                <a16:creationId xmlns:a16="http://schemas.microsoft.com/office/drawing/2014/main" id="{0CEB4CD3-C8F5-4B68-9CAD-32C4CB7D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8EAD1C4-B919-4ADC-AD66-24C8F16D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7" name="Vértice 8">
            <a:extLst xmlns:a="http://schemas.openxmlformats.org/drawingml/2006/main">
              <a:ext uri="{FF2B5EF4-FFF2-40B4-BE49-F238E27FC236}">
                <a16:creationId xmlns:a16="http://schemas.microsoft.com/office/drawing/2014/main" id="{D7A5D761-1EF2-4BE5-ADE2-F6795B58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8" name="Vértice 9">
            <a:extLst xmlns:a="http://schemas.openxmlformats.org/drawingml/2006/main">
              <a:ext uri="{FF2B5EF4-FFF2-40B4-BE49-F238E27FC236}">
                <a16:creationId xmlns:a16="http://schemas.microsoft.com/office/drawing/2014/main" id="{A6C7D0CF-E7B9-4D70-AE65-FCE455B0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9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4D86256-C337-49AF-BEFE-47CC77B8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0" name="Vértice 11">
            <a:extLst xmlns:a="http://schemas.openxmlformats.org/drawingml/2006/main">
              <a:ext uri="{FF2B5EF4-FFF2-40B4-BE49-F238E27FC236}">
                <a16:creationId xmlns:a16="http://schemas.microsoft.com/office/drawing/2014/main" id="{20C5F18E-E342-4220-9B14-C229A844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1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BA76374-3EE2-4C4E-9606-0698FA5D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2" name="Vértice 13">
            <a:extLst xmlns:a="http://schemas.openxmlformats.org/drawingml/2006/main">
              <a:ext uri="{FF2B5EF4-FFF2-40B4-BE49-F238E27FC236}">
                <a16:creationId xmlns:a16="http://schemas.microsoft.com/office/drawing/2014/main" id="{CA944AE4-C90C-42FA-9664-D33E24A4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3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378EBB6-75CB-4163-9FED-CE702861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4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13592A2-9E6A-4BA5-B911-4A067E3C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5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3DD7FA5-8E3C-49C3-AB09-24785BF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587B0597-520E-42E5-820B-58BC9635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62B32D2F-3AB7-4F1B-9457-28DB3A6D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48F0DA38-F96D-4B26-8255-20DBF159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6BA423AA-A220-4927-A101-BDCABCB5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1–8, de peso 60, porque conecta componentes diferentes.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BA8D5892-9BB6-4A95-B94B-7E9948F5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2 de 15 arestas. Arestas que fecham ciclos são descartadas.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B76ABEC7-5FBF-40DD-9627-C4FD1AE3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8B8F1F81-85B1-4BF5-A499-C1915A69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112</a:t>
            </a:r>
          </a:p>
        </p:txBody>
      </p:sp>
    </p:spTree>
    <p:extLst>
      <p:ext uri="{BB962C8B-B14F-4D97-AF65-F5344CB8AC3E}">
        <p14:creationId xmlns:p14="http://schemas.microsoft.com/office/powerpoint/2010/main" val="11688987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03: aresta 12–13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E162005-4A72-476E-954F-92C43CF6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5D9B9E2-8CA4-4FB5-A33F-942D6FE8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334FF13-0C27-41F4-9B60-7AAEBA59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AB724EB-38EB-47E4-A580-AB527163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C764659-ADF8-4D62-96E0-5905C857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Vértice 1">
            <a:extLst xmlns:a="http://schemas.openxmlformats.org/drawingml/2006/main">
              <a:ext uri="{FF2B5EF4-FFF2-40B4-BE49-F238E27FC236}">
                <a16:creationId xmlns:a16="http://schemas.microsoft.com/office/drawing/2014/main" id="{88C96EB5-9BFD-4172-9D3D-6E0D52A3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0" name="Vértice 2">
            <a:extLst xmlns:a="http://schemas.openxmlformats.org/drawingml/2006/main">
              <a:ext uri="{FF2B5EF4-FFF2-40B4-BE49-F238E27FC236}">
                <a16:creationId xmlns:a16="http://schemas.microsoft.com/office/drawing/2014/main" id="{3BCEA7AB-1988-4BE2-A6B4-DE3D9320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1" name="Vértice 3">
            <a:extLst xmlns:a="http://schemas.openxmlformats.org/drawingml/2006/main">
              <a:ext uri="{FF2B5EF4-FFF2-40B4-BE49-F238E27FC236}">
                <a16:creationId xmlns:a16="http://schemas.microsoft.com/office/drawing/2014/main" id="{880E9837-3750-4535-9F5F-B3855493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2" name="Vértice 4">
            <a:extLst xmlns:a="http://schemas.openxmlformats.org/drawingml/2006/main">
              <a:ext uri="{FF2B5EF4-FFF2-40B4-BE49-F238E27FC236}">
                <a16:creationId xmlns:a16="http://schemas.microsoft.com/office/drawing/2014/main" id="{2F95F291-C992-414F-A798-77E25C6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3" name="Vértice 5">
            <a:extLst xmlns:a="http://schemas.openxmlformats.org/drawingml/2006/main">
              <a:ext uri="{FF2B5EF4-FFF2-40B4-BE49-F238E27FC236}">
                <a16:creationId xmlns:a16="http://schemas.microsoft.com/office/drawing/2014/main" id="{3B0FABED-CBB6-48CE-85ED-4EA3788E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4" name="Vértice 6">
            <a:extLst xmlns:a="http://schemas.openxmlformats.org/drawingml/2006/main">
              <a:ext uri="{FF2B5EF4-FFF2-40B4-BE49-F238E27FC236}">
                <a16:creationId xmlns:a16="http://schemas.microsoft.com/office/drawing/2014/main" id="{9DD42AED-1473-4E5B-845C-44B854CB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5" name="Vértice 7">
            <a:extLst xmlns:a="http://schemas.openxmlformats.org/drawingml/2006/main">
              <a:ext uri="{FF2B5EF4-FFF2-40B4-BE49-F238E27FC236}">
                <a16:creationId xmlns:a16="http://schemas.microsoft.com/office/drawing/2014/main" id="{68602971-44E1-42F5-99F1-D18D99F2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6" name="Vértice 8">
            <a:extLst xmlns:a="http://schemas.openxmlformats.org/drawingml/2006/main">
              <a:ext uri="{FF2B5EF4-FFF2-40B4-BE49-F238E27FC236}">
                <a16:creationId xmlns:a16="http://schemas.microsoft.com/office/drawing/2014/main" id="{3DF6216F-12EB-4D81-A3EA-111D3B69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7" name="Vértice 9">
            <a:extLst xmlns:a="http://schemas.openxmlformats.org/drawingml/2006/main">
              <a:ext uri="{FF2B5EF4-FFF2-40B4-BE49-F238E27FC236}">
                <a16:creationId xmlns:a16="http://schemas.microsoft.com/office/drawing/2014/main" id="{940CB89C-4866-4C17-9B09-EE2625F2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8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4468F3B-EA47-483A-8770-8166B34C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9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4543A07-BFFC-4AC5-84AD-FF6B1446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85D37E9-6B97-4FA4-9965-243DBF69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1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195876B-523A-4E70-B7B6-FA3CF477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938468B8-2956-45B1-88E3-82EE7BE8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325F390-3CCE-459D-9281-5631CB46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5D94B92-7DEF-423C-8508-8FF09C16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DE4B933-7A4C-46B4-8AFB-8A393C2B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4CF9BD8-E07A-4D92-A865-5D3F5EC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2AA11DE7-8473-4CBE-8FB7-91F35194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88A53E0-20C2-427B-86F2-7B1AED29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22418C6A-C126-4178-B5C7-1E765A98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1968265-D3C0-4B7F-8AF3-770078DD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12–13, de peso 68, porque conecta componentes diferentes.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3BB26915-D94A-4E7A-BCFA-34B29632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3 de 15 arestas. Arestas que fecham ciclos são descartadas.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4335A850-E776-481B-B6AA-B65C25F5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7472397D-27F5-4FF2-B8AD-47E5D941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180</a:t>
            </a:r>
          </a:p>
        </p:txBody>
      </p:sp>
    </p:spTree>
    <p:extLst>
      <p:ext uri="{BB962C8B-B14F-4D97-AF65-F5344CB8AC3E}">
        <p14:creationId xmlns:p14="http://schemas.microsoft.com/office/powerpoint/2010/main" val="17946119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04: aresta 6–7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E07FE3A-7C54-4EAC-8829-5BAF245B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A795464-B92B-495D-BBCE-984B07A4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8BBA0BC-FAF9-4036-B8C4-5A677F4C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54993AE-A974-41A7-A48E-5119AB2C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4625EA9-6EE7-4C00-954F-FAFDAF70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EECCAB4-B5B1-4A72-97EA-3E206D03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Vértice 1">
            <a:extLst xmlns:a="http://schemas.openxmlformats.org/drawingml/2006/main">
              <a:ext uri="{FF2B5EF4-FFF2-40B4-BE49-F238E27FC236}">
                <a16:creationId xmlns:a16="http://schemas.microsoft.com/office/drawing/2014/main" id="{1DD32AEF-8712-46C1-AAE1-A4C81C01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1" name="Vértice 2">
            <a:extLst xmlns:a="http://schemas.openxmlformats.org/drawingml/2006/main">
              <a:ext uri="{FF2B5EF4-FFF2-40B4-BE49-F238E27FC236}">
                <a16:creationId xmlns:a16="http://schemas.microsoft.com/office/drawing/2014/main" id="{E89B4603-586B-451D-AAD6-44A451E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2" name="Vértice 3">
            <a:extLst xmlns:a="http://schemas.openxmlformats.org/drawingml/2006/main">
              <a:ext uri="{FF2B5EF4-FFF2-40B4-BE49-F238E27FC236}">
                <a16:creationId xmlns:a16="http://schemas.microsoft.com/office/drawing/2014/main" id="{6AFD6929-02B9-4488-99B6-4A0A2D9B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3" name="Vértice 4">
            <a:extLst xmlns:a="http://schemas.openxmlformats.org/drawingml/2006/main">
              <a:ext uri="{FF2B5EF4-FFF2-40B4-BE49-F238E27FC236}">
                <a16:creationId xmlns:a16="http://schemas.microsoft.com/office/drawing/2014/main" id="{45AA862F-C5B5-446B-BDC7-6A165580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4" name="Vértice 5">
            <a:extLst xmlns:a="http://schemas.openxmlformats.org/drawingml/2006/main">
              <a:ext uri="{FF2B5EF4-FFF2-40B4-BE49-F238E27FC236}">
                <a16:creationId xmlns:a16="http://schemas.microsoft.com/office/drawing/2014/main" id="{A2CB755B-D4DC-4621-9CE9-747B276E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CA09941-643D-45CD-86A1-14D5A29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6" name="Vértice 6">
            <a:extLst xmlns:a="http://schemas.openxmlformats.org/drawingml/2006/main">
              <a:ext uri="{FF2B5EF4-FFF2-40B4-BE49-F238E27FC236}">
                <a16:creationId xmlns:a16="http://schemas.microsoft.com/office/drawing/2014/main" id="{BD434169-43C6-4BE5-A0BD-AAA04AAA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40034C5-3879-480C-890C-2BD73982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8" name="Vértice 7">
            <a:extLst xmlns:a="http://schemas.openxmlformats.org/drawingml/2006/main">
              <a:ext uri="{FF2B5EF4-FFF2-40B4-BE49-F238E27FC236}">
                <a16:creationId xmlns:a16="http://schemas.microsoft.com/office/drawing/2014/main" id="{9DC49506-F1D5-49D1-B0DB-0BAC55EB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9" name="Vértice 8">
            <a:extLst xmlns:a="http://schemas.openxmlformats.org/drawingml/2006/main">
              <a:ext uri="{FF2B5EF4-FFF2-40B4-BE49-F238E27FC236}">
                <a16:creationId xmlns:a16="http://schemas.microsoft.com/office/drawing/2014/main" id="{F5C81347-0774-4831-A9E8-76418B3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0" name="Vértice 9">
            <a:extLst xmlns:a="http://schemas.openxmlformats.org/drawingml/2006/main">
              <a:ext uri="{FF2B5EF4-FFF2-40B4-BE49-F238E27FC236}">
                <a16:creationId xmlns:a16="http://schemas.microsoft.com/office/drawing/2014/main" id="{FD377F43-4708-46EC-88C0-D308ED2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68609C5-F193-4FBD-84EF-50ED594F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91EB5CD-7353-4A24-864D-554AC35A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6A14AA5-216F-4969-863B-28B74DB9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6E7FD84-7A49-44DE-A819-CBBBDE26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A44DF345-2473-44AE-81A0-A1E37DC2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E1A5CB4-87E2-4A7B-8111-AA8275AF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2B1FB16-B728-4759-B2F7-352D6721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42CFD578-D71C-4E99-9410-7D8D3E37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49BF514F-1A78-444D-9452-39A7CEE9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C18C1748-CCFC-4876-834D-6845C5DA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5AE8CED3-4EFD-4C9C-826F-88E7BB90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6–7, de peso 115, porque conecta componentes diferentes.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C5BD969-5471-4DD4-B7FE-1550F9F5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4 de 15 arestas. Arestas que fecham ciclos são descartadas.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FC2A57D-720B-4AE0-B311-BF2EB587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278B6C6-592B-47E8-A791-76EE436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295</a:t>
            </a:r>
          </a:p>
        </p:txBody>
      </p:sp>
    </p:spTree>
    <p:extLst>
      <p:ext uri="{BB962C8B-B14F-4D97-AF65-F5344CB8AC3E}">
        <p14:creationId xmlns:p14="http://schemas.microsoft.com/office/powerpoint/2010/main" val="4624643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05: aresta 2–3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FA06340-767E-4608-9E9C-1BCF68AB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3F441D8-0F5A-4BEF-8887-5D0B8E8D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A314DF3-696C-4AF1-8317-90538E0E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7BAF90D-4512-4D02-86DE-008638A3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2443913-4328-4740-81D1-0FB9ED18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53D8162-65BF-4386-9D3A-EAAD86C4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05FB0BA-5ABA-4BC5-8866-7D535378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Vértice 1">
            <a:extLst xmlns:a="http://schemas.openxmlformats.org/drawingml/2006/main">
              <a:ext uri="{FF2B5EF4-FFF2-40B4-BE49-F238E27FC236}">
                <a16:creationId xmlns:a16="http://schemas.microsoft.com/office/drawing/2014/main" id="{9127C44F-C616-4988-BADD-8EA5696A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8EE4A37-DC5D-4101-BD47-61A29A60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3" name="Vértice 2">
            <a:extLst xmlns:a="http://schemas.openxmlformats.org/drawingml/2006/main">
              <a:ext uri="{FF2B5EF4-FFF2-40B4-BE49-F238E27FC236}">
                <a16:creationId xmlns:a16="http://schemas.microsoft.com/office/drawing/2014/main" id="{8EF77778-0E82-4EBA-86A5-3E0352E5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61D5ACE-B1EF-4C55-BDA2-EB89D994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5" name="Vértice 3">
            <a:extLst xmlns:a="http://schemas.openxmlformats.org/drawingml/2006/main">
              <a:ext uri="{FF2B5EF4-FFF2-40B4-BE49-F238E27FC236}">
                <a16:creationId xmlns:a16="http://schemas.microsoft.com/office/drawing/2014/main" id="{4AA84AF9-D9D6-46DC-90B1-7F8A8B89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6" name="Vértice 4">
            <a:extLst xmlns:a="http://schemas.openxmlformats.org/drawingml/2006/main">
              <a:ext uri="{FF2B5EF4-FFF2-40B4-BE49-F238E27FC236}">
                <a16:creationId xmlns:a16="http://schemas.microsoft.com/office/drawing/2014/main" id="{467C9FCC-4E33-41B4-AAC2-4C43A71D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7" name="Vértice 5">
            <a:extLst xmlns:a="http://schemas.openxmlformats.org/drawingml/2006/main">
              <a:ext uri="{FF2B5EF4-FFF2-40B4-BE49-F238E27FC236}">
                <a16:creationId xmlns:a16="http://schemas.microsoft.com/office/drawing/2014/main" id="{A578EEC7-7A66-4FEA-A398-DB722146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8" name="Vértice 6">
            <a:extLst xmlns:a="http://schemas.openxmlformats.org/drawingml/2006/main">
              <a:ext uri="{FF2B5EF4-FFF2-40B4-BE49-F238E27FC236}">
                <a16:creationId xmlns:a16="http://schemas.microsoft.com/office/drawing/2014/main" id="{154D1874-F9FC-4ADD-A469-CF360F0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9" name="Vértice 7">
            <a:extLst xmlns:a="http://schemas.openxmlformats.org/drawingml/2006/main">
              <a:ext uri="{FF2B5EF4-FFF2-40B4-BE49-F238E27FC236}">
                <a16:creationId xmlns:a16="http://schemas.microsoft.com/office/drawing/2014/main" id="{E1CF9D21-CDC3-46EE-83BA-B5627631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0" name="Vértice 8">
            <a:extLst xmlns:a="http://schemas.openxmlformats.org/drawingml/2006/main">
              <a:ext uri="{FF2B5EF4-FFF2-40B4-BE49-F238E27FC236}">
                <a16:creationId xmlns:a16="http://schemas.microsoft.com/office/drawing/2014/main" id="{BEA5F91D-F079-46D1-8513-67E4C586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1" name="Vértice 9">
            <a:extLst xmlns:a="http://schemas.openxmlformats.org/drawingml/2006/main">
              <a:ext uri="{FF2B5EF4-FFF2-40B4-BE49-F238E27FC236}">
                <a16:creationId xmlns:a16="http://schemas.microsoft.com/office/drawing/2014/main" id="{A67FCCEF-C14B-4FB1-A9E5-8AD0C6F6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5A2F941-C5A4-46AC-BF95-3A8E555B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66FF2A4-9006-4DE6-AC55-6C4B9243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F08DDA3-5AC7-4CF0-99CE-13829F90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6E3DAA5-A5E9-485C-A57B-68339555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223BDF0-D671-4DAD-A58E-409ED860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2C889BD-B288-4471-BB1B-15A2FC05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0BC59B1-F558-4870-84FA-072BC9BA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AB54B71B-7E2B-438E-AC17-C26F7513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119EB4F1-6E47-47E0-B5F0-111CBE9E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837879E7-0647-4470-83C8-C0BF213C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82B6C426-8A0E-4A83-882E-BECC619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2–3, de peso 126, porque conecta componentes diferentes.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124E9AAA-F833-478F-B55F-B191C51D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5 de 15 arestas. Arestas que fecham ciclos são descartadas.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A02A1181-C3ED-4AB3-BC73-AD8B98F2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A7CA394A-4F2A-419F-9DD7-A1F076B0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421</a:t>
            </a:r>
          </a:p>
        </p:txBody>
      </p:sp>
    </p:spTree>
    <p:extLst>
      <p:ext uri="{BB962C8B-B14F-4D97-AF65-F5344CB8AC3E}">
        <p14:creationId xmlns:p14="http://schemas.microsoft.com/office/powerpoint/2010/main" val="4979732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06: aresta 1–16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4EBBCD1-427D-4BBC-867C-51E31011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48DD630-1916-4AA3-8FA1-FCAE5F99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EE4467C-88D4-4A4A-8A07-4A5F5320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13F413D-5796-48B7-86AB-372F951C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28A8A44-F01A-46E8-A122-11B4E4A9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89FDAE6-C9E4-434D-A058-E3D9E65C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28E5594-ED6C-49ED-93E9-6DE3BEAB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07E7360-A462-4403-B8AC-B9FCCC56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CC51C27-E271-4FCA-AC42-1DBC8FB0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3" name="Vértice 1">
            <a:extLst xmlns:a="http://schemas.openxmlformats.org/drawingml/2006/main">
              <a:ext uri="{FF2B5EF4-FFF2-40B4-BE49-F238E27FC236}">
                <a16:creationId xmlns:a16="http://schemas.microsoft.com/office/drawing/2014/main" id="{EC99BF24-E7EA-4576-8056-9056A95F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4" name="Vértice 2">
            <a:extLst xmlns:a="http://schemas.openxmlformats.org/drawingml/2006/main">
              <a:ext uri="{FF2B5EF4-FFF2-40B4-BE49-F238E27FC236}">
                <a16:creationId xmlns:a16="http://schemas.microsoft.com/office/drawing/2014/main" id="{77F5E271-D2BC-4ECD-9F3F-CEFC6FA1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5" name="Vértice 3">
            <a:extLst xmlns:a="http://schemas.openxmlformats.org/drawingml/2006/main">
              <a:ext uri="{FF2B5EF4-FFF2-40B4-BE49-F238E27FC236}">
                <a16:creationId xmlns:a16="http://schemas.microsoft.com/office/drawing/2014/main" id="{02BF04BD-6A01-4214-AFF4-77753E63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6" name="Vértice 4">
            <a:extLst xmlns:a="http://schemas.openxmlformats.org/drawingml/2006/main">
              <a:ext uri="{FF2B5EF4-FFF2-40B4-BE49-F238E27FC236}">
                <a16:creationId xmlns:a16="http://schemas.microsoft.com/office/drawing/2014/main" id="{1B085478-6D42-43A6-9460-8DF18A4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7" name="Vértice 5">
            <a:extLst xmlns:a="http://schemas.openxmlformats.org/drawingml/2006/main">
              <a:ext uri="{FF2B5EF4-FFF2-40B4-BE49-F238E27FC236}">
                <a16:creationId xmlns:a16="http://schemas.microsoft.com/office/drawing/2014/main" id="{1EFDFA77-A81F-441B-84FC-DA26A5A6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8" name="Vértice 6">
            <a:extLst xmlns:a="http://schemas.openxmlformats.org/drawingml/2006/main">
              <a:ext uri="{FF2B5EF4-FFF2-40B4-BE49-F238E27FC236}">
                <a16:creationId xmlns:a16="http://schemas.microsoft.com/office/drawing/2014/main" id="{9E60A66B-E6DF-49E6-9FCF-5629014A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9" name="Vértice 7">
            <a:extLst xmlns:a="http://schemas.openxmlformats.org/drawingml/2006/main">
              <a:ext uri="{FF2B5EF4-FFF2-40B4-BE49-F238E27FC236}">
                <a16:creationId xmlns:a16="http://schemas.microsoft.com/office/drawing/2014/main" id="{29B7205F-D58F-43F0-8469-84263D22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0" name="Vértice 8">
            <a:extLst xmlns:a="http://schemas.openxmlformats.org/drawingml/2006/main">
              <a:ext uri="{FF2B5EF4-FFF2-40B4-BE49-F238E27FC236}">
                <a16:creationId xmlns:a16="http://schemas.microsoft.com/office/drawing/2014/main" id="{E7BDD42B-0DA2-4841-9B92-DF9A7660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1" name="Vértice 9">
            <a:extLst xmlns:a="http://schemas.openxmlformats.org/drawingml/2006/main">
              <a:ext uri="{FF2B5EF4-FFF2-40B4-BE49-F238E27FC236}">
                <a16:creationId xmlns:a16="http://schemas.microsoft.com/office/drawing/2014/main" id="{63D090A4-96C1-419D-A652-DE6E2C4E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E6248AD9-6F48-4061-BB20-46569646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658ED6D-A0F2-4F4D-BB68-BE925799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339BEE3-184E-446F-8CF3-F9269F63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B2ABC9D7-B8CC-4D12-824C-48B2E03F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C09F02F-13FA-42F3-9308-406B3BCC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D269F3F0-31DD-46CF-8B65-31D4D46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171158E3-B89A-4989-9D5F-538AD657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BDA3627-740A-4FAF-92A7-45F9CEFE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CA76948E-55C4-42E2-8892-4D07B49C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D9FE8AB-1B1B-4D67-AF01-2C78D9FB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00C2A315-E2F8-4DD9-A641-CE6AC3D7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0B7982E-B68F-4FB8-858C-19F4184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1–16, de peso 150, porque conecta componentes diferentes.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E943331-17DC-451E-8F79-FB2FB77B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6 de 15 arestas. Arestas que fecham ciclos são descartadas.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346929CE-7ADC-4D89-A2F4-7B3083F4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B79AAFE2-16BE-4DDA-A945-E2195193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571</a:t>
            </a:r>
          </a:p>
        </p:txBody>
      </p:sp>
    </p:spTree>
    <p:extLst>
      <p:ext uri="{BB962C8B-B14F-4D97-AF65-F5344CB8AC3E}">
        <p14:creationId xmlns:p14="http://schemas.microsoft.com/office/powerpoint/2010/main" val="3075827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07: aresta 7–12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2E2D153-0D4D-45AA-B649-87CA6EE7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5A7012D-DF5E-4BFF-9E4B-5DFF8F32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D946F02-325E-415A-B044-92F215DE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C2FB177-6C20-496C-B861-DC8E91D5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074E19C-D849-4B06-8506-B6637708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9434763-BCD3-4DDF-AAF7-AAC43E24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1F15CFC-55DD-40D9-8781-61851CAF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5D23DE1-014C-4422-8CF9-6823AAF2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C473333-57E0-48EA-AFA1-91EB71C8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Vértice 1">
            <a:extLst xmlns:a="http://schemas.openxmlformats.org/drawingml/2006/main">
              <a:ext uri="{FF2B5EF4-FFF2-40B4-BE49-F238E27FC236}">
                <a16:creationId xmlns:a16="http://schemas.microsoft.com/office/drawing/2014/main" id="{08034223-B2A9-4C4A-908B-07814EC9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4" name="Vértice 2">
            <a:extLst xmlns:a="http://schemas.openxmlformats.org/drawingml/2006/main">
              <a:ext uri="{FF2B5EF4-FFF2-40B4-BE49-F238E27FC236}">
                <a16:creationId xmlns:a16="http://schemas.microsoft.com/office/drawing/2014/main" id="{7BC1C672-6016-4F49-ADD7-3FEDBC5E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5" name="Vértice 3">
            <a:extLst xmlns:a="http://schemas.openxmlformats.org/drawingml/2006/main">
              <a:ext uri="{FF2B5EF4-FFF2-40B4-BE49-F238E27FC236}">
                <a16:creationId xmlns:a16="http://schemas.microsoft.com/office/drawing/2014/main" id="{CE4EAEA8-B575-4AF2-A098-90B26F45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6" name="Vértice 4">
            <a:extLst xmlns:a="http://schemas.openxmlformats.org/drawingml/2006/main">
              <a:ext uri="{FF2B5EF4-FFF2-40B4-BE49-F238E27FC236}">
                <a16:creationId xmlns:a16="http://schemas.microsoft.com/office/drawing/2014/main" id="{19FED73D-B1FD-451E-B2C6-3058E047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7" name="Vértice 5">
            <a:extLst xmlns:a="http://schemas.openxmlformats.org/drawingml/2006/main">
              <a:ext uri="{FF2B5EF4-FFF2-40B4-BE49-F238E27FC236}">
                <a16:creationId xmlns:a16="http://schemas.microsoft.com/office/drawing/2014/main" id="{7A03837E-3C86-4318-AC3C-228E7595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8" name="Vértice 6">
            <a:extLst xmlns:a="http://schemas.openxmlformats.org/drawingml/2006/main">
              <a:ext uri="{FF2B5EF4-FFF2-40B4-BE49-F238E27FC236}">
                <a16:creationId xmlns:a16="http://schemas.microsoft.com/office/drawing/2014/main" id="{67885630-58E0-4904-9E57-A59C4E2D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1BDD04D-35F3-45EA-B26F-E33A358C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0" name="Vértice 7">
            <a:extLst xmlns:a="http://schemas.openxmlformats.org/drawingml/2006/main">
              <a:ext uri="{FF2B5EF4-FFF2-40B4-BE49-F238E27FC236}">
                <a16:creationId xmlns:a16="http://schemas.microsoft.com/office/drawing/2014/main" id="{5EA72E61-85F1-453C-8AC5-CEF3C45C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1" name="Vértice 8">
            <a:extLst xmlns:a="http://schemas.openxmlformats.org/drawingml/2006/main">
              <a:ext uri="{FF2B5EF4-FFF2-40B4-BE49-F238E27FC236}">
                <a16:creationId xmlns:a16="http://schemas.microsoft.com/office/drawing/2014/main" id="{D97B76F3-B2C3-44E8-B02F-5B53F338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2" name="Vértice 9">
            <a:extLst xmlns:a="http://schemas.openxmlformats.org/drawingml/2006/main">
              <a:ext uri="{FF2B5EF4-FFF2-40B4-BE49-F238E27FC236}">
                <a16:creationId xmlns:a16="http://schemas.microsoft.com/office/drawing/2014/main" id="{5CA0A233-73C3-463F-862F-184A7E2B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F6CD180F-C35C-4DA0-87E2-696038A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9610199-4E62-47E5-B761-F60142B0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8334D6C1-0828-41DD-884F-CC81B6D2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BCBF1F1-B9CD-45B2-B369-01549199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9FF25B18-9583-4AAB-B25C-D9117A4F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B4B26C0A-AA90-420F-B3C2-7F694905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D4C42FE-BD48-464A-9BFC-B3336FEA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A6F766A-AA0E-44E9-8DF9-8800FF6F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21BB2471-51E1-4905-91A6-D7B97CF5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7AAFAF67-694C-4803-BC68-F2103917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C0BF7687-E868-476C-87FE-705F49C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0D2D2B31-F393-4F9C-9DF7-1B737917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7–12, de peso 177, porque conecta componentes diferentes.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A878CAB1-88BD-428D-8A9D-88E7561D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7 de 15 arestas. Arestas que fecham ciclos são descartadas.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9707876D-C9E4-4462-AB4F-99D50DE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D6D77411-8885-4A9F-8BE1-A520E6BE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748</a:t>
            </a:r>
          </a:p>
        </p:txBody>
      </p:sp>
    </p:spTree>
    <p:extLst>
      <p:ext uri="{BB962C8B-B14F-4D97-AF65-F5344CB8AC3E}">
        <p14:creationId xmlns:p14="http://schemas.microsoft.com/office/powerpoint/2010/main" val="15117828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08: aresta 14–15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FB8575B-B7C8-48BC-8898-32D8A8CA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564B40B-46BD-4A3C-AC89-5FD178E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FAB0AA3-DDD3-40DD-9845-4627C717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D6AED75-9690-49E6-B831-17300449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D09F8C9-0E16-4818-A5A4-8D32DEB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00329C8-8F4E-4D9B-8EC1-8C94E2BA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2193C18-2600-44B5-B9D3-166C3916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C862874-578A-4571-9BA7-A694F861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C37033A-06E4-4831-AB26-FD1E73FB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01D3736-4538-4DAA-B32F-E74EB818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Vértice 1">
            <a:extLst xmlns:a="http://schemas.openxmlformats.org/drawingml/2006/main">
              <a:ext uri="{FF2B5EF4-FFF2-40B4-BE49-F238E27FC236}">
                <a16:creationId xmlns:a16="http://schemas.microsoft.com/office/drawing/2014/main" id="{3CD6D2BB-2F49-4971-AB45-88CCDFC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5" name="Vértice 2">
            <a:extLst xmlns:a="http://schemas.openxmlformats.org/drawingml/2006/main">
              <a:ext uri="{FF2B5EF4-FFF2-40B4-BE49-F238E27FC236}">
                <a16:creationId xmlns:a16="http://schemas.microsoft.com/office/drawing/2014/main" id="{9B4B0735-B398-4261-B971-F27EB4BB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6" name="Vértice 3">
            <a:extLst xmlns:a="http://schemas.openxmlformats.org/drawingml/2006/main">
              <a:ext uri="{FF2B5EF4-FFF2-40B4-BE49-F238E27FC236}">
                <a16:creationId xmlns:a16="http://schemas.microsoft.com/office/drawing/2014/main" id="{5A60C61E-D88B-4BC3-9A3F-1AF10B6B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7" name="Vértice 4">
            <a:extLst xmlns:a="http://schemas.openxmlformats.org/drawingml/2006/main">
              <a:ext uri="{FF2B5EF4-FFF2-40B4-BE49-F238E27FC236}">
                <a16:creationId xmlns:a16="http://schemas.microsoft.com/office/drawing/2014/main" id="{14F78835-3F09-4B49-A726-4A251E00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8" name="Vértice 5">
            <a:extLst xmlns:a="http://schemas.openxmlformats.org/drawingml/2006/main">
              <a:ext uri="{FF2B5EF4-FFF2-40B4-BE49-F238E27FC236}">
                <a16:creationId xmlns:a16="http://schemas.microsoft.com/office/drawing/2014/main" id="{45FF273B-7D4B-4CC6-8211-D50F3B7D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9" name="Vértice 6">
            <a:extLst xmlns:a="http://schemas.openxmlformats.org/drawingml/2006/main">
              <a:ext uri="{FF2B5EF4-FFF2-40B4-BE49-F238E27FC236}">
                <a16:creationId xmlns:a16="http://schemas.microsoft.com/office/drawing/2014/main" id="{23416EBE-9C80-4A91-9302-AC013E81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0" name="Vértice 7">
            <a:extLst xmlns:a="http://schemas.openxmlformats.org/drawingml/2006/main">
              <a:ext uri="{FF2B5EF4-FFF2-40B4-BE49-F238E27FC236}">
                <a16:creationId xmlns:a16="http://schemas.microsoft.com/office/drawing/2014/main" id="{11476A8B-BE8C-43A9-B2D6-21197F17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1" name="Vértice 8">
            <a:extLst xmlns:a="http://schemas.openxmlformats.org/drawingml/2006/main">
              <a:ext uri="{FF2B5EF4-FFF2-40B4-BE49-F238E27FC236}">
                <a16:creationId xmlns:a16="http://schemas.microsoft.com/office/drawing/2014/main" id="{7AAD2716-5ACC-4A22-B320-D3FDE77C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2" name="Vértice 9">
            <a:extLst xmlns:a="http://schemas.openxmlformats.org/drawingml/2006/main">
              <a:ext uri="{FF2B5EF4-FFF2-40B4-BE49-F238E27FC236}">
                <a16:creationId xmlns:a16="http://schemas.microsoft.com/office/drawing/2014/main" id="{35A8A01A-9C80-4031-A1EF-614C65C7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140DE10-BB67-4F4D-9CB5-B8B15561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7EA4EA1-5B79-41C7-B854-8A9E0FF6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36A533F-8454-4BFB-8E91-93DB3D73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B41FCFF-8077-4A79-87C1-9C6A0EB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1ABA2A0B-7C69-48FD-B1AA-4079B9FE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B846B921-B778-42C2-BF80-1C807E10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C3B418F8-71F9-41C2-B3FA-9882033C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AF625EA-323A-4598-85CC-62EF46D1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CE0CBD2-1F71-4834-A5DB-A1557A40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932FA6F5-3427-4490-A491-7A60966D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BE83C65A-4DAE-4F24-9D46-C7FAEDE1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783CF8BA-0787-450D-89B5-F5C4468D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911E5B9B-C121-49AC-B8C2-3E2111B8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14–15, de peso 237, porque conecta componentes diferentes.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2D843CF2-AD44-440B-8AF8-7DF75655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8 de 15 arestas. Arestas que fecham ciclos são descartadas.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80D274D9-1CA3-44A6-A2D1-13893991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FCA73FA6-A73A-4D85-9DB0-A164DEE5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985</a:t>
            </a:r>
          </a:p>
        </p:txBody>
      </p:sp>
    </p:spTree>
    <p:extLst>
      <p:ext uri="{BB962C8B-B14F-4D97-AF65-F5344CB8AC3E}">
        <p14:creationId xmlns:p14="http://schemas.microsoft.com/office/powerpoint/2010/main" val="10834496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09: aresta 4–8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758BEDF-D1CB-4B6F-B888-36234DB2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5394626-B57B-4DBB-A011-D2A3AC4F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687D506-0EF4-4D2E-883D-C370E532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0C1C43D-1A23-4A52-BDFD-A93CBBB4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9DC4556-95AB-4C2E-B765-102CD219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1CED414-6C5F-40B6-B42F-38F4CE8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86ECC62-B67B-42EF-A4DA-21C8BBE7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8B9EBA3-B837-466B-AF92-B0D38B21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0D6ED07-10F9-4D94-AC73-208941FD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3583766-9D6F-44FB-9062-321CFA1B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AB5CED3A-30BC-4D55-817C-F377A472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Vértice 1">
            <a:extLst xmlns:a="http://schemas.openxmlformats.org/drawingml/2006/main">
              <a:ext uri="{FF2B5EF4-FFF2-40B4-BE49-F238E27FC236}">
                <a16:creationId xmlns:a16="http://schemas.microsoft.com/office/drawing/2014/main" id="{4262817F-8967-4CE3-9ABC-5E8ABBA3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6" name="Vértice 2">
            <a:extLst xmlns:a="http://schemas.openxmlformats.org/drawingml/2006/main">
              <a:ext uri="{FF2B5EF4-FFF2-40B4-BE49-F238E27FC236}">
                <a16:creationId xmlns:a16="http://schemas.microsoft.com/office/drawing/2014/main" id="{A7CDC73A-1141-488F-828A-483F468F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7" name="Vértice 3">
            <a:extLst xmlns:a="http://schemas.openxmlformats.org/drawingml/2006/main">
              <a:ext uri="{FF2B5EF4-FFF2-40B4-BE49-F238E27FC236}">
                <a16:creationId xmlns:a16="http://schemas.microsoft.com/office/drawing/2014/main" id="{505C5A57-1C97-441F-B730-B04CF391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5D03032-7B3F-4EE1-A5B4-D5C4BB11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9" name="Vértice 4">
            <a:extLst xmlns:a="http://schemas.openxmlformats.org/drawingml/2006/main">
              <a:ext uri="{FF2B5EF4-FFF2-40B4-BE49-F238E27FC236}">
                <a16:creationId xmlns:a16="http://schemas.microsoft.com/office/drawing/2014/main" id="{07B45D7D-30FE-45B6-A2B7-DBDE5EA1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0" name="Vértice 5">
            <a:extLst xmlns:a="http://schemas.openxmlformats.org/drawingml/2006/main">
              <a:ext uri="{FF2B5EF4-FFF2-40B4-BE49-F238E27FC236}">
                <a16:creationId xmlns:a16="http://schemas.microsoft.com/office/drawing/2014/main" id="{01062A9C-C6B5-49F1-AEAF-44B4FDC0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1" name="Vértice 6">
            <a:extLst xmlns:a="http://schemas.openxmlformats.org/drawingml/2006/main">
              <a:ext uri="{FF2B5EF4-FFF2-40B4-BE49-F238E27FC236}">
                <a16:creationId xmlns:a16="http://schemas.microsoft.com/office/drawing/2014/main" id="{F1D0B224-D2C5-4C88-8BA7-E060FCF1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2" name="Vértice 7">
            <a:extLst xmlns:a="http://schemas.openxmlformats.org/drawingml/2006/main">
              <a:ext uri="{FF2B5EF4-FFF2-40B4-BE49-F238E27FC236}">
                <a16:creationId xmlns:a16="http://schemas.microsoft.com/office/drawing/2014/main" id="{5449E5E1-B8A7-4831-9EE7-4373A2EF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C2780A0-BDE3-4496-B3F5-CABD81C5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4" name="Vértice 8">
            <a:extLst xmlns:a="http://schemas.openxmlformats.org/drawingml/2006/main">
              <a:ext uri="{FF2B5EF4-FFF2-40B4-BE49-F238E27FC236}">
                <a16:creationId xmlns:a16="http://schemas.microsoft.com/office/drawing/2014/main" id="{E7A404C0-E39C-4A58-ACE3-CD60DD71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5" name="Vértice 9">
            <a:extLst xmlns:a="http://schemas.openxmlformats.org/drawingml/2006/main">
              <a:ext uri="{FF2B5EF4-FFF2-40B4-BE49-F238E27FC236}">
                <a16:creationId xmlns:a16="http://schemas.microsoft.com/office/drawing/2014/main" id="{875BF72D-2FA7-4FCE-85A3-F3B6D026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86997EF-212E-4574-BE5D-12762252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A0197AA-85D7-4968-8D5F-C03E3D5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8" name="Vértice 12">
            <a:extLst xmlns:a="http://schemas.openxmlformats.org/drawingml/2006/main">
              <a:ext uri="{FF2B5EF4-FFF2-40B4-BE49-F238E27FC236}">
                <a16:creationId xmlns:a16="http://schemas.microsoft.com/office/drawing/2014/main" id="{07B0772F-1816-41D7-A564-DDBF8323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AC89027E-A00F-4C71-AD0A-979F11A4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4DCE0D6-4462-4943-B294-EE7F8E06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52FCAB2-C330-42B9-B1F6-57BD1DDC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B6CDF6D-3BB3-479D-A458-225351F6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746C3D33-C5FA-4191-B78B-180C8B54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174960AA-BCCF-44B7-8E01-23D37E32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71F3A90-687F-4430-9382-7C6513A4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97A1F75F-003D-4D13-8878-307D9195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4–8, de peso 271, porque conecta componentes diferentes.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FD82412F-B6A8-4BD5-816B-9B42E830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9 de 15 arestas. Arestas que fecham ciclos são descartadas.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A9BF15B-8A7D-49FD-9996-218EE0C5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8805ECB-CEEE-46AD-8ED0-23B4E6C8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1256</a:t>
            </a:r>
          </a:p>
        </p:txBody>
      </p:sp>
    </p:spTree>
    <p:extLst>
      <p:ext uri="{BB962C8B-B14F-4D97-AF65-F5344CB8AC3E}">
        <p14:creationId xmlns:p14="http://schemas.microsoft.com/office/powerpoint/2010/main" val="12474776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10: aresta 7–10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0339200-3FEA-4B5F-B338-8078E896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9F381A4-B530-4C7A-A29C-D3D4C6EB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F8CCC96-CBE0-41C5-930D-6E8DAF11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AE0EEC6-4E05-4B2A-A48D-95DED316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61E3ABC-7E2C-4EBB-9866-29147191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F6E0AA6-6715-4459-B97D-9501AFDD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E3F7EE8-3169-4B75-BEF3-BE930DE7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10243BF-3D80-428F-B57C-B8C93622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6403516-EB8A-497D-A135-10228D6A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893C891-7FC0-4BC1-AD36-69E0E32A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B62D5C6-4B69-4ABF-A778-4A204AA6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D93A934-8956-4876-8324-3394928B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8852210-E8E8-4BB2-9C6E-A706E83D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Vértice 1">
            <a:extLst xmlns:a="http://schemas.openxmlformats.org/drawingml/2006/main">
              <a:ext uri="{FF2B5EF4-FFF2-40B4-BE49-F238E27FC236}">
                <a16:creationId xmlns:a16="http://schemas.microsoft.com/office/drawing/2014/main" id="{11E77F9E-182B-4000-AA8E-3D8298B4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8" name="Vértice 2">
            <a:extLst xmlns:a="http://schemas.openxmlformats.org/drawingml/2006/main">
              <a:ext uri="{FF2B5EF4-FFF2-40B4-BE49-F238E27FC236}">
                <a16:creationId xmlns:a16="http://schemas.microsoft.com/office/drawing/2014/main" id="{8AEED3DC-CE84-4F6A-9E73-064E09E0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9" name="Vértice 3">
            <a:extLst xmlns:a="http://schemas.openxmlformats.org/drawingml/2006/main">
              <a:ext uri="{FF2B5EF4-FFF2-40B4-BE49-F238E27FC236}">
                <a16:creationId xmlns:a16="http://schemas.microsoft.com/office/drawing/2014/main" id="{BF798B9A-F27D-42A2-BCE7-6E4E803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0" name="Vértice 4">
            <a:extLst xmlns:a="http://schemas.openxmlformats.org/drawingml/2006/main">
              <a:ext uri="{FF2B5EF4-FFF2-40B4-BE49-F238E27FC236}">
                <a16:creationId xmlns:a16="http://schemas.microsoft.com/office/drawing/2014/main" id="{0EBCA2E5-1621-4B6F-8476-1939408E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1" name="Vértice 5">
            <a:extLst xmlns:a="http://schemas.openxmlformats.org/drawingml/2006/main">
              <a:ext uri="{FF2B5EF4-FFF2-40B4-BE49-F238E27FC236}">
                <a16:creationId xmlns:a16="http://schemas.microsoft.com/office/drawing/2014/main" id="{A27029F3-F467-437D-AD5C-781472DB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2" name="Vértice 6">
            <a:extLst xmlns:a="http://schemas.openxmlformats.org/drawingml/2006/main">
              <a:ext uri="{FF2B5EF4-FFF2-40B4-BE49-F238E27FC236}">
                <a16:creationId xmlns:a16="http://schemas.microsoft.com/office/drawing/2014/main" id="{10504844-2285-4201-BB39-BEEACDFC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7C59780-79D3-40BA-9AE3-C2004B02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4" name="Vértice 7">
            <a:extLst xmlns:a="http://schemas.openxmlformats.org/drawingml/2006/main">
              <a:ext uri="{FF2B5EF4-FFF2-40B4-BE49-F238E27FC236}">
                <a16:creationId xmlns:a16="http://schemas.microsoft.com/office/drawing/2014/main" id="{CA9E9BA4-56FD-4872-A4FD-7B95653C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5" name="Vértice 8">
            <a:extLst xmlns:a="http://schemas.openxmlformats.org/drawingml/2006/main">
              <a:ext uri="{FF2B5EF4-FFF2-40B4-BE49-F238E27FC236}">
                <a16:creationId xmlns:a16="http://schemas.microsoft.com/office/drawing/2014/main" id="{01F69A9D-16EB-4791-BE63-E2808BC2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6" name="Vértice 9">
            <a:extLst xmlns:a="http://schemas.openxmlformats.org/drawingml/2006/main">
              <a:ext uri="{FF2B5EF4-FFF2-40B4-BE49-F238E27FC236}">
                <a16:creationId xmlns:a16="http://schemas.microsoft.com/office/drawing/2014/main" id="{1306B02D-A511-4BCE-BD05-AF68781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7BA30878-D10D-4F30-BF6F-F81F1759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8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FCEE8C4-20EF-41AB-9F5C-E76E0972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9" name="Vértice 11">
            <a:extLst xmlns:a="http://schemas.openxmlformats.org/drawingml/2006/main">
              <a:ext uri="{FF2B5EF4-FFF2-40B4-BE49-F238E27FC236}">
                <a16:creationId xmlns:a16="http://schemas.microsoft.com/office/drawing/2014/main" id="{A6E34461-20B0-4BC5-8723-0245A114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0" name="Vértice 12">
            <a:extLst xmlns:a="http://schemas.openxmlformats.org/drawingml/2006/main">
              <a:ext uri="{FF2B5EF4-FFF2-40B4-BE49-F238E27FC236}">
                <a16:creationId xmlns:a16="http://schemas.microsoft.com/office/drawing/2014/main" id="{32214FA7-549B-4157-81DB-21B1E80A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1" name="Vértice 13">
            <a:extLst xmlns:a="http://schemas.openxmlformats.org/drawingml/2006/main">
              <a:ext uri="{FF2B5EF4-FFF2-40B4-BE49-F238E27FC236}">
                <a16:creationId xmlns:a16="http://schemas.microsoft.com/office/drawing/2014/main" id="{63C38B1D-3A93-43EF-896D-605529C8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2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E6A0353-8FAC-4E6E-B28B-D33C01BE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94E3CB7-9CB0-4802-901C-EAF2822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EA7D742-C125-4378-890F-7EA79286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6538D8E8-3593-4B81-A55C-C5C12870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A040E26D-2DD5-429D-9E0B-B929677E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F313DCF6-24AA-46D9-A0A0-4F17CD2E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B685C88-C5F3-44A1-A3F9-C533DB9A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7–10, de peso 288, porque conecta componentes diferentes.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A395E57-4271-4302-95CF-EE3D606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10 de 15 arestas. Arestas que fecham ciclos são descartadas.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AEE231B9-5F42-4998-9D38-AA32371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8DB35A1B-4B7D-46A4-8EBF-B87F610D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1544</a:t>
            </a:r>
          </a:p>
        </p:txBody>
      </p:sp>
    </p:spTree>
    <p:extLst>
      <p:ext uri="{BB962C8B-B14F-4D97-AF65-F5344CB8AC3E}">
        <p14:creationId xmlns:p14="http://schemas.microsoft.com/office/powerpoint/2010/main" val="14945537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11: aresta 9–10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8C55D1B-3B0D-40FB-BB36-373F4DC2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5390702-1B8C-4CC4-A35A-05B551F4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3F714DA-5A5D-4FA2-9462-32DF647D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ADE91FC-6F3C-401A-A7F9-ED3230AF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3AF2F97-B364-4395-9903-2E493A60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1B924A8-5D35-4564-97B5-272D2BCC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1E8346B-D552-4670-A020-A582857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53ADD62-E991-4883-AD46-CE7181A5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233DEB2-1622-4366-9B40-981D581F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193C0348-0BF7-4307-9DD8-08A434D5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2B1D3A9-50C0-4501-8B24-5A96C152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EA84FE3-6597-4BBC-A198-E0193D49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298CAEE-3178-4CD0-9E87-0B8E026E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05D7321-0648-4D32-94D5-0E250F3C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Vértice 1">
            <a:extLst xmlns:a="http://schemas.openxmlformats.org/drawingml/2006/main">
              <a:ext uri="{FF2B5EF4-FFF2-40B4-BE49-F238E27FC236}">
                <a16:creationId xmlns:a16="http://schemas.microsoft.com/office/drawing/2014/main" id="{C29775A4-A14A-4FAD-9624-E980DDB8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9" name="Vértice 2">
            <a:extLst xmlns:a="http://schemas.openxmlformats.org/drawingml/2006/main">
              <a:ext uri="{FF2B5EF4-FFF2-40B4-BE49-F238E27FC236}">
                <a16:creationId xmlns:a16="http://schemas.microsoft.com/office/drawing/2014/main" id="{11006EAC-68F1-43A2-A095-67A86BFE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0" name="Vértice 3">
            <a:extLst xmlns:a="http://schemas.openxmlformats.org/drawingml/2006/main">
              <a:ext uri="{FF2B5EF4-FFF2-40B4-BE49-F238E27FC236}">
                <a16:creationId xmlns:a16="http://schemas.microsoft.com/office/drawing/2014/main" id="{5434780E-442E-40BA-8115-444E394B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1" name="Vértice 4">
            <a:extLst xmlns:a="http://schemas.openxmlformats.org/drawingml/2006/main">
              <a:ext uri="{FF2B5EF4-FFF2-40B4-BE49-F238E27FC236}">
                <a16:creationId xmlns:a16="http://schemas.microsoft.com/office/drawing/2014/main" id="{92EB8CCA-F712-4BFD-92F8-FBB16841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2" name="Vértice 5">
            <a:extLst xmlns:a="http://schemas.openxmlformats.org/drawingml/2006/main">
              <a:ext uri="{FF2B5EF4-FFF2-40B4-BE49-F238E27FC236}">
                <a16:creationId xmlns:a16="http://schemas.microsoft.com/office/drawing/2014/main" id="{AA1E48FC-694D-4B46-85D9-CC95DA31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3" name="Vértice 6">
            <a:extLst xmlns:a="http://schemas.openxmlformats.org/drawingml/2006/main">
              <a:ext uri="{FF2B5EF4-FFF2-40B4-BE49-F238E27FC236}">
                <a16:creationId xmlns:a16="http://schemas.microsoft.com/office/drawing/2014/main" id="{F1823011-B193-4414-BCDC-D2DEC703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4" name="Vértice 7">
            <a:extLst xmlns:a="http://schemas.openxmlformats.org/drawingml/2006/main">
              <a:ext uri="{FF2B5EF4-FFF2-40B4-BE49-F238E27FC236}">
                <a16:creationId xmlns:a16="http://schemas.microsoft.com/office/drawing/2014/main" id="{60098F6C-9FB9-4A8C-81D0-5FA8181C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5" name="Vértice 8">
            <a:extLst xmlns:a="http://schemas.openxmlformats.org/drawingml/2006/main">
              <a:ext uri="{FF2B5EF4-FFF2-40B4-BE49-F238E27FC236}">
                <a16:creationId xmlns:a16="http://schemas.microsoft.com/office/drawing/2014/main" id="{1A3B087C-B4C1-4708-B92B-872978C4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A039703-E702-4DE9-87FD-F13A0C84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7" name="Vértice 9">
            <a:extLst xmlns:a="http://schemas.openxmlformats.org/drawingml/2006/main">
              <a:ext uri="{FF2B5EF4-FFF2-40B4-BE49-F238E27FC236}">
                <a16:creationId xmlns:a16="http://schemas.microsoft.com/office/drawing/2014/main" id="{588524C4-412C-4FE2-A82B-8EAAC3BE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F890F8F-0788-4490-B070-09F3FA8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10">
            <a:extLst xmlns:a="http://schemas.openxmlformats.org/drawingml/2006/main">
              <a:ext uri="{FF2B5EF4-FFF2-40B4-BE49-F238E27FC236}">
                <a16:creationId xmlns:a16="http://schemas.microsoft.com/office/drawing/2014/main" id="{23BD32DA-D1AB-4F31-BF72-67D934D8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0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11E4934-8436-40A3-9154-E7B1E1C9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1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C3BC8A5-AA8B-45BB-91CC-4D833D9E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2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F39E7B8-82BE-4A38-A4B0-057ADE58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3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A93D5AD-7C05-4415-9F04-B5651382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4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D6F3EF1-9041-4022-82EA-5AE0D0B4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5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D9C6859-12DC-4825-887B-C0558A4E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64DF0728-8253-4CA6-9B25-9469941E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7B8AE2B9-6BA5-4FEE-96CF-76EB36F9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CD303236-7785-4DD5-9815-0B101753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C30AF28-0D84-4DD7-9B87-06AC1508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9–10, de peso 328, porque conecta componentes diferentes.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7EC0377-EF55-4DB7-85B5-9446A70E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11 de 15 arestas. Arestas que fecham ciclos são descartadas.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E8950B70-A9A4-4616-9B5C-8B4D130F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3F97F1D-3C99-4FC1-8F8B-8FB3A3E5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1872</a:t>
            </a:r>
          </a:p>
        </p:txBody>
      </p:sp>
    </p:spTree>
    <p:extLst>
      <p:ext uri="{BB962C8B-B14F-4D97-AF65-F5344CB8AC3E}">
        <p14:creationId xmlns:p14="http://schemas.microsoft.com/office/powerpoint/2010/main" val="162710551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12: aresta 5–15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1C66259-AFAE-4E8A-9BBD-C1B95DC2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BB7F6C3-3B95-48BF-A4F6-2B68A88A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1453767-030E-4068-B0A4-3C666E00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62A7D8C-F8C3-414E-88BD-758F683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4149C0B-E08C-4DF1-AFBC-637D0071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571C88B-EE99-45F4-888E-998DE38F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B9C8F95-BD5E-4FFC-A49A-7CE35D61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2AF51B3-688B-4C0B-B353-79A26155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DF9C467-559D-431A-A34C-2499B7E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C978ADC-8FC0-425C-BD3F-1947AE3E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88315D0-1BA4-499F-AD33-AA9C1C78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1469349-419D-4696-B5D8-BA7FA1A4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DF83A393-971D-4A64-BEE2-A6A203D3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F4A33803-A51C-4E93-A1A3-C4D40B09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E273532-D4E9-4B78-9F0C-1BE6BFEA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Vértice 1">
            <a:extLst xmlns:a="http://schemas.openxmlformats.org/drawingml/2006/main">
              <a:ext uri="{FF2B5EF4-FFF2-40B4-BE49-F238E27FC236}">
                <a16:creationId xmlns:a16="http://schemas.microsoft.com/office/drawing/2014/main" id="{3CD27EA9-ED42-41BD-BC3D-2557E0FB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0" name="Vértice 2">
            <a:extLst xmlns:a="http://schemas.openxmlformats.org/drawingml/2006/main">
              <a:ext uri="{FF2B5EF4-FFF2-40B4-BE49-F238E27FC236}">
                <a16:creationId xmlns:a16="http://schemas.microsoft.com/office/drawing/2014/main" id="{7EFB651F-3C3C-44FB-B26B-0D8071EA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1" name="Vértice 3">
            <a:extLst xmlns:a="http://schemas.openxmlformats.org/drawingml/2006/main">
              <a:ext uri="{FF2B5EF4-FFF2-40B4-BE49-F238E27FC236}">
                <a16:creationId xmlns:a16="http://schemas.microsoft.com/office/drawing/2014/main" id="{5BF86CB2-B2E2-45D7-8A7F-BCC979A6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2" name="Vértice 4">
            <a:extLst xmlns:a="http://schemas.openxmlformats.org/drawingml/2006/main">
              <a:ext uri="{FF2B5EF4-FFF2-40B4-BE49-F238E27FC236}">
                <a16:creationId xmlns:a16="http://schemas.microsoft.com/office/drawing/2014/main" id="{7B26FFD3-3C09-45F0-B6E6-AF4E1A37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CFE105FA-B7EC-498F-ACD0-CCFCC6A4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4" name="Vértice 5">
            <a:extLst xmlns:a="http://schemas.openxmlformats.org/drawingml/2006/main">
              <a:ext uri="{FF2B5EF4-FFF2-40B4-BE49-F238E27FC236}">
                <a16:creationId xmlns:a16="http://schemas.microsoft.com/office/drawing/2014/main" id="{B9A9F07B-3B6C-4520-AD44-EC49A91C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5" name="Vértice 6">
            <a:extLst xmlns:a="http://schemas.openxmlformats.org/drawingml/2006/main">
              <a:ext uri="{FF2B5EF4-FFF2-40B4-BE49-F238E27FC236}">
                <a16:creationId xmlns:a16="http://schemas.microsoft.com/office/drawing/2014/main" id="{F5DC333B-77E1-4CE0-A4BA-03CEC3E8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6" name="Vértice 7">
            <a:extLst xmlns:a="http://schemas.openxmlformats.org/drawingml/2006/main">
              <a:ext uri="{FF2B5EF4-FFF2-40B4-BE49-F238E27FC236}">
                <a16:creationId xmlns:a16="http://schemas.microsoft.com/office/drawing/2014/main" id="{3FA0D7C7-F67D-4052-AC56-090EF405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7" name="Vértice 8">
            <a:extLst xmlns:a="http://schemas.openxmlformats.org/drawingml/2006/main">
              <a:ext uri="{FF2B5EF4-FFF2-40B4-BE49-F238E27FC236}">
                <a16:creationId xmlns:a16="http://schemas.microsoft.com/office/drawing/2014/main" id="{94B61C72-27B2-4338-ADD7-B62AA88F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8" name="Vértice 9">
            <a:extLst xmlns:a="http://schemas.openxmlformats.org/drawingml/2006/main">
              <a:ext uri="{FF2B5EF4-FFF2-40B4-BE49-F238E27FC236}">
                <a16:creationId xmlns:a16="http://schemas.microsoft.com/office/drawing/2014/main" id="{BAC66013-6921-44D5-92D9-AA157F72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9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93E7DA0-39FE-438F-9A83-0F63237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0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3842925-AD57-4126-908F-EC82AA6C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1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80BC94A-F1DC-4424-93FD-D86BAC19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2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A5D3190-91F4-4043-86C7-032336DC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3" name="Vértice 14">
            <a:extLst xmlns:a="http://schemas.openxmlformats.org/drawingml/2006/main">
              <a:ext uri="{FF2B5EF4-FFF2-40B4-BE49-F238E27FC236}">
                <a16:creationId xmlns:a16="http://schemas.microsoft.com/office/drawing/2014/main" id="{FB0670DB-7228-41F8-ADD8-215BFD7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2E7EBE33-51A2-4BF9-9547-0690DF74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45ED4B1-CCA7-4190-B509-D67A648A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9C95056-BC27-4B49-9C7F-3F8784C3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91068125-A7EC-450F-9492-73F308B0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079E8F6E-A13B-47F7-B102-CE1C5515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2951D40-08ED-4976-BD98-E795320C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22A42B56-A1BF-4C85-97A1-F69C5B4A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5–15, de peso 401, porque conecta componentes diferentes.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2165DDE-B77B-4929-8F85-57424179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12 de 15 arestas. Arestas que fecham ciclos são descartadas.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3106755-07D5-4F23-9140-88059D93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31F9F11-FEC3-4EAC-9623-B221CBE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2273</a:t>
            </a:r>
          </a:p>
        </p:txBody>
      </p:sp>
    </p:spTree>
    <p:extLst>
      <p:ext uri="{BB962C8B-B14F-4D97-AF65-F5344CB8AC3E}">
        <p14:creationId xmlns:p14="http://schemas.microsoft.com/office/powerpoint/2010/main" val="25581041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13: aresta 13–16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44554A6-7C69-40CA-AC71-D9B4EC1C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381CB58-5B06-4334-9876-9812BB06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DEDA364-9AF7-4A41-A36A-69FFAB08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E4EF160-6BB9-49E5-B697-60558099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8324F5F-3E3F-44AE-B00C-5F31C353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B31989A-8FF4-467A-8002-D5AECB55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373DAFF-1E2A-495A-92E8-E51CC1D8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00FAB09-A759-4D21-9CA5-E6C2CDD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D5FFBA0-17BC-46BE-9BAC-FC098992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0A1BBAA-B320-4F18-B36E-1A62CA2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E0830FE-FC63-4F7D-A2DC-6688DE9F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A31D092-B1C4-4F4D-B561-0F6307D7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A157BC7-AAD4-4DDA-A748-2BCCB62D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F68DFA2-6DBE-4D4D-BB28-A660D1CB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3771758-2406-4A90-AB82-023D40B8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4DE9EC2-1850-4A06-A6C3-853E1E4A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Vértice 1">
            <a:extLst xmlns:a="http://schemas.openxmlformats.org/drawingml/2006/main">
              <a:ext uri="{FF2B5EF4-FFF2-40B4-BE49-F238E27FC236}">
                <a16:creationId xmlns:a16="http://schemas.microsoft.com/office/drawing/2014/main" id="{F16DF2FE-FC7E-4354-9C10-F9345AF2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1" name="Vértice 2">
            <a:extLst xmlns:a="http://schemas.openxmlformats.org/drawingml/2006/main">
              <a:ext uri="{FF2B5EF4-FFF2-40B4-BE49-F238E27FC236}">
                <a16:creationId xmlns:a16="http://schemas.microsoft.com/office/drawing/2014/main" id="{97BA18A8-6A2A-4552-8E9B-21E8A2B9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2" name="Vértice 3">
            <a:extLst xmlns:a="http://schemas.openxmlformats.org/drawingml/2006/main">
              <a:ext uri="{FF2B5EF4-FFF2-40B4-BE49-F238E27FC236}">
                <a16:creationId xmlns:a16="http://schemas.microsoft.com/office/drawing/2014/main" id="{BBD6CE45-A0B6-45E7-802A-F9811147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3" name="Vértice 4">
            <a:extLst xmlns:a="http://schemas.openxmlformats.org/drawingml/2006/main">
              <a:ext uri="{FF2B5EF4-FFF2-40B4-BE49-F238E27FC236}">
                <a16:creationId xmlns:a16="http://schemas.microsoft.com/office/drawing/2014/main" id="{ED7D0D3B-A0D9-487F-B436-04526E49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4" name="Vértice 5">
            <a:extLst xmlns:a="http://schemas.openxmlformats.org/drawingml/2006/main">
              <a:ext uri="{FF2B5EF4-FFF2-40B4-BE49-F238E27FC236}">
                <a16:creationId xmlns:a16="http://schemas.microsoft.com/office/drawing/2014/main" id="{39C7612B-DE46-4295-A68D-ED38ED96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5" name="Vértice 6">
            <a:extLst xmlns:a="http://schemas.openxmlformats.org/drawingml/2006/main">
              <a:ext uri="{FF2B5EF4-FFF2-40B4-BE49-F238E27FC236}">
                <a16:creationId xmlns:a16="http://schemas.microsoft.com/office/drawing/2014/main" id="{891386D6-2294-4149-9447-C3F7E6C4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6" name="Vértice 7">
            <a:extLst xmlns:a="http://schemas.openxmlformats.org/drawingml/2006/main">
              <a:ext uri="{FF2B5EF4-FFF2-40B4-BE49-F238E27FC236}">
                <a16:creationId xmlns:a16="http://schemas.microsoft.com/office/drawing/2014/main" id="{2D8013F1-65E0-43C7-94C2-2E274DAF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7" name="Vértice 8">
            <a:extLst xmlns:a="http://schemas.openxmlformats.org/drawingml/2006/main">
              <a:ext uri="{FF2B5EF4-FFF2-40B4-BE49-F238E27FC236}">
                <a16:creationId xmlns:a16="http://schemas.microsoft.com/office/drawing/2014/main" id="{7F00F9D9-A80D-47A7-AD98-FA0BD7FC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8" name="Vértice 9">
            <a:extLst xmlns:a="http://schemas.openxmlformats.org/drawingml/2006/main">
              <a:ext uri="{FF2B5EF4-FFF2-40B4-BE49-F238E27FC236}">
                <a16:creationId xmlns:a16="http://schemas.microsoft.com/office/drawing/2014/main" id="{D4CDCF91-2A08-4DEA-B1B2-6BB59DD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9" name="Vértice 10">
            <a:extLst xmlns:a="http://schemas.openxmlformats.org/drawingml/2006/main">
              <a:ext uri="{FF2B5EF4-FFF2-40B4-BE49-F238E27FC236}">
                <a16:creationId xmlns:a16="http://schemas.microsoft.com/office/drawing/2014/main" id="{F0BE9FEF-C97A-4D50-B804-ECBCAAE4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0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8258D91-42A1-42F6-A45F-9089DD0F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1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ED3D315-FC31-4B96-B05E-DACD105B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C2146B5-D152-4C15-9C7B-44A8D2B8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ABB844F0-02DC-4086-AAD8-1EDD8B7C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107CA52-9F5C-4680-BBC4-BA750B7B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C46DE84-CC3D-4EDB-A628-DC56CA48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73736E14-33D1-4992-BBBD-81140CD3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6F26768-13EF-4C70-A853-4D74B9C3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0FC44AAE-ABC8-46FC-ACA6-FC8A5898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048FA446-2F28-49A3-91DA-3DB80FD5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F4AAE7F2-9A49-472B-AA05-64E2DD81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3A36F7D5-706C-43A4-9352-3A35AF1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13–16, de peso 406, porque conecta componentes diferentes.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1289AAE-A347-453E-8208-45D45F2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13 de 15 arestas. Arestas que fecham ciclos são descartadas.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872D576-C3DF-4690-9CEC-92F66B19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D8083E5-17FD-4932-88E7-AACDB218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2679</a:t>
            </a:r>
          </a:p>
        </p:txBody>
      </p:sp>
    </p:spTree>
    <p:extLst>
      <p:ext uri="{BB962C8B-B14F-4D97-AF65-F5344CB8AC3E}">
        <p14:creationId xmlns:p14="http://schemas.microsoft.com/office/powerpoint/2010/main" val="12260567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14: aresta 2–4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F44B7F1-945B-4B79-8C5E-9A657DCB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77333E5-9137-4DF8-960A-C616D584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1772573-AA32-4AB3-B287-4F9E00DC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750E66C-8D1C-44CB-971F-7F818C45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29D8147-4E8D-4982-BADE-2294E540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1977B63-3357-4A9B-88D1-671333A1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B497848-59BE-4E1B-AA64-B55DCC3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DEE26B5-55FB-4720-AAF5-4B006F4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1FBD881-C6AE-47CB-BC59-6510D9D5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7A8402D-577D-4E63-A092-A7EA495B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A0D0112-5886-46BB-A7FD-5AF8625A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CA69B35-4FA5-43CF-A580-2A6D0246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081B0CE-5DB4-492E-8E63-E225D178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0418807-8CCC-4455-A21C-74751263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49B39CD-E3D0-4A38-B842-3B1AF920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73E9934-F7D5-4B1C-9166-3B18933C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03A135F-8B10-4FA9-A733-52AE618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8FA4DC34-6D2C-4EB9-9476-225CDB3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D8849D6-D588-44A2-A242-FC5B32CF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C32E30DB-B767-49F6-8A16-F84C55C3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F269426B-A66E-45B6-A06B-4974D481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25B03F1-A462-4542-93A2-AB0021FF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3DBED68D-4D80-4A5A-B340-FB182AF8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C8F91C78-083B-4DA6-B674-08F424EC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9C9F0B0D-3C50-4B36-AB39-DAAA7369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8AF54D4B-24C3-4C68-A115-ACD3BFE5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FBDCF0F5-C90E-4850-86DF-B28B0EA6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CFA62185-E8BE-4FD5-B267-EB53F081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B8C5699-0075-4A6E-ADC9-A92AA37F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5DDE392-3AB6-410B-86DD-7BFB01FE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100DF15-CE88-47F2-B4D7-FC9D44DC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3FAADCD-C63E-4AB4-B890-62BB993A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E8C8754-B336-4B6B-9119-82B7F1E0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B869623-1F54-4A22-B856-ACE06B6D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D9BCAB6-5666-4F37-B1B4-D2FC3A12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65161E0-EA66-430A-B390-456857A2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9345218-D37C-40CC-A8A8-7F761844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460B8D2A-A2A0-45BA-891B-1EBE25E6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17B4E1C-8A38-411A-8E85-A08F0B42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2–4, de peso 474, porque conecta componentes diferentes.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14B6F871-54CC-459C-BD7A-6836F533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14 de 15 arestas. Arestas que fecham ciclos são descartadas.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277611C-6C6B-449A-A59F-8CE172D4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1321995-544F-4EDB-9E34-F0B27CD9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3153</a:t>
            </a:r>
          </a:p>
        </p:txBody>
      </p:sp>
    </p:spTree>
    <p:extLst>
      <p:ext uri="{BB962C8B-B14F-4D97-AF65-F5344CB8AC3E}">
        <p14:creationId xmlns:p14="http://schemas.microsoft.com/office/powerpoint/2010/main" val="43803301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15: aresta 9–11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E680670-872B-4672-B34B-F260FBAE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250F69E-7C56-4029-945B-CDF3418A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2A96D01-D99B-41B5-B2BE-9A73BFC0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3E8721E-E121-46D5-A51B-F1DBEE46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BE06F28-D79A-4F34-B818-DAC1D69A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FF73A29-7EAD-462F-9434-65623C4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4F7420B-EF82-40A8-BE9D-02EAB74C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AC96E06-00CC-45CE-94D2-ED414BB8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ACE35DF-451F-40AA-9E00-DAB500A0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5C33F0B-807F-4FD6-B83B-7BA45A97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2BBB790-F27D-4CB4-A074-56F7F24D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386A482-A569-4222-9728-85A19642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0BD1E58-CCEC-498F-A02E-30A747EA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18EDCE1-B91A-40F5-BA2A-B667574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65299EB-1299-4E59-B83A-6E7858DC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CF4EBF8-5F59-454B-B715-412D6885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C586B757-F4DA-442B-85C6-B8A58231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D7ECA62-B73D-4387-A226-5AACC6F6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C4A9D9D2-B5D9-4D59-A8F7-938F0BC8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C240F869-C978-4EFF-AA66-0D8261FA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000179DE-9B82-4B4B-A5B9-CE537D70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1A2B20A5-D62D-4E99-8AD6-B93F1612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FBA3AA56-D21E-4CEE-BE5B-293E17CD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E2F19479-7FED-421F-B8BA-ABB82401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E7A6C7C3-E4D5-4532-B3DF-1F2C3880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B44B8AE9-B6F1-4A2A-98AB-6494D234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48075CD9-AA94-4994-8516-6D468279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5FFBCAEA-163E-444B-B6DF-3EA2DE0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5C413CF-2B02-48B7-BE3A-BA25B40A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C42F570C-B8CD-4B61-B601-BB48C512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3B8E81D-E582-4960-89C1-66A714A8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E542F97-8784-4020-9E11-1DEA90B6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0B2591E-67FB-40E9-B301-FEEB447E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90B97DB-E2BD-4D12-B487-66140330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5477B88-4495-49DA-A188-D2D1BBC5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CEF8EE5-53F4-486A-B842-BE6B6AE7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FA45302-4DA2-4E0E-8B29-137A2338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AD9C1C0-206F-4EA8-AD13-F5BF250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10D5EE0-16BC-4F40-88DB-4FAD2AC4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CBD727A-C50E-4C83-94CA-361CFCE1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9–11, de peso 1387, porque conecta componentes diferentes.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EAD1518B-122C-4205-91F7-0604F9ED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15 de 15 arestas. Arestas que fecham ciclos são descartadas.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A8FCB9B-BE29-4CFC-87CC-125B669F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Com 15 arestas, Kruskal encerra a construção.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0ECA84F-B5A3-4693-9D6C-410BD59B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4540</a:t>
            </a:r>
          </a:p>
        </p:txBody>
      </p:sp>
    </p:spTree>
    <p:extLst>
      <p:ext uri="{BB962C8B-B14F-4D97-AF65-F5344CB8AC3E}">
        <p14:creationId xmlns:p14="http://schemas.microsoft.com/office/powerpoint/2010/main" val="145356790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01: visita ao vértice 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2CAC8CF-27C0-400C-A192-39A26154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C592DB7-7329-4CF4-A013-2743B6FE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685AB2B-DCA9-4DF3-B6D4-9D8C2B42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7D556DA-6BA8-4AF8-8742-00D58AD6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799C0AC-EAA8-4B2E-A108-7DAC43C1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C4B9112-3B96-4669-A082-A30DA573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98A1162-6FE7-42C1-BC0A-805E2935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1C00C22-107D-42FB-B3AE-4DC0DE01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D9948C4-D76D-453A-BCA3-C9E4CC6F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14AE443-0A00-43CD-A359-8D919883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84F740D-F692-40AF-A288-4C502397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7B52532-8251-47D0-BB14-362F6790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6CC80C1-65CA-4F86-A4BE-BC4F9513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D0E17D3-F46A-4B9F-97C9-F0C7584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EA1DF5D-A9DB-4BC5-B5F4-F31A988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3977F90-FA69-4212-8C59-8F83E2C5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B485593-909C-432E-AD18-F6758CF7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9B4852E-27CD-4EB5-8086-95D951A0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B4D18D7-AE4E-47CD-ADCA-E3E0968B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4998EAB1-39B0-4B58-BB9C-AE52660D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68166474-08DC-459D-9752-478BB101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62E53729-E9C5-4311-AE5E-500BD8A1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2732CCE7-58D5-4BBC-B806-F8DC41CA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61C0E369-7547-4227-B27B-47E0AD2C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A7D021E6-0A5B-42D0-B5C3-680EB067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D77DAE4D-E50A-4DF9-A2B3-40E6333D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E006887C-A840-4DF0-9DC0-9DC1EA15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423FFB37-7299-4439-BCA7-B71C2B83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C6227F4-AAB2-47E9-8288-5DC15295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182F0A5-E111-475A-8E17-D8317A82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9442A4E-F2FB-4369-9772-284D1EC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8F9E3FC-65F2-47C0-97E1-0A639585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B872D42-4E34-4735-8481-3FAB8A32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9AD36021-7361-4C2B-B56E-F64C7A39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CC2A32B-7BA3-4EC3-BDB5-ABE2AF46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9086672E-7C64-44C8-B070-ECB1BABE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964C1E7-2FDE-4697-91E0-FE8271EC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A9F63DF-913D-45E2-8035-84073517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6FA2084-0AD1-4D68-A820-66D1F000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574B795-019A-41E7-AFF2-37DC6901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2F7363A-5E7C-4D67-A6DC-725CD026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 como visitado e o acrescenta à pré-ordem.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969BD86-6403-4328-B8A0-3057F60A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C58DD99-5BBA-40CB-97DD-9A49CB6B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F18E368-BCFA-4CFF-A5BE-1973A1F3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1/16</a:t>
            </a:r>
          </a:p>
        </p:txBody>
      </p:sp>
    </p:spTree>
    <p:extLst>
      <p:ext uri="{BB962C8B-B14F-4D97-AF65-F5344CB8AC3E}">
        <p14:creationId xmlns:p14="http://schemas.microsoft.com/office/powerpoint/2010/main" val="178677639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02: visita ao vértice 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17AF539-0508-4262-895D-04603920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E72D916-829F-40C1-823C-A81978A4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98A9A5E-2602-4393-8205-C996D70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905A2BE-468B-4581-B6FE-2EADC592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5B0B936-EC96-4A43-B946-B9416C14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327ABCA-B722-48F2-AE82-4E725060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E8C5C28-F986-4E4D-AF08-4D88E761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6277696-C785-4D83-991E-CE0F94EE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BC8C897-EE56-44D1-85ED-25681EA2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EC52B27-BDCE-4263-A1EB-F4BCA2BC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08E116E-42E1-4C00-8A31-485A3836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06EFC75-3DB4-4138-AEB1-E431A56C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D69D41A-8861-4702-9C73-9606ECF7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5C95C05-0D89-4C4E-BC62-36814FA4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CE748AF-DA80-4BEE-8A45-85DFFD79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B66B042-42E0-43B3-A110-03D8173C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D64D688-F623-4FA8-AF2C-82D15228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A730669-E761-4D1F-BE2D-8A2B8985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DC65AB0-840C-4107-BF71-6D9D34A8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2B8ADC0-8954-4012-8636-26A9711A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724C84BD-3C26-4002-BCC3-F651D00F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D82FAFDE-5503-4FA1-9263-27462816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D5244209-A1FA-4B4C-94A9-E7E69DC0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6AA5335E-6D04-4A12-9D2F-2826EC4F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E0CC9120-A928-409E-AD62-B8776CFA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F75FCA81-7E28-4CD4-BE45-D3B55244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4801EE8B-3C8F-41BC-8704-89DAFA0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5EF73B5-99EB-469B-A6B3-96D78CD2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F4BB2F55-1CF7-4509-8630-FD37D3FE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EF34EB54-02E6-4BD9-B5F9-892BD3D4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C4FD667-72BD-41F5-BB8C-54FBBF34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A62B6BB-C14B-4986-A262-1932403C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095A9101-582C-44D9-AFCA-93AAE563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1185FBC-6751-407F-B604-FDFD501A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ABF9AB8-D72B-4904-970E-C1F1093E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94637C8-18D2-430E-A492-7A0B8805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04F6728-2AF5-4AD4-9AC3-C07B0B44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1ABDA23-4324-4935-BDC4-D047D3F1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30CD4B7-E3D4-4875-AFFC-D64DE14D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834C9A1-691E-45A4-B6C0-C7DAF7B5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E126B2BB-38B2-4216-8397-BF8F85C2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416F8A9-9A95-46A0-BD37-55BDAA98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95BFEC6-7A40-4B49-BB6F-4EDF69EC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8 como visitado e o acrescenta à pré-ordem.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E509722-1255-4030-8164-3442CC37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27791D2-3DCB-4EE0-A373-E9380412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E226C188-8E80-4111-9A79-433767CA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2/16</a:t>
            </a:r>
          </a:p>
        </p:txBody>
      </p:sp>
    </p:spTree>
    <p:extLst>
      <p:ext uri="{BB962C8B-B14F-4D97-AF65-F5344CB8AC3E}">
        <p14:creationId xmlns:p14="http://schemas.microsoft.com/office/powerpoint/2010/main" val="79858384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03: visita ao vértice 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871D8D6-7753-456E-97A5-58EB9C53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6F66F77-79CB-4BD0-8351-9018E6A1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9EE44E2-2F4A-4D02-BE2E-098BEFC3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FA59DB5-EBCC-48DA-9AC0-6E808818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352C48C-86FB-4206-A17F-6C6B6A9D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000ACE1-2E67-4161-B9CA-4D72C205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9DBED8B-3259-481D-BAA1-C61DC63E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25E37C8-F28E-4FFA-8EFC-6D41BAEC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9177987-8803-4160-8742-8C0630AA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974D522-6322-482D-B00C-DF477D4A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39BD34A-E57F-4200-AAB0-5274A2BA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EA04B61-F9A7-4B86-BFBF-353EC973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E432D8B9-6758-48E1-93F5-C4AD25D4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21D0453-99EA-4009-914D-67D022E1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24949BE-3DAE-4A9B-8EE4-1D3312CD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71BE6FC-1C7E-4BF5-BE54-DB36B682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A5D0083-B92A-4F1B-86AA-4C3E07D7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01E3753-21E1-47E9-9487-9D8B495C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703A658-C94A-4AE0-9E28-0B9B625A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1D14CB11-34B5-494D-9E10-748531C9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2189542D-C1E2-4A32-BEDC-DFB24609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Vértice 1">
            <a:extLst xmlns:a="http://schemas.openxmlformats.org/drawingml/2006/main">
              <a:ext uri="{FF2B5EF4-FFF2-40B4-BE49-F238E27FC236}">
                <a16:creationId xmlns:a16="http://schemas.microsoft.com/office/drawing/2014/main" id="{4728BB60-94A8-4FF5-8029-441EEDF0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6" name="Vértice 2">
            <a:extLst xmlns:a="http://schemas.openxmlformats.org/drawingml/2006/main">
              <a:ext uri="{FF2B5EF4-FFF2-40B4-BE49-F238E27FC236}">
                <a16:creationId xmlns:a16="http://schemas.microsoft.com/office/drawing/2014/main" id="{4A49FA0E-3516-4AB3-9ED4-50055E07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5597DB60-38CA-4B8F-8BAE-6E8AB123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9D5280B6-4F24-4190-8310-52AC86B6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4">
            <a:extLst xmlns:a="http://schemas.openxmlformats.org/drawingml/2006/main">
              <a:ext uri="{FF2B5EF4-FFF2-40B4-BE49-F238E27FC236}">
                <a16:creationId xmlns:a16="http://schemas.microsoft.com/office/drawing/2014/main" id="{1F4454C0-AF67-4457-8076-C3100883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0" name="Vértice 5">
            <a:extLst xmlns:a="http://schemas.openxmlformats.org/drawingml/2006/main">
              <a:ext uri="{FF2B5EF4-FFF2-40B4-BE49-F238E27FC236}">
                <a16:creationId xmlns:a16="http://schemas.microsoft.com/office/drawing/2014/main" id="{D8312B9C-B0F5-4674-A4B1-69011B6A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1" name="Vértice 6">
            <a:extLst xmlns:a="http://schemas.openxmlformats.org/drawingml/2006/main">
              <a:ext uri="{FF2B5EF4-FFF2-40B4-BE49-F238E27FC236}">
                <a16:creationId xmlns:a16="http://schemas.microsoft.com/office/drawing/2014/main" id="{49D06443-E962-4905-A52E-45F0D752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2" name="Vértice 7">
            <a:extLst xmlns:a="http://schemas.openxmlformats.org/drawingml/2006/main">
              <a:ext uri="{FF2B5EF4-FFF2-40B4-BE49-F238E27FC236}">
                <a16:creationId xmlns:a16="http://schemas.microsoft.com/office/drawing/2014/main" id="{2FD0045F-4A33-40B1-84B3-C559C64B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3" name="Vértice 8">
            <a:extLst xmlns:a="http://schemas.openxmlformats.org/drawingml/2006/main">
              <a:ext uri="{FF2B5EF4-FFF2-40B4-BE49-F238E27FC236}">
                <a16:creationId xmlns:a16="http://schemas.microsoft.com/office/drawing/2014/main" id="{ED40FB9C-4A78-432F-98A4-B71E853D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4" name="Vértice 9">
            <a:extLst xmlns:a="http://schemas.openxmlformats.org/drawingml/2006/main">
              <a:ext uri="{FF2B5EF4-FFF2-40B4-BE49-F238E27FC236}">
                <a16:creationId xmlns:a16="http://schemas.microsoft.com/office/drawing/2014/main" id="{885F03FE-5980-4784-B780-3340DE56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E6CA7E3-473A-4483-9223-C8E6200F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13601E7-5A4A-4A20-B58E-5ECEDB2E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454B9EE-97F4-4AAA-A508-4A2DC884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8" name="Vértice 13">
            <a:extLst xmlns:a="http://schemas.openxmlformats.org/drawingml/2006/main">
              <a:ext uri="{FF2B5EF4-FFF2-40B4-BE49-F238E27FC236}">
                <a16:creationId xmlns:a16="http://schemas.microsoft.com/office/drawing/2014/main" id="{A01BD056-7650-447D-91D5-1FB69E6B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9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69C6E5F-C5A4-4DCE-92B8-0619C522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B81BC73-4EB8-4CB1-9671-3D392BAA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E5C589B6-7C8B-4E17-958A-0402F416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C450DB7-3E5A-45CD-BB89-B48CC029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44A47DEE-39E9-4D59-8ED8-7601BE61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D61A672-8471-47E0-B115-551E169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B0C7E81-0F10-4D13-92C4-77FD1498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4C10CD80-81EB-4C96-8474-FC972AA0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56C63850-A6B7-4EA1-8C53-F768B71D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4 como visitado e o acrescenta à pré-ordem.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233F41B-79C8-4DD6-8807-B0546AB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321B0402-3F5C-45F3-BD1A-2EC56F2F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7AAA984A-7204-47EA-A1A1-3C94B67B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3/16</a:t>
            </a:r>
          </a:p>
        </p:txBody>
      </p:sp>
    </p:spTree>
    <p:extLst>
      <p:ext uri="{BB962C8B-B14F-4D97-AF65-F5344CB8AC3E}">
        <p14:creationId xmlns:p14="http://schemas.microsoft.com/office/powerpoint/2010/main" val="200066595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04: visita ao vértice 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4DBE5AE-8C54-4E6A-8588-547BB3A8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686C829-BE03-4FB9-BB59-2C4709BB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6212183-8C5C-4341-BC54-E7EE1170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B434563-19F6-4A3D-B9F4-2D0EB8B3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EF3663D-5924-43CE-8F2C-ECB9440A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BCFCC5E-5E3C-4ABC-A863-8B04F2C3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89E76CF-FFC1-401D-8371-11B79EBE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4325757-5196-415E-B22A-02C10591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25EEF80-02FC-426A-865B-C40D8A77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AA135E1-D96A-4F25-A844-06641EEE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5FA2C1B-4DCB-40C6-A518-B800A2A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13132A3-D296-4F1B-95CA-A11CDDE1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750F132-484E-451C-9445-F16C39D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6EDF0CB-5BFC-41F9-815E-7F4B3346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56FDF85-A1C2-446D-9F11-09B6FD55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EA65329-70A7-40CE-AD17-BA424D54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4ACDD71-D199-482E-BBB9-6C58BCBC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8917177-F369-4FD6-8855-DB3E99F0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F0EEFE7-1D47-40D8-B8A0-688FF893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6DABF31B-B325-4986-8C51-5FD95701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F5C2AEA1-2A04-4B87-88BF-D052847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DF3C07FA-1A98-459C-9FAC-F507EFFA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Vértice 1">
            <a:extLst xmlns:a="http://schemas.openxmlformats.org/drawingml/2006/main">
              <a:ext uri="{FF2B5EF4-FFF2-40B4-BE49-F238E27FC236}">
                <a16:creationId xmlns:a16="http://schemas.microsoft.com/office/drawing/2014/main" id="{AE1C191D-B284-42AC-9A4D-C0B5C74F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EC25FA3C-C50F-43BF-B98E-88F2ED54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8" name="Vértice 2">
            <a:extLst xmlns:a="http://schemas.openxmlformats.org/drawingml/2006/main">
              <a:ext uri="{FF2B5EF4-FFF2-40B4-BE49-F238E27FC236}">
                <a16:creationId xmlns:a16="http://schemas.microsoft.com/office/drawing/2014/main" id="{904B4668-D41D-478D-A8CE-FACF70D5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9" name="Vértice 3">
            <a:extLst xmlns:a="http://schemas.openxmlformats.org/drawingml/2006/main">
              <a:ext uri="{FF2B5EF4-FFF2-40B4-BE49-F238E27FC236}">
                <a16:creationId xmlns:a16="http://schemas.microsoft.com/office/drawing/2014/main" id="{828D9BFE-487F-41A1-95F1-D96F68DA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0" name="Vértice 4">
            <a:extLst xmlns:a="http://schemas.openxmlformats.org/drawingml/2006/main">
              <a:ext uri="{FF2B5EF4-FFF2-40B4-BE49-F238E27FC236}">
                <a16:creationId xmlns:a16="http://schemas.microsoft.com/office/drawing/2014/main" id="{C32AC414-9710-452F-BB01-E0195115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1" name="Vértice 5">
            <a:extLst xmlns:a="http://schemas.openxmlformats.org/drawingml/2006/main">
              <a:ext uri="{FF2B5EF4-FFF2-40B4-BE49-F238E27FC236}">
                <a16:creationId xmlns:a16="http://schemas.microsoft.com/office/drawing/2014/main" id="{05418F04-6122-477A-A864-BA8A9CAC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2" name="Vértice 6">
            <a:extLst xmlns:a="http://schemas.openxmlformats.org/drawingml/2006/main">
              <a:ext uri="{FF2B5EF4-FFF2-40B4-BE49-F238E27FC236}">
                <a16:creationId xmlns:a16="http://schemas.microsoft.com/office/drawing/2014/main" id="{C2430C4B-D2CA-4D48-A1E8-6DAB6EFB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3" name="Vértice 7">
            <a:extLst xmlns:a="http://schemas.openxmlformats.org/drawingml/2006/main">
              <a:ext uri="{FF2B5EF4-FFF2-40B4-BE49-F238E27FC236}">
                <a16:creationId xmlns:a16="http://schemas.microsoft.com/office/drawing/2014/main" id="{8144FA54-5BB7-4771-A83D-74088D39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4" name="Vértice 8">
            <a:extLst xmlns:a="http://schemas.openxmlformats.org/drawingml/2006/main">
              <a:ext uri="{FF2B5EF4-FFF2-40B4-BE49-F238E27FC236}">
                <a16:creationId xmlns:a16="http://schemas.microsoft.com/office/drawing/2014/main" id="{564C00AA-71AE-4FE8-9D86-0EB375EA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5" name="Vértice 9">
            <a:extLst xmlns:a="http://schemas.openxmlformats.org/drawingml/2006/main">
              <a:ext uri="{FF2B5EF4-FFF2-40B4-BE49-F238E27FC236}">
                <a16:creationId xmlns:a16="http://schemas.microsoft.com/office/drawing/2014/main" id="{19072003-51CD-4675-8522-30A5427A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AC80B8C-C2DE-43FE-B182-1647B9FE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ECF34F3-D1C7-4D1E-9237-2E7D4825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8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E415408-ABB6-4D1A-BC03-C608AC7A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BF72818-63EB-444F-997C-1B6E5E69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DE9C3CE-4738-4F3D-B7CA-548E3B45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C9A38D1-5502-4195-86B2-A32A2650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C33E59B-6DB9-4FD1-A9E2-3154E064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177098F-2DA6-47AC-A49D-A21A25C7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2FD0DC4-D0AB-4EA2-999C-A76E48F0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4603DE8-8949-4163-A87A-45FF555E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9E6AAFFF-D878-4552-8520-F131CCF6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99B6A956-C029-4E45-AEA2-310E53AB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25BCD912-68DD-49AF-A182-44B2193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2 como visitado e o acrescenta à pré-ordem.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EAD87A30-4A00-43E4-B4CA-B6B5AE5D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25E65411-F8E9-42DE-9524-0B504481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A49A8068-089A-436F-A0F5-BB2D6399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4/16</a:t>
            </a:r>
          </a:p>
        </p:txBody>
      </p:sp>
    </p:spTree>
    <p:extLst>
      <p:ext uri="{BB962C8B-B14F-4D97-AF65-F5344CB8AC3E}">
        <p14:creationId xmlns:p14="http://schemas.microsoft.com/office/powerpoint/2010/main" val="6041797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05: visita ao vértice 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B18BA8-60F4-C50D-CD9B-1BB87D3E8506}" type="slidenum">
              <a:t>22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7C4EB38-FC66-4C6D-8900-DE1F7305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D688E2F-9A4E-4E09-9E5D-5A65AD16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98A7ACF-E37D-4078-BE58-9FB61E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571ACAD-310F-4689-B187-85E35B71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91CD38D-0E62-4392-AD0F-6F02FD5B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74320B7-8ABA-4631-B432-10511E1A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9672D53-6CFF-4CEA-918D-200F33C7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9A3DC15-7051-468D-B343-502722ED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2F8D380-1D75-4662-AAF4-3E2599F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B9537D2-A88C-450B-8598-67728F15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06BEAB0-5969-4E09-8F80-6FA3B8B8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92C940B-8237-49F3-B626-15E9D2FB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F78567D-3FA7-4934-B816-13176DDE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AF5CE17-F12C-4C67-A949-E98E6713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FA543EF-D75E-4B15-AEF3-A06EE2AD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E2E4548-40F7-43B7-AF52-C354078D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BAFFB89-B6B5-41DF-90F2-2895B3A4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A389DAD-2E3B-44C9-B40A-B9688A32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5757D73-B102-469C-A890-37476F47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7C60A00-9838-44A3-B162-78516B87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7763508-8F20-4440-B347-74CC402C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7A9AE5F4-F76D-4637-B75B-76F846A1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AF5E985A-5479-4E5E-BAC6-749E2862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Vértice 1">
            <a:extLst xmlns:a="http://schemas.openxmlformats.org/drawingml/2006/main">
              <a:ext uri="{FF2B5EF4-FFF2-40B4-BE49-F238E27FC236}">
                <a16:creationId xmlns:a16="http://schemas.microsoft.com/office/drawing/2014/main" id="{0CDF096C-2044-45A4-8813-D31E2897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8" name="Vértice 2">
            <a:extLst xmlns:a="http://schemas.openxmlformats.org/drawingml/2006/main">
              <a:ext uri="{FF2B5EF4-FFF2-40B4-BE49-F238E27FC236}">
                <a16:creationId xmlns:a16="http://schemas.microsoft.com/office/drawing/2014/main" id="{F2EE9143-FE6A-4A20-826B-4D935965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CFB446D5-D3CB-43D2-9555-BC07E796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0" name="Vértice 3">
            <a:extLst xmlns:a="http://schemas.openxmlformats.org/drawingml/2006/main">
              <a:ext uri="{FF2B5EF4-FFF2-40B4-BE49-F238E27FC236}">
                <a16:creationId xmlns:a16="http://schemas.microsoft.com/office/drawing/2014/main" id="{72052884-3B95-4D79-8947-E550818C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1" name="Vértice 4">
            <a:extLst xmlns:a="http://schemas.openxmlformats.org/drawingml/2006/main">
              <a:ext uri="{FF2B5EF4-FFF2-40B4-BE49-F238E27FC236}">
                <a16:creationId xmlns:a16="http://schemas.microsoft.com/office/drawing/2014/main" id="{6FED6E25-4A85-4C76-A939-2311C398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2" name="Vértice 5">
            <a:extLst xmlns:a="http://schemas.openxmlformats.org/drawingml/2006/main">
              <a:ext uri="{FF2B5EF4-FFF2-40B4-BE49-F238E27FC236}">
                <a16:creationId xmlns:a16="http://schemas.microsoft.com/office/drawing/2014/main" id="{570E4EF5-C353-48DB-B4F1-7B3E68E9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3" name="Vértice 6">
            <a:extLst xmlns:a="http://schemas.openxmlformats.org/drawingml/2006/main">
              <a:ext uri="{FF2B5EF4-FFF2-40B4-BE49-F238E27FC236}">
                <a16:creationId xmlns:a16="http://schemas.microsoft.com/office/drawing/2014/main" id="{AC513DEB-AC64-4CF2-8093-A6F9D7D4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4" name="Vértice 7">
            <a:extLst xmlns:a="http://schemas.openxmlformats.org/drawingml/2006/main">
              <a:ext uri="{FF2B5EF4-FFF2-40B4-BE49-F238E27FC236}">
                <a16:creationId xmlns:a16="http://schemas.microsoft.com/office/drawing/2014/main" id="{90986EA8-1573-4503-955C-02E63345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5" name="Vértice 8">
            <a:extLst xmlns:a="http://schemas.openxmlformats.org/drawingml/2006/main">
              <a:ext uri="{FF2B5EF4-FFF2-40B4-BE49-F238E27FC236}">
                <a16:creationId xmlns:a16="http://schemas.microsoft.com/office/drawing/2014/main" id="{A0BCE52E-4A90-4196-9196-90905762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6" name="Vértice 9">
            <a:extLst xmlns:a="http://schemas.openxmlformats.org/drawingml/2006/main">
              <a:ext uri="{FF2B5EF4-FFF2-40B4-BE49-F238E27FC236}">
                <a16:creationId xmlns:a16="http://schemas.microsoft.com/office/drawing/2014/main" id="{2024C12F-C079-4198-9100-C99814A4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C1BBEA0-4C5D-4BCA-AF42-CA8E4F2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0BF4142-49F3-448F-A2FD-06A12BFD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9D42348-99ED-4539-8E4B-3C0779CC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0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E41A7A3-4D32-4C7B-B621-CCD550EC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53817B5-E452-4004-9746-6DBD4099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C3BE858-6A07-459C-9D96-08D85588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3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A58655E-484F-4255-97FD-9A30B2A7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F86B97E-B7B9-484E-A454-72926D87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FE33C0F-CB71-49E0-8B28-30A429FE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F9A6967E-024C-4A7A-9EA5-F381D53C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FA7035CC-D02A-4FF9-9A3A-CA6BC1C0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94DBF006-4696-4EF3-A93A-88A99527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59B0A23C-243B-49F0-B255-EC709AD7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3 como visitado e o acrescenta à pré-ordem.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7FBA05D8-2F6B-464F-8357-ABA42A54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D8A5EA2D-503C-4A9F-855B-D3EA52B0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50119ADC-3118-432D-8B30-A3670569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5/16</a:t>
            </a:r>
          </a:p>
        </p:txBody>
      </p:sp>
    </p:spTree>
    <p:extLst>
      <p:ext uri="{BB962C8B-B14F-4D97-AF65-F5344CB8AC3E}">
        <p14:creationId xmlns:p14="http://schemas.microsoft.com/office/powerpoint/2010/main" val="178582278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06: visita ao vértice 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FAD7D49A-09E0-4B73-A2F8-A7274E65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28B5E8A-4BDE-499E-86C7-B19D8035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BD17A41-D1A6-4BA4-ABDD-C170C777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E6BF4FB-2637-4227-8672-94E2C27D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88EF43D-9337-41B5-8439-8695CFED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F3BA8E9-E596-4D3F-9BED-CD6AC745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C7FCC98-00C5-469B-A02A-796FA5FA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1B5E88B-F12C-440C-A79B-4F937055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9ED989F-8653-4505-814A-3D1BC562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47A353B-5074-4D28-BE58-70DAD02F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D71D28E-4538-4F92-AD9C-7D2B11FD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08C5D23-4327-4E8E-AC79-B8B6D72A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8639B10-6763-47D8-9AFD-50333F1D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790ED04-33A5-48E2-9599-034C2B37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65BF968-EDCF-4CA1-A577-23B423F9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0EF50D6-8735-416B-88A1-5924752B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65BE37F-C2A0-4B2E-A94C-B909EAA4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2C2F1CC-421D-4EDE-965F-920A0D62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12F75E7-3E50-41F9-A981-70A6D53C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6569A6D0-5A42-4FB9-A842-A6F4E5F4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6DF168B2-1840-4F59-BF64-DA639B21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2D616A8-DDB2-4843-BA73-753747AC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DD2A1E6-D567-4579-BB3B-1E7052E6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464C47E-F066-44DC-87DF-6108624E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Vértice 1">
            <a:extLst xmlns:a="http://schemas.openxmlformats.org/drawingml/2006/main">
              <a:ext uri="{FF2B5EF4-FFF2-40B4-BE49-F238E27FC236}">
                <a16:creationId xmlns:a16="http://schemas.microsoft.com/office/drawing/2014/main" id="{66A07514-C945-47EB-A066-EF180B54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9" name="Vértice 2">
            <a:extLst xmlns:a="http://schemas.openxmlformats.org/drawingml/2006/main">
              <a:ext uri="{FF2B5EF4-FFF2-40B4-BE49-F238E27FC236}">
                <a16:creationId xmlns:a16="http://schemas.microsoft.com/office/drawing/2014/main" id="{64AB1E21-4F62-4261-8623-1D77C01F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0" name="Vértice 3">
            <a:extLst xmlns:a="http://schemas.openxmlformats.org/drawingml/2006/main">
              <a:ext uri="{FF2B5EF4-FFF2-40B4-BE49-F238E27FC236}">
                <a16:creationId xmlns:a16="http://schemas.microsoft.com/office/drawing/2014/main" id="{A958643D-D356-4FF4-B945-D90DB5F4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1" name="Vértice 4">
            <a:extLst xmlns:a="http://schemas.openxmlformats.org/drawingml/2006/main">
              <a:ext uri="{FF2B5EF4-FFF2-40B4-BE49-F238E27FC236}">
                <a16:creationId xmlns:a16="http://schemas.microsoft.com/office/drawing/2014/main" id="{D8D77FCB-DAFF-4D43-8735-A9728760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2" name="Vértice 5">
            <a:extLst xmlns:a="http://schemas.openxmlformats.org/drawingml/2006/main">
              <a:ext uri="{FF2B5EF4-FFF2-40B4-BE49-F238E27FC236}">
                <a16:creationId xmlns:a16="http://schemas.microsoft.com/office/drawing/2014/main" id="{6FE229A4-0625-49EC-9B7B-2623B657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3" name="Vértice 6">
            <a:extLst xmlns:a="http://schemas.openxmlformats.org/drawingml/2006/main">
              <a:ext uri="{FF2B5EF4-FFF2-40B4-BE49-F238E27FC236}">
                <a16:creationId xmlns:a16="http://schemas.microsoft.com/office/drawing/2014/main" id="{45D61A6D-8B0F-4DE6-9BFC-5F093B4E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4" name="Vértice 7">
            <a:extLst xmlns:a="http://schemas.openxmlformats.org/drawingml/2006/main">
              <a:ext uri="{FF2B5EF4-FFF2-40B4-BE49-F238E27FC236}">
                <a16:creationId xmlns:a16="http://schemas.microsoft.com/office/drawing/2014/main" id="{512022A3-7F90-456D-AA00-680166F9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5" name="Vértice 8">
            <a:extLst xmlns:a="http://schemas.openxmlformats.org/drawingml/2006/main">
              <a:ext uri="{FF2B5EF4-FFF2-40B4-BE49-F238E27FC236}">
                <a16:creationId xmlns:a16="http://schemas.microsoft.com/office/drawing/2014/main" id="{8DA1FCFC-B0D7-4CFB-AF9A-2ABD99D7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6" name="Vértice 9">
            <a:extLst xmlns:a="http://schemas.openxmlformats.org/drawingml/2006/main">
              <a:ext uri="{FF2B5EF4-FFF2-40B4-BE49-F238E27FC236}">
                <a16:creationId xmlns:a16="http://schemas.microsoft.com/office/drawing/2014/main" id="{D8BF8BB8-C457-4C48-86D9-DA671374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A2FB91F-46AC-4F11-9689-AFD76486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B05E56E-6C86-4388-B911-ED7EA0F1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0AFB020F-D042-432C-8E68-E693D32E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0" name="Vértice 13">
            <a:extLst xmlns:a="http://schemas.openxmlformats.org/drawingml/2006/main">
              <a:ext uri="{FF2B5EF4-FFF2-40B4-BE49-F238E27FC236}">
                <a16:creationId xmlns:a16="http://schemas.microsoft.com/office/drawing/2014/main" id="{916645E5-6E99-47B8-B42B-2CDC2C69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E6B2FE2-E308-4094-90AF-5F9BC3B0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3DF8CFA-D305-4CF3-94ED-5C3ADF55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A528DB6-C752-41FD-B95C-43F9141D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916AB69-8B1C-40C6-A1A7-CAC97E60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BC3775D-D408-41D1-842D-E78897A0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0E797C8-EEFF-4D4B-8FF1-FDC48527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FCB6A1E2-B31F-4285-8517-5DAE8C32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A941962-8098-4FDC-AFF2-6B4402B1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DF6BDB4C-9DD7-4F88-99EC-A8BA92BD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E844B4F1-6E79-49FD-848D-4A48A923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16 como visitado e o acrescenta à pré-ordem.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6A3ABF4C-1C17-44EA-9B3D-B30C1E84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3887E55F-D52F-4020-8C4A-5DC5753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C8F815FA-5825-4B42-92F0-ABD324B9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6/16</a:t>
            </a:r>
          </a:p>
        </p:txBody>
      </p:sp>
    </p:spTree>
    <p:extLst>
      <p:ext uri="{BB962C8B-B14F-4D97-AF65-F5344CB8AC3E}">
        <p14:creationId xmlns:p14="http://schemas.microsoft.com/office/powerpoint/2010/main" val="40671638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07: visita ao vértice 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948726C-C2D9-4895-A5A9-9E9C3DF9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2FCD1DA-E5AF-4913-99E1-9A0DCC43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3027836-8C1E-4C9F-86F7-F8274329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6BCDC07-9BB3-4371-A098-31106FC0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9C8009B-18DC-43DF-A200-1C5A1FD3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1C874E3-C6CC-4847-B9D9-0AAEF953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FBC2BD9-D688-43D0-958B-7A8EE54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6CD82C2-A39C-4E0D-B954-DA0D9C91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688C540-659A-4649-AD26-7B1CAFE8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62D98B4-0655-43B3-9962-2FE92B4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7A021E8-CFB9-4F76-B6D9-E44569C9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21D8A2B-D483-4844-8EBE-57EC1E2E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805DEE1-B915-4949-A453-355B9823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97DEA02-86F8-4B0A-9180-1EB865E9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8AC934C-99B2-458D-AE06-B8BBBB94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FCB9C8D-48E0-447E-97D5-13CB6279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1B1BFD6-F1FF-4F74-AF85-7AADEDBB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3A172E8E-4817-4112-9EE5-5C8D466E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8176D0BD-83F8-423D-A37A-CDBE9E28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A703BEF-BE38-481D-87E7-D9C5697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1040956-D081-4736-831C-0FBD494A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97232924-6886-4D78-932B-0E43AAD7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BE4E6ED3-DA22-4DC4-AD1C-5861CA04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AAA1E0D-90F2-4531-A32F-90385E45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1F504A3A-1DCF-4F86-ACA7-9D6EF7F8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Vértice 1">
            <a:extLst xmlns:a="http://schemas.openxmlformats.org/drawingml/2006/main">
              <a:ext uri="{FF2B5EF4-FFF2-40B4-BE49-F238E27FC236}">
                <a16:creationId xmlns:a16="http://schemas.microsoft.com/office/drawing/2014/main" id="{88CB9DE2-35B8-40D2-8C60-0CC8DF8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0" name="Vértice 2">
            <a:extLst xmlns:a="http://schemas.openxmlformats.org/drawingml/2006/main">
              <a:ext uri="{FF2B5EF4-FFF2-40B4-BE49-F238E27FC236}">
                <a16:creationId xmlns:a16="http://schemas.microsoft.com/office/drawing/2014/main" id="{9C206AAC-1170-45FA-BC5D-F39273FF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1" name="Vértice 3">
            <a:extLst xmlns:a="http://schemas.openxmlformats.org/drawingml/2006/main">
              <a:ext uri="{FF2B5EF4-FFF2-40B4-BE49-F238E27FC236}">
                <a16:creationId xmlns:a16="http://schemas.microsoft.com/office/drawing/2014/main" id="{D6E408C0-A9B9-4850-91EA-591CEE95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2" name="Vértice 4">
            <a:extLst xmlns:a="http://schemas.openxmlformats.org/drawingml/2006/main">
              <a:ext uri="{FF2B5EF4-FFF2-40B4-BE49-F238E27FC236}">
                <a16:creationId xmlns:a16="http://schemas.microsoft.com/office/drawing/2014/main" id="{0DE6B478-9E0C-4462-B6B7-9DE22153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3" name="Vértice 5">
            <a:extLst xmlns:a="http://schemas.openxmlformats.org/drawingml/2006/main">
              <a:ext uri="{FF2B5EF4-FFF2-40B4-BE49-F238E27FC236}">
                <a16:creationId xmlns:a16="http://schemas.microsoft.com/office/drawing/2014/main" id="{98983E8F-0ECE-4052-B37A-7D256074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4" name="Vértice 6">
            <a:extLst xmlns:a="http://schemas.openxmlformats.org/drawingml/2006/main">
              <a:ext uri="{FF2B5EF4-FFF2-40B4-BE49-F238E27FC236}">
                <a16:creationId xmlns:a16="http://schemas.microsoft.com/office/drawing/2014/main" id="{7940ECD6-95CC-4C2A-AEA5-B93D964E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5" name="Vértice 7">
            <a:extLst xmlns:a="http://schemas.openxmlformats.org/drawingml/2006/main">
              <a:ext uri="{FF2B5EF4-FFF2-40B4-BE49-F238E27FC236}">
                <a16:creationId xmlns:a16="http://schemas.microsoft.com/office/drawing/2014/main" id="{B92172AF-BF1D-4799-B4A4-A02025D1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6" name="Vértice 8">
            <a:extLst xmlns:a="http://schemas.openxmlformats.org/drawingml/2006/main">
              <a:ext uri="{FF2B5EF4-FFF2-40B4-BE49-F238E27FC236}">
                <a16:creationId xmlns:a16="http://schemas.microsoft.com/office/drawing/2014/main" id="{7EB89560-90B8-47B7-B496-D9E803B7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7" name="Vértice 9">
            <a:extLst xmlns:a="http://schemas.openxmlformats.org/drawingml/2006/main">
              <a:ext uri="{FF2B5EF4-FFF2-40B4-BE49-F238E27FC236}">
                <a16:creationId xmlns:a16="http://schemas.microsoft.com/office/drawing/2014/main" id="{653D9F00-D58F-45A4-B3C5-7C1C7EC2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8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FEB362F-EA1B-4632-821E-9217A477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9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9D47387-82D6-4276-B2DF-F7CEFA03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0" name="Vértice 12">
            <a:extLst xmlns:a="http://schemas.openxmlformats.org/drawingml/2006/main">
              <a:ext uri="{FF2B5EF4-FFF2-40B4-BE49-F238E27FC236}">
                <a16:creationId xmlns:a16="http://schemas.microsoft.com/office/drawing/2014/main" id="{3E79AEF2-EAC5-4722-B491-39CF1E0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622F0E1-579D-4F70-B361-700DD6C8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2" name="Vértice 13">
            <a:extLst xmlns:a="http://schemas.openxmlformats.org/drawingml/2006/main">
              <a:ext uri="{FF2B5EF4-FFF2-40B4-BE49-F238E27FC236}">
                <a16:creationId xmlns:a16="http://schemas.microsoft.com/office/drawing/2014/main" id="{B6DE3690-DD7C-4B32-A055-C34E6206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3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3E69F57-C378-4A45-BE11-E15C2027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4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22F8581-29BC-4920-A9B7-66BDC25C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5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3DADB56-765E-4DE9-AD9C-459E2414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49DB08A-2FB2-4CBA-85B1-4528C0CB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D3B9811-79F3-4161-BD6D-71728BE4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20452580-5286-4D60-ADAD-ABC3E67D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E7CF795C-5B92-4FE9-B957-0EB84E01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90FBC5C0-1E64-4253-A165-8FF68B9E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ABAA78D8-7ACA-4675-BDAD-CF7D3E0F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13 como visitado e o acrescenta à pré-ordem.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B08C4F0D-D73E-4E87-B4AA-1481A234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981193AC-65DC-4D8F-B278-68E3336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9268143A-7E5A-47CF-90E8-A58B02ED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7/16</a:t>
            </a:r>
          </a:p>
        </p:txBody>
      </p:sp>
    </p:spTree>
    <p:extLst>
      <p:ext uri="{BB962C8B-B14F-4D97-AF65-F5344CB8AC3E}">
        <p14:creationId xmlns:p14="http://schemas.microsoft.com/office/powerpoint/2010/main" val="61781316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08: visita ao vértice 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1669578-A0C8-4F5D-ADCB-6D1C90F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C68C61F-6762-46BC-9510-63E84659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5A8B925-F179-4BF4-A8F2-DD417655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4D62017-ED7F-46DA-8266-0A533F6C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7EF485F-8648-4248-B2AA-BAFD87B4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0FAFD67-641B-418B-9CF6-0306E8F9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9C26052-8330-4DF1-986B-F4B05208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8298086-C265-4D24-85F7-545AB750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B49C861-C12B-4DEB-9024-817F4C17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B58EDA7-E44B-46F6-AF8C-8C59C567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EA9FC04-1396-4A3D-9ACA-574A1F9F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58C6253-377B-4515-8BFF-C3A2B689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956D2DF-40D1-4331-A4AB-17E8EE03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61DA25E-3678-4E7C-BA40-CCD21F9A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6DB8E4A-2A82-4974-AC1B-5B8ED45A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346E39D-E7A3-417C-817B-738FDFAA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85D12D0-4F37-4F16-9092-6F86A575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14EC62D-8083-47A4-86A7-F856DEEB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5377633-DCF2-4C9C-AE6A-12CC3078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498E4320-E318-48E9-8D82-F06F219B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C1B0128E-1030-40B5-ABC9-F383C026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0F22D5AE-FA58-4B89-BFBF-FB74CDDA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76ED8EC-DEA0-4AB4-BFBF-08E3CE4E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FD5D4F8F-D6C2-4000-A933-84224306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59861F6-3A0A-4CEF-A8DE-3EFBB079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9E5C42D-A648-45FA-B821-659EF37B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Vértice 1">
            <a:extLst xmlns:a="http://schemas.openxmlformats.org/drawingml/2006/main">
              <a:ext uri="{FF2B5EF4-FFF2-40B4-BE49-F238E27FC236}">
                <a16:creationId xmlns:a16="http://schemas.microsoft.com/office/drawing/2014/main" id="{70922643-37E1-4C32-B5F8-2F3E426B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1" name="Vértice 2">
            <a:extLst xmlns:a="http://schemas.openxmlformats.org/drawingml/2006/main">
              <a:ext uri="{FF2B5EF4-FFF2-40B4-BE49-F238E27FC236}">
                <a16:creationId xmlns:a16="http://schemas.microsoft.com/office/drawing/2014/main" id="{5E241D30-B18A-4179-B0A8-FABEFA5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2" name="Vértice 3">
            <a:extLst xmlns:a="http://schemas.openxmlformats.org/drawingml/2006/main">
              <a:ext uri="{FF2B5EF4-FFF2-40B4-BE49-F238E27FC236}">
                <a16:creationId xmlns:a16="http://schemas.microsoft.com/office/drawing/2014/main" id="{4639C0FB-8850-4919-990B-DA12A86F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3" name="Vértice 4">
            <a:extLst xmlns:a="http://schemas.openxmlformats.org/drawingml/2006/main">
              <a:ext uri="{FF2B5EF4-FFF2-40B4-BE49-F238E27FC236}">
                <a16:creationId xmlns:a16="http://schemas.microsoft.com/office/drawing/2014/main" id="{A77D2766-AB5E-41A7-AD7F-B949C39A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4" name="Vértice 5">
            <a:extLst xmlns:a="http://schemas.openxmlformats.org/drawingml/2006/main">
              <a:ext uri="{FF2B5EF4-FFF2-40B4-BE49-F238E27FC236}">
                <a16:creationId xmlns:a16="http://schemas.microsoft.com/office/drawing/2014/main" id="{09FCC4C7-9A4E-40A3-BB77-0B8F277B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5" name="Vértice 6">
            <a:extLst xmlns:a="http://schemas.openxmlformats.org/drawingml/2006/main">
              <a:ext uri="{FF2B5EF4-FFF2-40B4-BE49-F238E27FC236}">
                <a16:creationId xmlns:a16="http://schemas.microsoft.com/office/drawing/2014/main" id="{534E34DC-17D2-4DB9-B650-06DEE45E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6" name="Vértice 7">
            <a:extLst xmlns:a="http://schemas.openxmlformats.org/drawingml/2006/main">
              <a:ext uri="{FF2B5EF4-FFF2-40B4-BE49-F238E27FC236}">
                <a16:creationId xmlns:a16="http://schemas.microsoft.com/office/drawing/2014/main" id="{09704E42-42F7-496E-AEB2-91CB252E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7" name="Vértice 8">
            <a:extLst xmlns:a="http://schemas.openxmlformats.org/drawingml/2006/main">
              <a:ext uri="{FF2B5EF4-FFF2-40B4-BE49-F238E27FC236}">
                <a16:creationId xmlns:a16="http://schemas.microsoft.com/office/drawing/2014/main" id="{2989B633-BD48-478F-99BE-17AA2A10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8" name="Vértice 9">
            <a:extLst xmlns:a="http://schemas.openxmlformats.org/drawingml/2006/main">
              <a:ext uri="{FF2B5EF4-FFF2-40B4-BE49-F238E27FC236}">
                <a16:creationId xmlns:a16="http://schemas.microsoft.com/office/drawing/2014/main" id="{68BBCFE9-94C2-46E8-BAC0-ACAE42C1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9" name="Vértice 10">
            <a:extLst xmlns:a="http://schemas.openxmlformats.org/drawingml/2006/main">
              <a:ext uri="{FF2B5EF4-FFF2-40B4-BE49-F238E27FC236}">
                <a16:creationId xmlns:a16="http://schemas.microsoft.com/office/drawing/2014/main" id="{F38C70AC-B73D-4433-8920-EA9F604A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0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1F22728-7571-49B1-A5D9-B7C29E60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2E3974F-D9BE-494E-AE90-12175CFB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F6A415A4-98B5-4561-84E0-1977EE9A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E42CF1E-F448-42E9-BEAD-C88B298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8F7DBD4-CA38-4770-B6D6-7EEC5742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64A6B0B-AB04-4AF0-9C42-5B30056B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A00FA60-F3A9-415B-AA30-FEBD27E7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3FD60EE-A9D9-42CD-AB9C-B00D124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4F4D9AE-961A-4E7E-9273-9F18A752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3ED5485B-4DDB-4061-8910-8BB817C6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D222307A-8C29-4EE5-98C8-A44B77FD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4B3CE4ED-D8CB-4499-BEBB-9EC51A55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AD9F68E4-7632-43E2-83DA-2A53A0FA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12 como visitado e o acrescenta à pré-ordem.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1810F1DD-5AF2-4455-94F4-D27FAEFF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9152A3A4-F605-440E-90B8-2FE7B3D4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6B595F11-9AA1-417C-8844-9132D8E8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8/16</a:t>
            </a:r>
          </a:p>
        </p:txBody>
      </p:sp>
    </p:spTree>
    <p:extLst>
      <p:ext uri="{BB962C8B-B14F-4D97-AF65-F5344CB8AC3E}">
        <p14:creationId xmlns:p14="http://schemas.microsoft.com/office/powerpoint/2010/main" val="53323501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09: visita ao vértice 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88A29DA-1410-46FE-8932-EB8A96D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D8B301A-C9EC-4F4C-B05A-A5782C2A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AB3E190-8EAC-4D49-8AB9-67779D50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8325400-0F18-4F95-9B12-16DFAE4F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8318B4A-36F0-44F1-A7F4-24976818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D0928CE-8502-43BF-B279-86DA294D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BF2175B-CA8B-4352-8879-F72F6B7E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CA6C613-A6CB-4531-82D2-1F8C2F7E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3E693F0-6F6E-462E-9CC2-DB67FCBE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CB800AA0-6E63-414B-A374-30238D11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846BC2A-508A-414C-BE8A-F1B69606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6DD1D3E-52BC-42EB-A737-18A00D67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62CDFBD-583F-4DE1-8C49-DFFA8A2A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F6E33EC-99C4-4A70-BB9B-CE2F288A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D34C10E-ACF9-42E8-8B02-FDE0388C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C6F587D-BA5C-4D32-AC2D-F47EC14A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A48DB49-8F4D-456F-9239-FE08F624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E8D6541-9C87-461A-BA3D-98AEF257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16D8788-57BC-40DA-ADD7-4B14EE12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1B98D16B-9369-4CAE-8C64-51CCDDD5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AB56D720-2E4E-4F68-A9A6-E4928617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196B6F11-B70A-4ED4-98B7-9274AE00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0B43FD66-8308-4B39-A2E3-87D97FDF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6F802BF5-BC54-409E-9039-F6961EA9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2828FFB4-AB1F-4F8D-93C5-0A420ABD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043413AA-7FF5-4BC3-ABEE-AB43EC1A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DDE27CA6-756F-450A-955E-E62581B5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Vértice 1">
            <a:extLst xmlns:a="http://schemas.openxmlformats.org/drawingml/2006/main">
              <a:ext uri="{FF2B5EF4-FFF2-40B4-BE49-F238E27FC236}">
                <a16:creationId xmlns:a16="http://schemas.microsoft.com/office/drawing/2014/main" id="{A00663AA-CB83-4E2C-95B0-4AAED9BB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2" name="Vértice 2">
            <a:extLst xmlns:a="http://schemas.openxmlformats.org/drawingml/2006/main">
              <a:ext uri="{FF2B5EF4-FFF2-40B4-BE49-F238E27FC236}">
                <a16:creationId xmlns:a16="http://schemas.microsoft.com/office/drawing/2014/main" id="{081B1F35-D69B-42C6-A0FB-D41385DE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3" name="Vértice 3">
            <a:extLst xmlns:a="http://schemas.openxmlformats.org/drawingml/2006/main">
              <a:ext uri="{FF2B5EF4-FFF2-40B4-BE49-F238E27FC236}">
                <a16:creationId xmlns:a16="http://schemas.microsoft.com/office/drawing/2014/main" id="{4375BC60-1A2B-4F0C-BB9F-5DBFF4BA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4" name="Vértice 4">
            <a:extLst xmlns:a="http://schemas.openxmlformats.org/drawingml/2006/main">
              <a:ext uri="{FF2B5EF4-FFF2-40B4-BE49-F238E27FC236}">
                <a16:creationId xmlns:a16="http://schemas.microsoft.com/office/drawing/2014/main" id="{38AACD12-F05A-4DB9-94BB-2F3792A7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5" name="Vértice 5">
            <a:extLst xmlns:a="http://schemas.openxmlformats.org/drawingml/2006/main">
              <a:ext uri="{FF2B5EF4-FFF2-40B4-BE49-F238E27FC236}">
                <a16:creationId xmlns:a16="http://schemas.microsoft.com/office/drawing/2014/main" id="{7F364EFB-C222-467D-8658-ADAD3086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6" name="Vértice 6">
            <a:extLst xmlns:a="http://schemas.openxmlformats.org/drawingml/2006/main">
              <a:ext uri="{FF2B5EF4-FFF2-40B4-BE49-F238E27FC236}">
                <a16:creationId xmlns:a16="http://schemas.microsoft.com/office/drawing/2014/main" id="{B70CD15A-CD15-4E9D-BA73-21B0BA40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DF6EE506-7586-49ED-A741-6494A8C6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8" name="Vértice 7">
            <a:extLst xmlns:a="http://schemas.openxmlformats.org/drawingml/2006/main">
              <a:ext uri="{FF2B5EF4-FFF2-40B4-BE49-F238E27FC236}">
                <a16:creationId xmlns:a16="http://schemas.microsoft.com/office/drawing/2014/main" id="{F606DFBF-7EFD-4A46-B213-40C4B092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9" name="Vértice 8">
            <a:extLst xmlns:a="http://schemas.openxmlformats.org/drawingml/2006/main">
              <a:ext uri="{FF2B5EF4-FFF2-40B4-BE49-F238E27FC236}">
                <a16:creationId xmlns:a16="http://schemas.microsoft.com/office/drawing/2014/main" id="{942D51D9-12C9-489A-838B-E56D2E4A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0" name="Vértice 9">
            <a:extLst xmlns:a="http://schemas.openxmlformats.org/drawingml/2006/main">
              <a:ext uri="{FF2B5EF4-FFF2-40B4-BE49-F238E27FC236}">
                <a16:creationId xmlns:a16="http://schemas.microsoft.com/office/drawing/2014/main" id="{5E1AD9ED-C549-4F8C-ADB3-3AA15147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ED0C310-5F9B-402F-8E73-24E419EC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A055989-D857-4E28-8949-0FB9B980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0E68426-35A0-4473-9EE4-7D5ED46F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8C8A059-4F0B-489C-BADA-590C4D52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F41D4A23-58C0-4E15-8431-DB334813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F3B7044-3EC5-443A-83A5-C7432FB9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1B085CA-E8CF-45FB-ACCD-A8489EA4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241F7F39-2041-43FE-A5AD-905FD3FF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EAEBA9C4-9B10-4958-A30E-A4CD77D0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C56F2A8A-D664-42E0-B9EF-5E7BF5BA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60B6681C-8117-459B-AEF0-D82C91A0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3738D8D5-9083-4EC2-B701-3BC0C0E7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050C6D16-F7FB-4D2C-8D1A-A549162F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7 como visitado e o acrescenta à pré-ordem.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88FE88C5-E04A-4C54-8744-BE51574D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6C16E4DB-35F0-4E51-AF91-A18DF4FF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7B018F30-C6CA-47D4-BE29-A25CA9BF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9/16</a:t>
            </a:r>
          </a:p>
        </p:txBody>
      </p:sp>
    </p:spTree>
    <p:extLst>
      <p:ext uri="{BB962C8B-B14F-4D97-AF65-F5344CB8AC3E}">
        <p14:creationId xmlns:p14="http://schemas.microsoft.com/office/powerpoint/2010/main" val="170855442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10: visita ao vértice 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F15020-66A7-620A-7B7A-C05C4312DEAE}" type="slidenum">
              <a:t>27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F89911A-D454-45A1-81A5-FB7AF591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DF3E1AF-0285-42AB-BE0A-C0999A93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F4F8D46-B8FC-4C4B-84F2-AC16FA1B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C9A9B18-6BAC-421B-8BBE-781285EA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544D1DC-3B90-4292-9388-818176E6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89AD102-B630-4F82-951A-D424ECC6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CAEB28C-E236-40D8-87BC-5FA2934B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61E27CF-6F97-4F7E-9C97-EBE15337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BFB9C74-ABF8-4324-AEDF-0F78331E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59ED35A-B739-4C7C-BC33-1E0153E6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FC2BB83-EF7C-4357-BB3F-113D3865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55918DF-FADC-43C8-92D9-23177174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8A8BCA6-29A3-4FCA-B6D9-941BEDE1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42A2F6F-B9E5-493E-A788-4338DCD1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0360BCC-B166-46B1-9636-B157D13F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1D751C8-8C41-478E-998F-029A7860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03CDBD0-B660-4110-81FD-C06AFF0B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4500ECE-A771-487F-A21B-6721EA96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60D355A0-1FAD-4E04-A390-9D8B4DBA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B058B8F-60B4-43C6-B055-AB5F1101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BFC600DA-F8A3-4304-AD21-033929B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8D0B140-1BD2-452E-915C-44DF04F5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19EA3A92-323D-4131-8A18-BDEB524F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A237E76-86FF-4F96-86CD-C6E7C2C3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4CB19B5C-206B-4EBB-81D3-AFB1E130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0D66495C-198B-4BC0-AA36-23063B9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0C1BBF4F-38E3-44C9-BD5A-A7AE4964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C9B369D2-0C2D-4E11-90BF-939FA6A2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Vértice 1">
            <a:extLst xmlns:a="http://schemas.openxmlformats.org/drawingml/2006/main">
              <a:ext uri="{FF2B5EF4-FFF2-40B4-BE49-F238E27FC236}">
                <a16:creationId xmlns:a16="http://schemas.microsoft.com/office/drawing/2014/main" id="{33182FD6-6A0E-4F1F-A7E9-A08B65EB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3" name="Vértice 2">
            <a:extLst xmlns:a="http://schemas.openxmlformats.org/drawingml/2006/main">
              <a:ext uri="{FF2B5EF4-FFF2-40B4-BE49-F238E27FC236}">
                <a16:creationId xmlns:a16="http://schemas.microsoft.com/office/drawing/2014/main" id="{69B47930-DD64-4D87-B531-8F7CA492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4" name="Vértice 3">
            <a:extLst xmlns:a="http://schemas.openxmlformats.org/drawingml/2006/main">
              <a:ext uri="{FF2B5EF4-FFF2-40B4-BE49-F238E27FC236}">
                <a16:creationId xmlns:a16="http://schemas.microsoft.com/office/drawing/2014/main" id="{2A34E6BA-5236-488A-B723-D9911634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5" name="Vértice 4">
            <a:extLst xmlns:a="http://schemas.openxmlformats.org/drawingml/2006/main">
              <a:ext uri="{FF2B5EF4-FFF2-40B4-BE49-F238E27FC236}">
                <a16:creationId xmlns:a16="http://schemas.microsoft.com/office/drawing/2014/main" id="{B574D6BD-7A3E-455F-B03F-2283779F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6" name="Vértice 5">
            <a:extLst xmlns:a="http://schemas.openxmlformats.org/drawingml/2006/main">
              <a:ext uri="{FF2B5EF4-FFF2-40B4-BE49-F238E27FC236}">
                <a16:creationId xmlns:a16="http://schemas.microsoft.com/office/drawing/2014/main" id="{8A64AA0C-2286-460F-A95B-73395D40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60528AF8-6D56-46D8-8E20-8C37A939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8" name="Vértice 6">
            <a:extLst xmlns:a="http://schemas.openxmlformats.org/drawingml/2006/main">
              <a:ext uri="{FF2B5EF4-FFF2-40B4-BE49-F238E27FC236}">
                <a16:creationId xmlns:a16="http://schemas.microsoft.com/office/drawing/2014/main" id="{96720D66-321F-4646-9C43-2B018B2A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9" name="Vértice 7">
            <a:extLst xmlns:a="http://schemas.openxmlformats.org/drawingml/2006/main">
              <a:ext uri="{FF2B5EF4-FFF2-40B4-BE49-F238E27FC236}">
                <a16:creationId xmlns:a16="http://schemas.microsoft.com/office/drawing/2014/main" id="{6C47981E-8300-4344-AB5A-1FB6AE63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0" name="Vértice 8">
            <a:extLst xmlns:a="http://schemas.openxmlformats.org/drawingml/2006/main">
              <a:ext uri="{FF2B5EF4-FFF2-40B4-BE49-F238E27FC236}">
                <a16:creationId xmlns:a16="http://schemas.microsoft.com/office/drawing/2014/main" id="{C2782348-1508-4D9F-9E3F-75FE058B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1" name="Vértice 9">
            <a:extLst xmlns:a="http://schemas.openxmlformats.org/drawingml/2006/main">
              <a:ext uri="{FF2B5EF4-FFF2-40B4-BE49-F238E27FC236}">
                <a16:creationId xmlns:a16="http://schemas.microsoft.com/office/drawing/2014/main" id="{59D4EE00-D129-499F-9690-C7B6FF61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DAD3276-6C6F-4F66-BC9D-8B2C21B1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A7316E68-D94A-42B3-B3A8-810A4AC2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4F22568-A60F-4A05-9E46-2B9DA58E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026E65F-AFF7-4746-81D9-E50BE5CF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E275737-4F5F-4B77-A741-55CEC9D7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61CB85E-5FAC-409E-88F4-F1019CCB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4C1BDCB-0342-4DA2-8D35-842CC4A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F9D06328-00E1-4FD3-9BA5-34ED86B1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228C0883-3B8B-432E-8164-53F7A191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327AE5A5-ECF6-4630-9AEB-E4F7BAD4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DCAC0031-72DC-4CA0-A329-DBAB0274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7125AB1F-9204-4AB0-9D08-7CA6E793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34A6C23F-91FB-438D-9172-5CFEF03F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6 como visitado e o acrescenta à pré-ordem.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622CBCB2-4745-4FA9-BC79-66D43216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96881E3B-3543-4EB7-A0C4-2D1BD584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5D1CB776-C521-471C-8E09-302E7658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10/16</a:t>
            </a:r>
          </a:p>
        </p:txBody>
      </p:sp>
    </p:spTree>
    <p:extLst>
      <p:ext uri="{BB962C8B-B14F-4D97-AF65-F5344CB8AC3E}">
        <p14:creationId xmlns:p14="http://schemas.microsoft.com/office/powerpoint/2010/main" val="178465590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11: visita ao vértice 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0981A54-8E3E-435F-9A33-2B89D749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9D098C2-5E3B-44F7-85C0-A49D5CE4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B586024-ED14-4278-A0D4-13FD78F7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7AA8ADF-677C-4D02-B670-FEF1671F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96304CE-BBCC-4046-8BA4-679AAA47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2201C74-5334-4049-8CD6-78048A56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6566BCD-6FF4-4086-AC0A-6EBB35AE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D02EB22-720E-45E2-B644-0C9E3AB1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E13FE53-4ABF-451A-9363-AC502840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EDF4A93-F3AC-4F08-802D-99DC35E2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A41241C5-E7C4-451F-9093-16809984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CB5C54BE-9641-4F48-95F1-19557ECE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8A3FD06-CBE0-4CDE-A417-FDEF6678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E09AE94-B373-4A16-AD54-C55AA408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F10C1D5-C7D7-4340-8854-1A3438BC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3440C8E-E91B-459B-B856-E1D8F3F1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C2E088BA-656F-4D47-97CE-A937A18E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2F2CBA2-18B3-4AF8-8705-07F7B8EC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2952738-7A02-4188-8178-D8D0E465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D3184715-E3C6-44AD-A367-20BC3D00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5BB19CF-31F0-464B-8BE9-7446DF02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72CF4951-F837-41C9-90EA-24254E4E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1C21F75E-67B4-44AD-9732-9BC00153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E1B30041-F6ED-4610-9E2B-1F2E4EC5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E441557D-3990-4CCC-B216-9CC9D5CF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2359A0D4-F7D6-40F8-89FE-59CDECD5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D47C9A40-5870-42BC-9892-55498618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D8F6DD26-19EE-46A7-9BB9-61EEE10B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2070C73-E3F1-4B8D-9671-E2341EBF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Vértice 1">
            <a:extLst xmlns:a="http://schemas.openxmlformats.org/drawingml/2006/main">
              <a:ext uri="{FF2B5EF4-FFF2-40B4-BE49-F238E27FC236}">
                <a16:creationId xmlns:a16="http://schemas.microsoft.com/office/drawing/2014/main" id="{9C61D356-2F23-49C2-98B6-AA6C9E69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4" name="Vértice 2">
            <a:extLst xmlns:a="http://schemas.openxmlformats.org/drawingml/2006/main">
              <a:ext uri="{FF2B5EF4-FFF2-40B4-BE49-F238E27FC236}">
                <a16:creationId xmlns:a16="http://schemas.microsoft.com/office/drawing/2014/main" id="{5D18D179-96A9-491B-8B4C-6F5B5A1F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5" name="Vértice 3">
            <a:extLst xmlns:a="http://schemas.openxmlformats.org/drawingml/2006/main">
              <a:ext uri="{FF2B5EF4-FFF2-40B4-BE49-F238E27FC236}">
                <a16:creationId xmlns:a16="http://schemas.microsoft.com/office/drawing/2014/main" id="{41160578-D806-47BA-B5CE-7C285429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6" name="Vértice 4">
            <a:extLst xmlns:a="http://schemas.openxmlformats.org/drawingml/2006/main">
              <a:ext uri="{FF2B5EF4-FFF2-40B4-BE49-F238E27FC236}">
                <a16:creationId xmlns:a16="http://schemas.microsoft.com/office/drawing/2014/main" id="{9FE03599-A4B9-41CD-B8BE-41EBE0FE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7" name="Vértice 5">
            <a:extLst xmlns:a="http://schemas.openxmlformats.org/drawingml/2006/main">
              <a:ext uri="{FF2B5EF4-FFF2-40B4-BE49-F238E27FC236}">
                <a16:creationId xmlns:a16="http://schemas.microsoft.com/office/drawing/2014/main" id="{25E156DD-230B-4001-AE32-6F9AC53A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8" name="Vértice 6">
            <a:extLst xmlns:a="http://schemas.openxmlformats.org/drawingml/2006/main">
              <a:ext uri="{FF2B5EF4-FFF2-40B4-BE49-F238E27FC236}">
                <a16:creationId xmlns:a16="http://schemas.microsoft.com/office/drawing/2014/main" id="{126AB523-BC77-4FB1-800F-1CF6CB43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9" name="Vértice 7">
            <a:extLst xmlns:a="http://schemas.openxmlformats.org/drawingml/2006/main">
              <a:ext uri="{FF2B5EF4-FFF2-40B4-BE49-F238E27FC236}">
                <a16:creationId xmlns:a16="http://schemas.microsoft.com/office/drawing/2014/main" id="{F6773820-7BC3-4B6A-BF76-8AD6E9A7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0" name="Vértice 8">
            <a:extLst xmlns:a="http://schemas.openxmlformats.org/drawingml/2006/main">
              <a:ext uri="{FF2B5EF4-FFF2-40B4-BE49-F238E27FC236}">
                <a16:creationId xmlns:a16="http://schemas.microsoft.com/office/drawing/2014/main" id="{D43C044D-B4B9-420C-BBD4-8E0ED93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1" name="Vértice 9">
            <a:extLst xmlns:a="http://schemas.openxmlformats.org/drawingml/2006/main">
              <a:ext uri="{FF2B5EF4-FFF2-40B4-BE49-F238E27FC236}">
                <a16:creationId xmlns:a16="http://schemas.microsoft.com/office/drawing/2014/main" id="{21D7A31B-C81F-4519-9913-F8FD114A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505E4D6-6D3F-4D2F-B270-9189D26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01373E0-4E6E-4B0C-BA9D-98255F79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F01E94F-4B6C-4C2C-A79F-BDE7C1ED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F0BF2F6-F9CE-4C90-BEB2-52D22E09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66DADCD-E886-4778-BCC3-E746B20F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D3B037F-693A-473E-97E7-180B7344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B6CDFDA-4E52-47BB-910D-C4BDACC9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9CB2AA8-7244-4A7F-8817-F59D726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262B700C-BC2D-4456-93C2-563776B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4C105595-E61B-4421-AC1D-90DC3885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55A407B7-DB0F-4766-A642-43C31D4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9BB4A064-8A0A-44A6-80AD-949ABED9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0CC6FD8D-4373-45C2-B922-4677838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4349C3CF-B002-49B6-816B-23C550A6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10 como visitado e o acrescenta à pré-ordem.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3EA7D45A-A875-4E71-93FC-3F4E242E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B0C37F47-010F-4F97-9D6C-8972B48C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73DB1BE0-EAB1-40AE-9DBC-23B31235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11/16</a:t>
            </a:r>
          </a:p>
        </p:txBody>
      </p:sp>
    </p:spTree>
    <p:extLst>
      <p:ext uri="{BB962C8B-B14F-4D97-AF65-F5344CB8AC3E}">
        <p14:creationId xmlns:p14="http://schemas.microsoft.com/office/powerpoint/2010/main" val="123861748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12: visita ao vértice 9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EB06931-B716-40EF-979A-1DD72863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D3D6857-698D-4597-9626-691547F5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22AB392-55C9-4E35-A8D0-B8D037DB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AF046B3-7F4E-435A-BE6D-1B0ECD82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4BF7573-231F-425F-929C-6E3D427E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0A353AC-D502-4F33-9AE3-D87E9585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A569F90-59D9-47A0-B02B-C1F7413B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C6AB062-5045-492E-AC47-874B04AD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62CE754-5487-43B2-80D4-36432C52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4C188D9-9625-40EB-9569-31F5C5E7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F741978-E220-4C32-9CD1-3538AF8B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277EC58-B174-4095-9F68-57F4F599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E15130E-EA92-4387-A815-4D6EBF38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5E0BF30-D148-44FE-84FA-23B97AED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161BB34-26BA-44B0-91B9-6A41657F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3DDE6C5-2950-4200-95D3-A7904272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49918B3-C4B5-4A81-99BF-E06B152D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79CE7F6-1A72-43C5-8725-EC76284A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57A26B9-374F-4DD4-AADC-4B010778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F3F160BC-CDEB-422E-A425-11E03936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70CE5B9-2FD3-47D5-B11A-52AFCCFC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C5293BE3-58B0-4411-9931-FFEB30F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3C0CC1ED-74AE-41D6-8F32-5ABB6DD1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BB4A1E0D-843A-4B1E-940A-443E4AB2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D54CF0EE-F918-4D67-AA15-96BB6828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347492C-0F39-469A-99A8-0726070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0BFE71A2-6FC4-4A4D-8C67-F9BDE053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6512D69F-11D7-438A-88CC-5DA6A0BA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69CBE2F1-1B7A-4361-A5F0-69FA8280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88052E70-794B-40E1-ABAF-F0355C7E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Vértice 1">
            <a:extLst xmlns:a="http://schemas.openxmlformats.org/drawingml/2006/main">
              <a:ext uri="{FF2B5EF4-FFF2-40B4-BE49-F238E27FC236}">
                <a16:creationId xmlns:a16="http://schemas.microsoft.com/office/drawing/2014/main" id="{630E08F7-F5CD-4F0D-A5FF-1DE34A87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5" name="Vértice 2">
            <a:extLst xmlns:a="http://schemas.openxmlformats.org/drawingml/2006/main">
              <a:ext uri="{FF2B5EF4-FFF2-40B4-BE49-F238E27FC236}">
                <a16:creationId xmlns:a16="http://schemas.microsoft.com/office/drawing/2014/main" id="{E1C879DE-1293-4E57-A86E-C5C95899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6" name="Vértice 3">
            <a:extLst xmlns:a="http://schemas.openxmlformats.org/drawingml/2006/main">
              <a:ext uri="{FF2B5EF4-FFF2-40B4-BE49-F238E27FC236}">
                <a16:creationId xmlns:a16="http://schemas.microsoft.com/office/drawing/2014/main" id="{702A27FB-A690-45DF-8241-C02F9D28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7" name="Vértice 4">
            <a:extLst xmlns:a="http://schemas.openxmlformats.org/drawingml/2006/main">
              <a:ext uri="{FF2B5EF4-FFF2-40B4-BE49-F238E27FC236}">
                <a16:creationId xmlns:a16="http://schemas.microsoft.com/office/drawing/2014/main" id="{23E79628-D8FD-42F2-9096-4AE9D052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8" name="Vértice 5">
            <a:extLst xmlns:a="http://schemas.openxmlformats.org/drawingml/2006/main">
              <a:ext uri="{FF2B5EF4-FFF2-40B4-BE49-F238E27FC236}">
                <a16:creationId xmlns:a16="http://schemas.microsoft.com/office/drawing/2014/main" id="{B09BFC33-935A-40BC-8EE4-0A301B98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9" name="Vértice 6">
            <a:extLst xmlns:a="http://schemas.openxmlformats.org/drawingml/2006/main">
              <a:ext uri="{FF2B5EF4-FFF2-40B4-BE49-F238E27FC236}">
                <a16:creationId xmlns:a16="http://schemas.microsoft.com/office/drawing/2014/main" id="{93A1EF1A-4A7B-4921-9023-5A2A61D1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70" name="Vértice 7">
            <a:extLst xmlns:a="http://schemas.openxmlformats.org/drawingml/2006/main">
              <a:ext uri="{FF2B5EF4-FFF2-40B4-BE49-F238E27FC236}">
                <a16:creationId xmlns:a16="http://schemas.microsoft.com/office/drawing/2014/main" id="{C9941AED-6D87-4971-8C52-161F72CC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1" name="Vértice 8">
            <a:extLst xmlns:a="http://schemas.openxmlformats.org/drawingml/2006/main">
              <a:ext uri="{FF2B5EF4-FFF2-40B4-BE49-F238E27FC236}">
                <a16:creationId xmlns:a16="http://schemas.microsoft.com/office/drawing/2014/main" id="{BA0F4F1A-0161-4D2B-BFCA-E6396D5C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5577977-0CEB-4CC2-9B58-F892705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3" name="Vértice 9">
            <a:extLst xmlns:a="http://schemas.openxmlformats.org/drawingml/2006/main">
              <a:ext uri="{FF2B5EF4-FFF2-40B4-BE49-F238E27FC236}">
                <a16:creationId xmlns:a16="http://schemas.microsoft.com/office/drawing/2014/main" id="{13AFF270-8A8F-44C7-BDD2-EE764668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9690265-B64E-4FAB-B0C8-C82017D4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4220A39-1E52-4A19-A9C4-5C48C939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617C7FC-6598-4576-B46B-C1E54BE1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BFDC2C87-86C3-4771-9950-366EFB42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A0F3F3BC-FEB2-47D0-A50F-38B261E5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0E18594-2037-4AEB-B812-E08062EA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8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E0F7DD99-2722-4C28-B2BA-3F27C9DC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70BE665F-6DB9-4FAE-B67B-C15FEF60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99665AE1-E104-4EDA-ADA6-620C81B5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C4FE1EDC-E027-4CDF-A32A-E8ED00A1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2BD3628C-E434-4E42-98C7-3740E6C9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EC041C76-C2EE-4E5D-ABBC-B4729C18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A2DB70AF-00CC-44D6-899B-69E0287F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9 como visitado e o acrescenta à pré-ordem.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20FC6BC0-822C-4892-847A-4459D3C0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A9BA2377-A7E6-497A-9706-74C8FD20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D7822DEF-332F-4121-9E2B-4544ACBC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12/16</a:t>
            </a:r>
          </a:p>
        </p:txBody>
      </p:sp>
    </p:spTree>
    <p:extLst>
      <p:ext uri="{BB962C8B-B14F-4D97-AF65-F5344CB8AC3E}">
        <p14:creationId xmlns:p14="http://schemas.microsoft.com/office/powerpoint/2010/main" val="121995106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13: visita ao vértice 11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FEBBBCE-9E16-527A-0EE3-E5839422D847}" type="slidenum">
              <a:t>30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0B5F45F-CCB0-4613-97E0-6FBF39D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770426D-0D4D-41A4-844A-451E4473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ED643D9-1FBB-4793-BE97-9CB0D3B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2A763DD-C4DF-4A51-AEDE-90B3B9C2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7B2BD74-D9B5-40D9-BE27-49DE4975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CD75731-9E22-49EF-AF44-1A711822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D3E5CCB-D411-48A8-9A49-95A9FF38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FC0AC2F-1FFF-412F-9F71-48E66535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0B8E7DA-DA1D-4FA1-9753-32C7875B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92446F2-0FB9-4004-9593-EE8E6254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014CCBE-1F9F-4E74-94EE-79B747B2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848A400-F51E-49F0-A753-7AF6D645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FAA75DA-FD7F-4B9F-BFF8-7B407EEF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DB47F46-FE6A-4B3D-BCDB-B1EAE84B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7DB3FAD-660A-4015-9724-A8F421B4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0A0BF81-50DE-4BA0-B876-53C85FA4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7A3CBD3-89F6-4C82-BFA5-283130AC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DA6EE92-999A-4CBF-8D85-431362CC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80D51B97-6793-438F-A4CB-A9BCBEE3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08EAA52-BF31-4772-A6BB-A011BE13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CE73DF7C-DE9B-4EEC-98CD-9D9D7C3B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8A0B4E14-C6E9-4DD0-9D7E-92C0E4B5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DCBA7C2-62C4-4269-BBFD-C5885CEA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736D40AB-692F-4831-B478-5EEE702C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5C3FA7C4-BBE0-4818-89A8-48C81007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0E18E820-DEA5-41BD-834D-FE699FAA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251AA683-A8EA-4A94-9085-86DBFDF2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4D919102-36D2-4F0B-A072-CC487F50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4596F10E-6930-4E2A-BA7B-B0634FF4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B07F40C2-204A-4B48-BD9F-35F67D4D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C9871352-3878-4874-A146-C794A626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5" name="Vértice 1">
            <a:extLst xmlns:a="http://schemas.openxmlformats.org/drawingml/2006/main">
              <a:ext uri="{FF2B5EF4-FFF2-40B4-BE49-F238E27FC236}">
                <a16:creationId xmlns:a16="http://schemas.microsoft.com/office/drawing/2014/main" id="{EE1349B3-4B36-4F0C-8F6D-665CC54B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6" name="Vértice 2">
            <a:extLst xmlns:a="http://schemas.openxmlformats.org/drawingml/2006/main">
              <a:ext uri="{FF2B5EF4-FFF2-40B4-BE49-F238E27FC236}">
                <a16:creationId xmlns:a16="http://schemas.microsoft.com/office/drawing/2014/main" id="{1068919D-7A2A-45BF-AF4C-6CA074FF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7" name="Vértice 3">
            <a:extLst xmlns:a="http://schemas.openxmlformats.org/drawingml/2006/main">
              <a:ext uri="{FF2B5EF4-FFF2-40B4-BE49-F238E27FC236}">
                <a16:creationId xmlns:a16="http://schemas.microsoft.com/office/drawing/2014/main" id="{7FE160A9-112E-46CC-BCDC-4D2FD202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8" name="Vértice 4">
            <a:extLst xmlns:a="http://schemas.openxmlformats.org/drawingml/2006/main">
              <a:ext uri="{FF2B5EF4-FFF2-40B4-BE49-F238E27FC236}">
                <a16:creationId xmlns:a16="http://schemas.microsoft.com/office/drawing/2014/main" id="{29E88668-C58A-48D6-AA13-069FCC88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9" name="Vértice 5">
            <a:extLst xmlns:a="http://schemas.openxmlformats.org/drawingml/2006/main">
              <a:ext uri="{FF2B5EF4-FFF2-40B4-BE49-F238E27FC236}">
                <a16:creationId xmlns:a16="http://schemas.microsoft.com/office/drawing/2014/main" id="{A239B775-77C7-4441-8AF3-1C9D8C43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70" name="Vértice 6">
            <a:extLst xmlns:a="http://schemas.openxmlformats.org/drawingml/2006/main">
              <a:ext uri="{FF2B5EF4-FFF2-40B4-BE49-F238E27FC236}">
                <a16:creationId xmlns:a16="http://schemas.microsoft.com/office/drawing/2014/main" id="{05BB53EC-2904-4E22-9D3A-AEE52057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71" name="Vértice 7">
            <a:extLst xmlns:a="http://schemas.openxmlformats.org/drawingml/2006/main">
              <a:ext uri="{FF2B5EF4-FFF2-40B4-BE49-F238E27FC236}">
                <a16:creationId xmlns:a16="http://schemas.microsoft.com/office/drawing/2014/main" id="{D0F0B994-A5C4-499E-8E4F-14A2197D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2" name="Vértice 8">
            <a:extLst xmlns:a="http://schemas.openxmlformats.org/drawingml/2006/main">
              <a:ext uri="{FF2B5EF4-FFF2-40B4-BE49-F238E27FC236}">
                <a16:creationId xmlns:a16="http://schemas.microsoft.com/office/drawing/2014/main" id="{3FDF4082-78D6-438F-9FC9-EA5035FD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3" name="Vértice 9">
            <a:extLst xmlns:a="http://schemas.openxmlformats.org/drawingml/2006/main">
              <a:ext uri="{FF2B5EF4-FFF2-40B4-BE49-F238E27FC236}">
                <a16:creationId xmlns:a16="http://schemas.microsoft.com/office/drawing/2014/main" id="{AA2FFAFA-653D-412D-9387-CF639784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EEB71D44-C0FB-4707-8E1F-EE85F2BF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C524E4F-A4E4-49AF-A882-B0EEB6B1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9B29DDE-7A1F-4D36-9B12-B713C8AA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234B000F-B251-4727-92A6-D841769A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8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5F8D1D6-761E-494B-9679-21BBC2B9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9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D96862C-A0FF-4CEE-B78B-C8356EA8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8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D5A19F8C-CC1A-4C01-AB89-4D29D4B5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8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E722A8A-0427-44CE-BF6A-FB285BF5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434BBAF5-2300-4F72-9DA2-C14BE809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5E9A5E54-B110-4B27-8652-C93AB62A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C1762255-A883-4199-AD53-307BF60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1F96BB10-8554-4416-A1B6-03FE555C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3EB26DBD-356D-4690-9931-AD2CE6D8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C182F114-D23D-4646-8506-6B0D7329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11 como visitado e o acrescenta à pré-ordem.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B6A06429-A8E2-4654-A4D9-169EE3A9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82FF7A47-F76A-40FF-A9F4-1C517A21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A8E7CBD5-DDC1-4883-9504-61B682EB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13/16</a:t>
            </a:r>
          </a:p>
        </p:txBody>
      </p:sp>
    </p:spTree>
    <p:extLst>
      <p:ext uri="{BB962C8B-B14F-4D97-AF65-F5344CB8AC3E}">
        <p14:creationId xmlns:p14="http://schemas.microsoft.com/office/powerpoint/2010/main" val="52078239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14: visita ao vértice 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72A7C5-A0CC-7B36-F236-345181E6AD72}" type="slidenum">
              <a:t>31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B021728-43E9-45D0-807F-D43F9BFD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3B3EDDA-2154-4C23-BE91-1F041DE2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4EC0236-3CE4-4B70-B380-7BA615CD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36DD11D-EAE9-49F0-8FA5-ADA09BBC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01572E6-E593-4A61-9EDB-1E27DFAB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A120EE5-C16F-45E1-9FA2-1A189A1F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0752F20-30E6-44B4-AFDF-796E8013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D5378A3-62C7-4DEB-A866-87010B07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87DA67B-AF18-48A2-B178-EAEF2C41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7AE0FB5-6C9C-481F-930F-7A16FEA4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36C5909-FB34-47A8-A864-97FB4A34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7C68B7A-9B68-471A-89E7-BBECC705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83CF32A-5C27-4DEB-8563-FBCDE959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07B2166-2EA8-47B9-B589-26D34EFB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7320512-945A-4CEE-A290-E3409D58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ACD751A-D1F0-4623-B15E-F345B537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E5C2590-241C-4C11-90BF-CC0742F3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C449185-2056-4D48-854F-D515C29D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CD67E36-944B-4AF6-8EC5-394235C3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18BB30A3-D12B-47FD-ABCF-9A29ED6F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0CAEF056-627D-4C36-B56F-0BB31D4C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94E5089D-42FB-43A6-9777-1B271B5F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93F7DEDE-AE71-4AD9-898D-58177A1C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A64D51B0-CB35-4E31-9289-E7F68874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3687A810-99EB-494C-A1B8-A1A20C02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780EC38-F85B-4801-B835-435D1603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B5581B49-0256-456F-B929-346F40D5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8547400-D170-4734-B238-FA8FB90A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2266FBF8-C202-425B-9F74-2B5DA1E9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A3421DFD-9EEF-40CC-B3C1-EC926895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3567DD07-7046-47A2-A6BE-8378FC7D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D8878FB1-8709-4D7E-BA2E-E5D09148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6" name="Vértice 1">
            <a:extLst xmlns:a="http://schemas.openxmlformats.org/drawingml/2006/main">
              <a:ext uri="{FF2B5EF4-FFF2-40B4-BE49-F238E27FC236}">
                <a16:creationId xmlns:a16="http://schemas.microsoft.com/office/drawing/2014/main" id="{9BF4667C-A531-4BFB-B2FF-5484A9C0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7" name="Vértice 2">
            <a:extLst xmlns:a="http://schemas.openxmlformats.org/drawingml/2006/main">
              <a:ext uri="{FF2B5EF4-FFF2-40B4-BE49-F238E27FC236}">
                <a16:creationId xmlns:a16="http://schemas.microsoft.com/office/drawing/2014/main" id="{E91D1125-4D8C-4F74-BB75-4C12582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8" name="Vértice 3">
            <a:extLst xmlns:a="http://schemas.openxmlformats.org/drawingml/2006/main">
              <a:ext uri="{FF2B5EF4-FFF2-40B4-BE49-F238E27FC236}">
                <a16:creationId xmlns:a16="http://schemas.microsoft.com/office/drawing/2014/main" id="{C287686E-7230-4412-8D97-55E0F8D3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9" name="Vértice 4">
            <a:extLst xmlns:a="http://schemas.openxmlformats.org/drawingml/2006/main">
              <a:ext uri="{FF2B5EF4-FFF2-40B4-BE49-F238E27FC236}">
                <a16:creationId xmlns:a16="http://schemas.microsoft.com/office/drawing/2014/main" id="{7DF9446C-6011-457F-84D3-4B2DE98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70" name="Vértice 5">
            <a:extLst xmlns:a="http://schemas.openxmlformats.org/drawingml/2006/main">
              <a:ext uri="{FF2B5EF4-FFF2-40B4-BE49-F238E27FC236}">
                <a16:creationId xmlns:a16="http://schemas.microsoft.com/office/drawing/2014/main" id="{AF238895-989A-47BA-8BC4-D5DF3E28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71" name="Vértice 6">
            <a:extLst xmlns:a="http://schemas.openxmlformats.org/drawingml/2006/main">
              <a:ext uri="{FF2B5EF4-FFF2-40B4-BE49-F238E27FC236}">
                <a16:creationId xmlns:a16="http://schemas.microsoft.com/office/drawing/2014/main" id="{33A583AF-F442-4542-B022-D25D2226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72" name="Vértice 7">
            <a:extLst xmlns:a="http://schemas.openxmlformats.org/drawingml/2006/main">
              <a:ext uri="{FF2B5EF4-FFF2-40B4-BE49-F238E27FC236}">
                <a16:creationId xmlns:a16="http://schemas.microsoft.com/office/drawing/2014/main" id="{4A7988D7-BF0A-438D-B7A1-CF730B16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3" name="Vértice 8">
            <a:extLst xmlns:a="http://schemas.openxmlformats.org/drawingml/2006/main">
              <a:ext uri="{FF2B5EF4-FFF2-40B4-BE49-F238E27FC236}">
                <a16:creationId xmlns:a16="http://schemas.microsoft.com/office/drawing/2014/main" id="{70FC4612-F4FE-4DFB-B6AE-DE82A12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4" name="Vértice 9">
            <a:extLst xmlns:a="http://schemas.openxmlformats.org/drawingml/2006/main">
              <a:ext uri="{FF2B5EF4-FFF2-40B4-BE49-F238E27FC236}">
                <a16:creationId xmlns:a16="http://schemas.microsoft.com/office/drawing/2014/main" id="{84C2B317-76EF-42A6-B851-335433C3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20119EC2-66DF-49B0-90DF-3D25DF93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D1B39BA-08B0-431A-9914-6FF2357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46CFF83-C969-4ECC-A2E1-2B7DD5B7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8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020DB77-52CA-4FDD-B09C-A4405B0F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AEA9F378-A287-453F-BA11-0D22BCA0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8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AE692077-9F16-4792-9B51-299A255B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8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8DBA0085-FF71-4877-9E4B-E11F1DD9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8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1887E66-6C7A-4F1A-B0AC-BA533D3C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C63BC834-C7EA-4C0F-90C8-BC5909DA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AF42F3A4-A997-45B0-B4FC-4654EF0C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899844D0-0704-4777-9147-50294502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E39CB092-1774-4334-9607-9E893E77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F1C20D8F-2129-4CF6-AC2D-E9AD633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7FE12DA5-A1CA-44F7-BEAE-AEBEC040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14 como visitado e o acrescenta à pré-ordem.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3474C4BE-1EAE-4253-A4D2-B8864C52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14FA7239-6BFC-40E2-819F-88DEBE6E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</a:t>
            </a:r>
          </a:p>
        </p:txBody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11C092D0-BEC8-4EC2-B36A-95A9BC2F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14/16</a:t>
            </a:r>
          </a:p>
        </p:txBody>
      </p:sp>
    </p:spTree>
    <p:extLst>
      <p:ext uri="{BB962C8B-B14F-4D97-AF65-F5344CB8AC3E}">
        <p14:creationId xmlns:p14="http://schemas.microsoft.com/office/powerpoint/2010/main" val="83220474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15: visita ao vértice 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C3428B-053E-6B4E-39FF-75B44F3F33F6}" type="slidenum">
              <a:t>32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E3F4AC4-881F-417F-A1DF-768CB72E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4B9E852-3757-43E2-BAC5-1723509A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AD9B67A-C233-40FA-BAF3-1DD64A0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DE16E75-D39E-4FC7-9473-7F683248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2B39FA5-786A-46C7-90DF-199622BA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0C7E198-7C0F-45AD-BCF4-57599362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05D3A60-1F85-4E03-9A6B-E3BA081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2A7D84F-9A65-43F5-BE2B-DCF0AD22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48E1FC2-553E-46E1-892A-161CC9A6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3D59B36-8827-4C39-94F9-CDA8907F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CD02D13-C254-4638-89A2-F4F7CD66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E46755D-7F93-4588-BC63-7C9D680A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3F1D163-A5C3-464D-AB50-BA67C0C6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028FD1E-8330-461C-8F43-A8BFA061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86823E4-B3CE-4F18-97F5-303577C3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BA3622E-16C4-416B-A727-0E8F2DD5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9070E8B-EFCB-4749-B563-8A948CBF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BC76517-28EC-4FD9-98E4-4749524D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14B0C0A-F608-4DA9-8D9C-0899F106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388A72B9-F275-4083-90C8-2158D201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62D48BB6-BF1C-4118-89BD-19E07121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789439E4-123C-4FCE-893C-F410D98F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05FF2D93-0A4E-4EDB-9637-57384022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F88923CB-1C50-46C0-98A6-70ADCC80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C9D03D2-5F83-4365-AB82-9F2C3C79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38C93CE8-0607-4030-853D-640C39C6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DDA9E6CF-796C-472B-A41B-C6FB014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0EF85F0B-EF92-43BA-964A-F80B16DF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5BB82DA-05A3-4B94-BF27-96B3725F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CE015081-16BE-4905-984B-66ACAC0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2FCED4BD-9715-443E-B4DC-79B78775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6CA360E-7279-4A1B-98FB-4461AA2D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B715582A-329C-4517-B19C-831962D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7" name="Vértice 1">
            <a:extLst xmlns:a="http://schemas.openxmlformats.org/drawingml/2006/main">
              <a:ext uri="{FF2B5EF4-FFF2-40B4-BE49-F238E27FC236}">
                <a16:creationId xmlns:a16="http://schemas.microsoft.com/office/drawing/2014/main" id="{D35603A3-DB2E-4C78-B629-DAD4EFE2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8" name="Vértice 2">
            <a:extLst xmlns:a="http://schemas.openxmlformats.org/drawingml/2006/main">
              <a:ext uri="{FF2B5EF4-FFF2-40B4-BE49-F238E27FC236}">
                <a16:creationId xmlns:a16="http://schemas.microsoft.com/office/drawing/2014/main" id="{0037D429-417C-4235-B11C-C143EB2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9" name="Vértice 3">
            <a:extLst xmlns:a="http://schemas.openxmlformats.org/drawingml/2006/main">
              <a:ext uri="{FF2B5EF4-FFF2-40B4-BE49-F238E27FC236}">
                <a16:creationId xmlns:a16="http://schemas.microsoft.com/office/drawing/2014/main" id="{242AED55-3609-4587-8697-D53D5036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70" name="Vértice 4">
            <a:extLst xmlns:a="http://schemas.openxmlformats.org/drawingml/2006/main">
              <a:ext uri="{FF2B5EF4-FFF2-40B4-BE49-F238E27FC236}">
                <a16:creationId xmlns:a16="http://schemas.microsoft.com/office/drawing/2014/main" id="{38AB2620-D985-4837-BB29-D0B8E870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71" name="Vértice 5">
            <a:extLst xmlns:a="http://schemas.openxmlformats.org/drawingml/2006/main">
              <a:ext uri="{FF2B5EF4-FFF2-40B4-BE49-F238E27FC236}">
                <a16:creationId xmlns:a16="http://schemas.microsoft.com/office/drawing/2014/main" id="{512A9B3F-C1DE-4AAA-A865-8A17B11F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72" name="Vértice 6">
            <a:extLst xmlns:a="http://schemas.openxmlformats.org/drawingml/2006/main">
              <a:ext uri="{FF2B5EF4-FFF2-40B4-BE49-F238E27FC236}">
                <a16:creationId xmlns:a16="http://schemas.microsoft.com/office/drawing/2014/main" id="{753E0AC6-D3A0-4AFE-8965-32884D8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73" name="Vértice 7">
            <a:extLst xmlns:a="http://schemas.openxmlformats.org/drawingml/2006/main">
              <a:ext uri="{FF2B5EF4-FFF2-40B4-BE49-F238E27FC236}">
                <a16:creationId xmlns:a16="http://schemas.microsoft.com/office/drawing/2014/main" id="{C4D0F83F-4FCC-4EF3-99EE-A5FD559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4" name="Vértice 8">
            <a:extLst xmlns:a="http://schemas.openxmlformats.org/drawingml/2006/main">
              <a:ext uri="{FF2B5EF4-FFF2-40B4-BE49-F238E27FC236}">
                <a16:creationId xmlns:a16="http://schemas.microsoft.com/office/drawing/2014/main" id="{6F6D061E-FE59-40F6-8F0B-ABF40FAD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5" name="Vértice 9">
            <a:extLst xmlns:a="http://schemas.openxmlformats.org/drawingml/2006/main">
              <a:ext uri="{FF2B5EF4-FFF2-40B4-BE49-F238E27FC236}">
                <a16:creationId xmlns:a16="http://schemas.microsoft.com/office/drawing/2014/main" id="{C775F8F6-19CB-479F-924A-F710B6A3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2AE4555-12F8-4B88-93D4-272480E9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EF8A5CA-F03A-42BE-BDC8-DD0F3418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8" name="Vértice 12">
            <a:extLst xmlns:a="http://schemas.openxmlformats.org/drawingml/2006/main">
              <a:ext uri="{FF2B5EF4-FFF2-40B4-BE49-F238E27FC236}">
                <a16:creationId xmlns:a16="http://schemas.microsoft.com/office/drawing/2014/main" id="{FBD7A9B4-A41C-4DC1-9372-50E9FB02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338233D-D472-4E81-BED8-0FD26852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8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0056077-5F1E-491C-BA5C-A373AA34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0B6C1F68-E3F7-4743-BBEC-EC98E9F3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8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BF6F03B-E323-4231-B447-0DEB5C07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83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06A358A-0C0B-4932-AEE9-29BB9D09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05D5DD65-38A2-4EEE-AB51-49B1F266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D40D8EB7-D632-47A7-9192-8C675A2F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16A53C14-520F-4DF3-A7BD-83D6D823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C78D0CE1-AA70-49FA-BF8A-8A4E0A6F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B441B042-48B4-46E2-8645-A4F06A33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B05A0531-0C8F-4763-B1AC-8D36A7A7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15 como visitado e o acrescenta à pré-ordem.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44EC16F4-A802-46E4-A22F-824FA68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CD5043BA-CFB6-4B63-8BBB-4532147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 – 15</a:t>
            </a:r>
          </a:p>
        </p:txBody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C628BE8F-2E74-4E92-BC3C-6FA27602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15/16</a:t>
            </a:r>
          </a:p>
        </p:txBody>
      </p:sp>
    </p:spTree>
    <p:extLst>
      <p:ext uri="{BB962C8B-B14F-4D97-AF65-F5344CB8AC3E}">
        <p14:creationId xmlns:p14="http://schemas.microsoft.com/office/powerpoint/2010/main" val="9808776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16: visita ao vértice 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F9B2FD-F323-2D0A-D581-D6E61055F9A8}" type="slidenum">
              <a:t>33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141D164-22EC-4E0C-AC7E-9634CEE7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B0AA083-59D5-4A14-A259-87EAFE59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E1B31DA-C66B-4D1C-A67E-BE9EEA1E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F7EC428-E519-4C02-A2F6-F3843F70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A856B6D-76D4-4D64-BD8F-F44B0462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FB989FC-A6B8-4489-B2F8-43D5E8B6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898DA89-F0B9-4AAC-AF83-6A98B1DB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9276BE0-85FD-40C2-BD8A-B7BC88EC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0B8BF04-771F-4D9C-B3AB-D275FDDF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A809C9C-D0B6-4E9D-80A4-2211BE30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79C4CFF-7834-4155-98CC-7AC0B205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1216504-D24E-468C-BB4D-F7E06958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F1F60D2-3202-4568-B8DA-FD6C08A1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FEB1B437-4869-456B-BB89-0A1D9FF4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4EB25DB-BAFD-4EB6-9C13-431FF66D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995755F-401B-475F-B89E-B5950E0B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EB470D5-7357-4EEE-967B-433B7F7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187018A-406A-47A2-8358-8CE4FEAA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5A02C71-4E8F-480B-8C03-9625A687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30C4693-E73E-44A7-9EDF-EA78FB5C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EC6FD8EF-B47D-4D14-B708-60F835FD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9BCE6186-14D6-4AB4-A509-09A76C2D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2C9F5928-4E45-4074-B72F-A26F817D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BAD8DEB3-D15F-4C99-9A18-8FF2A56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0360311-B57D-4102-BEB3-0832C4FE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C6226C6E-AEB7-4355-A6E1-B1D7A79C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159FBB22-6EB1-4742-BD23-BFC2A7EF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52198FAC-3653-43A1-94AC-8D1EE617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12AB01A8-5512-456C-B418-3E04F2A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B4EADDBF-D222-495F-969C-F6A5A8F7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60EEEB4D-731C-4613-A946-6A9B9BB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A1E57AF3-12FD-4C96-840B-09D64D2A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DC9A35BC-3FD8-4886-831A-4DFE7FE7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7863884A-6C31-493C-8556-7BCC7AEC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Vértice 1">
            <a:extLst xmlns:a="http://schemas.openxmlformats.org/drawingml/2006/main">
              <a:ext uri="{FF2B5EF4-FFF2-40B4-BE49-F238E27FC236}">
                <a16:creationId xmlns:a16="http://schemas.microsoft.com/office/drawing/2014/main" id="{478921CA-FCCB-486D-9DF9-8B187A2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9" name="Vértice 2">
            <a:extLst xmlns:a="http://schemas.openxmlformats.org/drawingml/2006/main">
              <a:ext uri="{FF2B5EF4-FFF2-40B4-BE49-F238E27FC236}">
                <a16:creationId xmlns:a16="http://schemas.microsoft.com/office/drawing/2014/main" id="{833735F2-252A-4E59-8419-A344B180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70" name="Vértice 3">
            <a:extLst xmlns:a="http://schemas.openxmlformats.org/drawingml/2006/main">
              <a:ext uri="{FF2B5EF4-FFF2-40B4-BE49-F238E27FC236}">
                <a16:creationId xmlns:a16="http://schemas.microsoft.com/office/drawing/2014/main" id="{D8AECA78-F61D-4E6D-916B-89C06CDA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71" name="Vértice 4">
            <a:extLst xmlns:a="http://schemas.openxmlformats.org/drawingml/2006/main">
              <a:ext uri="{FF2B5EF4-FFF2-40B4-BE49-F238E27FC236}">
                <a16:creationId xmlns:a16="http://schemas.microsoft.com/office/drawing/2014/main" id="{E7AF716E-94AA-4D3F-B122-C5BD7B8D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6E1B5B7-7A3A-41EC-9576-790017A4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3" name="Vértice 5">
            <a:extLst xmlns:a="http://schemas.openxmlformats.org/drawingml/2006/main">
              <a:ext uri="{FF2B5EF4-FFF2-40B4-BE49-F238E27FC236}">
                <a16:creationId xmlns:a16="http://schemas.microsoft.com/office/drawing/2014/main" id="{2DDCC1AA-14AE-4A50-9B16-D66588B1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74" name="Vértice 6">
            <a:extLst xmlns:a="http://schemas.openxmlformats.org/drawingml/2006/main">
              <a:ext uri="{FF2B5EF4-FFF2-40B4-BE49-F238E27FC236}">
                <a16:creationId xmlns:a16="http://schemas.microsoft.com/office/drawing/2014/main" id="{7728400E-E7EE-44DE-BE01-A27855D7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75" name="Vértice 7">
            <a:extLst xmlns:a="http://schemas.openxmlformats.org/drawingml/2006/main">
              <a:ext uri="{FF2B5EF4-FFF2-40B4-BE49-F238E27FC236}">
                <a16:creationId xmlns:a16="http://schemas.microsoft.com/office/drawing/2014/main" id="{A6C2403C-E05E-4276-9994-579AD56A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6" name="Vértice 8">
            <a:extLst xmlns:a="http://schemas.openxmlformats.org/drawingml/2006/main">
              <a:ext uri="{FF2B5EF4-FFF2-40B4-BE49-F238E27FC236}">
                <a16:creationId xmlns:a16="http://schemas.microsoft.com/office/drawing/2014/main" id="{2B36426F-A0CC-4FF7-A633-8E60DEB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7" name="Vértice 9">
            <a:extLst xmlns:a="http://schemas.openxmlformats.org/drawingml/2006/main">
              <a:ext uri="{FF2B5EF4-FFF2-40B4-BE49-F238E27FC236}">
                <a16:creationId xmlns:a16="http://schemas.microsoft.com/office/drawing/2014/main" id="{3DEEC575-F6F3-4D59-BDB4-F622A378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8" name="Vértice 10">
            <a:extLst xmlns:a="http://schemas.openxmlformats.org/drawingml/2006/main">
              <a:ext uri="{FF2B5EF4-FFF2-40B4-BE49-F238E27FC236}">
                <a16:creationId xmlns:a16="http://schemas.microsoft.com/office/drawing/2014/main" id="{E7FE21A9-CF52-46B4-AE18-6948970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9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480C59E-8322-4D25-957C-BC2136CC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80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3318EA8-05AB-4691-A00D-A33B7074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81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AFA69DC-6501-418F-B9F5-3B5A8AE9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82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5A72092-3949-48B5-B3DA-D4492168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8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97DEFAD5-28E8-4996-B564-91D7BE1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8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904BC1C-5227-4A6A-BFA7-478F7B3F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8FF4BF55-7085-46E7-A421-A5F7ADF4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050A7170-9FB6-4636-8F3E-7DE767C1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018A9E63-CE00-48C2-9065-1D3E8B1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53EEA642-4C46-4B75-8C7E-C670E0CD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4307EEE0-1EA5-43A1-9578-D32923A5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EC49182C-559E-4E1F-A8B7-064FE558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5 como visitado e o acrescenta à pré-ordem.</a:t>
            </a:r>
          </a:p>
        </p:txBody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A8F65EF2-BB89-401F-B245-475F62EF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D8A50A76-5DC1-436B-A9E2-99867651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 – 15 – 5</a:t>
            </a:r>
          </a:p>
        </p:txBody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EFE6CF6E-C620-4350-B529-E1EE778A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16/16</a:t>
            </a:r>
          </a:p>
        </p:txBody>
      </p:sp>
    </p:spTree>
    <p:extLst>
      <p:ext uri="{BB962C8B-B14F-4D97-AF65-F5344CB8AC3E}">
        <p14:creationId xmlns:p14="http://schemas.microsoft.com/office/powerpoint/2010/main" val="20072255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Fechamento da rota inicial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C2EC43-E3B9-C9B0-67FF-5447EB7F3925}" type="slidenum">
              <a:t>34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12D86F5-4E7A-4829-BDBF-DF408056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PARTITIONROUTE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DC8D4DD-79FB-46B7-9051-5482D3D9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9A6D0DD-922C-4F95-A99F-10A77A48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D6E30F8-1CB4-4E6D-A415-205A25E6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97DB207-22B7-417A-A73C-D04E1A89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CEB71DD-16F6-46D6-B798-3CB89A53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A38E1E8-981B-4F3E-8AB4-74A4CC72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78B7FAD-596F-4B80-94B1-8D691EB1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0476CE5-43FD-479C-B912-0EFB211F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DA5CAAE-B72C-4231-A96A-BA59773E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0BC5310-404A-4878-8308-534636D4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F0C1711-9973-42A2-A8F0-6849724B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A41149E-BFF2-451B-87E1-A321028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AD28A55-A416-41C5-927E-A7BF821E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9EFED8B-06A1-4B9E-B5FD-96E14BC3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3EA78C3-EC43-41E4-BEAA-0276CC16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D88B047-7809-4BFE-B7FA-0147774F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2F442C6-7BB6-4057-AED5-DD024505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287E1BBA-CCDE-4069-8999-FAB2683D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D76A9A7B-BA5E-4A47-8AE7-E91B1642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DC9B0FEB-11BE-4BE3-8DA6-86075BF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2F740D88-CB2C-4BDC-B3EC-C79BFB10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B3C0B06A-FC00-4BFA-8223-BACA6AB8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B9949702-0E2F-4136-A3A7-8685C7AE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4A92CE4E-5CF4-4A09-8518-6EB713E0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5E0DAAC1-5BBA-4EB8-AD38-C8EF3509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0CEC0174-A60B-4FDF-9BA4-219581C9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CC8A01F-E2F0-4348-BF2D-483BD0DE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6524478-9392-40AE-A316-A1C11B84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0019A589-47A0-4BCB-98F7-CF1EB4D4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B22556B5-7F56-4971-9BE8-BA3C2843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77DD2A5-6F51-48D4-8712-C0DC7ED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A9C40EE-2B55-4D7E-AA95-5BBE051B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47F950F-AF93-49C7-8D37-BF59D344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F336AF40-9E47-49AA-A634-8B2CA979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0FEA7D9-61DE-42F6-B94D-39076B5D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259241F-E969-4A96-A624-3C5501A0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C6DFDE43-C9ED-4C66-BC02-666B576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1355A3A-4401-43F7-AE8B-93D2AAE6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447A01F-080A-404E-A58A-52D53068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Repete o depósito no final da pré-ordem e fecha o ciclo.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34A30B6-CB66-454E-928A-9667CA4D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Os extremos recebem Combined. As 15 posições internas começam como Simple.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A97C9BF-54E6-409F-942C-C283CDD2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fechada: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 – 15 – 5 – 1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890BF56-4347-4DF9-AFC9-E10F5606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7.788</a:t>
            </a:r>
          </a:p>
        </p:txBody>
      </p:sp>
    </p:spTree>
    <p:extLst>
      <p:ext uri="{BB962C8B-B14F-4D97-AF65-F5344CB8AC3E}">
        <p14:creationId xmlns:p14="http://schemas.microsoft.com/office/powerpoint/2010/main" val="5857615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 e escolha do candidato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4FA566-8B12-6DD2-DDB5-FA6393938FB6}" type="slidenum">
              <a:t>35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6568B4F-C49E-46DC-82AC-E2A614E3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REGRAS DA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2552BC7-9151-440C-BFE1-4BE8D30F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DBED699-A2C3-4A6D-B4EA-820FE46E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A0AD8CE-4DC8-47C7-A2DB-D2D4754E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7619834-127B-443A-B510-1B69EF25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14E7A7B-A5B6-4B38-8D65-1C3FC3AE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C26A718-78FA-490F-A747-3E47A5F6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FAA39A2-7104-42A5-9492-6EFA0D0F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55538CB-CE85-4349-8BB0-497840ED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955663E-7DDE-4498-BFC2-9A55FA3C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8FDB8F0-EB65-4FC6-9924-01961D34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B2D6B0B-DB84-4F54-BE65-1B93B218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29525F0-15BB-4882-A19C-26BFE03A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394FDB6-5953-48CD-BA56-059FE5F9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74C8B4A-0B0F-477A-8462-22D16D09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FA0F826-FB04-408B-9FC2-576D9D1A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65A92F1-3893-49B1-946D-2657E243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779060D-2FE6-4B73-88F1-33F5998B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9578BF21-E4AF-43A6-B20D-948DEC2C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D7BF8CC8-EB72-4350-B81C-03BA9C7E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8FA62390-2DE2-489B-B90F-8A227BBF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3EAF8490-650F-4069-AB98-7A6B2072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6EEB1134-D434-43FF-9C46-649F22AC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CC3C72B1-840A-4AF9-9917-D8D2EB2F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C8CCBA0C-AF76-49BE-A129-26EF150E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7CF58F0A-8B44-4B89-A7A1-50E3FB30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771124B3-27EA-4865-8AEC-020757E0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C71BA83-CC5F-4A2A-85CB-9E84FE62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FD51CAB-D9C4-48EA-A2C5-34E233FC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FF84F29-B4F2-41F3-B1CB-64BAB5E8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7271CFC-1981-4810-A756-23084DA0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384D5E8-E7FF-42AB-B007-9690763C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9F65D423-BC34-44FD-9CC5-4E67402A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37B4E99-EE1A-4A2E-8F30-E247E90A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0D6AC4B8-DFA3-4694-BD5D-17FB99A3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CFE69DD-98C7-4BF5-8C00-132FE5D0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9D92B3B-0518-423E-B3FC-EB37908F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0A3B3CA-946E-4F36-B089-31D076E3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23A375C-CF6A-41B1-898E-B4284C40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E4969ED8-461A-435A-AD3E-C8ECB85A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Cada segmento custa max(caminhão, drone). O custo total soma os segmentos entre fronteiras.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1A4A975-8CED-4970-9444-F1326655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fila prioriza a maior economia. Em empate: MakeFly, PushLeft, PushRight e menor posição.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CF9F4E0-88B6-4C8A-85DB-35D2094B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laço segue enquanto houver Simple. Economia zero também é aceita.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43551410-A707-48E9-BBB8-660866F8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7.788</a:t>
            </a:r>
          </a:p>
        </p:txBody>
      </p:sp>
    </p:spTree>
    <p:extLst>
      <p:ext uri="{BB962C8B-B14F-4D97-AF65-F5344CB8AC3E}">
        <p14:creationId xmlns:p14="http://schemas.microsoft.com/office/powerpoint/2010/main" val="71960557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01: MakeFly no vértice 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9A338D-B192-3127-EB9A-53A2665A0BB7}" type="slidenum">
              <a:t>36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4F0C8C5-577E-4465-9014-8744B147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36B2A7C-5E08-4858-A587-CA2FABE4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06ED215-3147-4387-B433-FA017728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DF84F4F-284E-47E3-A63B-072AE6DD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36DA4D6-5AE8-4270-9034-DCBADFB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EB7BF1A-C0A4-4EA3-A8CB-9EB4FFA4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E5571C1-F390-45EA-AA62-868D9658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726AE80-AF3E-4441-8F27-88BA8618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5E188C4-8F4B-481B-A59C-84E5825D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32C60F7-2CB0-4CF5-94A3-BE8BA892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CAA873C-7867-4EB5-9FDF-6EE45104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C1013D72-F85B-4F30-9BAE-B1E8341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C95BA6F-8366-47F7-8318-BB5CDC1B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4EA6171-4AF1-4170-8EA9-E9E66C3B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3CFECC3-01C4-4136-B302-8BE01B4D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AFFABCF-9476-4000-A246-0B08EDE4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51A9480-A58D-4AE8-A671-EAD43D27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DFB9364-1453-4DF7-97F6-0C049AA0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90EE934-D792-402A-B3BD-6C71030C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D0B4CD7D-2E9F-4F4C-B90A-C686429F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0942C533-98D8-4255-9623-FB799954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49CA18F1-8222-458F-8ACC-9410922D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E5812F78-C38E-4717-BAC8-9963D65D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C3BF91E8-D42D-46BC-AA4A-402E35C3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29EE7F60-B228-4446-A28E-F8BCCC81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07213231-74CC-45AE-88EF-1F8E7127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ACF95473-53F3-4AC6-A5AC-AA740C8F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8FBE67CA-0456-4C43-9C8B-9576B0C3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49A22AAE-104C-4293-95B1-32213BC6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B853B5B-D314-43D0-92ED-E4FE5A70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0AE4D02-D17B-45ED-B61B-7C0755FC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24F8445-DCF4-4A62-87C4-2A83716A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908DC1E-E0EE-4855-AE36-8F8C200C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7F1F95C-4A07-4D92-9B71-D3202BE5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4208C18-A259-4512-9D06-6B56E1FE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06B8208-4587-4E92-8944-08AAAA8B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2FE5AFC5-649B-421C-93ED-3A54535C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96B98CC-2B48-49C5-B142-81344180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03EC344-E90B-463E-BBFD-1A831626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192C5898-4B08-4C15-B825-473022BA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2F98AE8-86BA-41B8-8F54-CD115BDA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76E75C0-789C-4C82-B8AF-DCD4F21C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8 passa de Simple para Drone. 1 e 4 tornam-se Combined.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63FA2AB-6363-4124-8E12-6AA9F448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8. O drone voa 1 – 8 – 4.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662C8942-4137-41E1-A013-1BCDD558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7788 − 0 = 7788.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13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9C5D1597-1CF4-4B8B-97DC-E79C77AA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82659239-FC43-4124-8FE8-35133593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7.788</a:t>
            </a:r>
          </a:p>
        </p:txBody>
      </p:sp>
    </p:spTree>
    <p:extLst>
      <p:ext uri="{BB962C8B-B14F-4D97-AF65-F5344CB8AC3E}">
        <p14:creationId xmlns:p14="http://schemas.microsoft.com/office/powerpoint/2010/main" val="83549547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02: PushLeft no vértice 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334276-4C85-190E-BA41-5CA1CBB04E4E}" type="slidenum">
              <a:t>37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14A75DB-81D0-4430-9C74-D2FAD809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4F367E8-9E11-430F-A9D0-0BF9B3C2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031480E-C8CA-4628-A4F9-C49EC7C5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CDB4A88-7E17-4DF4-A9B6-218B58BE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98A9F10-8375-4827-A6CB-4B2C40E5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2713DEB-27BB-44A2-9498-E7C9903F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BE99382-EB0E-4143-BCC4-439EA093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4DD2159-AED5-4F22-968C-C9015A82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EDF18FA-4F08-4169-A22A-FD7F93D2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0B13974-D19C-4B14-8643-02BAD478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B63FCFA-4091-4B7D-BA1F-AB1230ED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504844F-466E-4457-8524-36EF23EF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9F024EB-DD4A-42BF-8AA2-7C9A1E9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7C811DF-044B-4C6B-88AE-4EBCFB53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D5E3348-E77D-4B29-B773-96939D7A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53097FC-A9BF-4E37-908A-665C4B61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DBCFE91-99D2-4EA5-9CAB-A6B5E82C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ACB19C4-99B1-4992-BF12-2B2F3933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8AA7A52-7057-43E6-A24A-018E1158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20547083-83E8-4F9E-97D3-09544389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40529E88-4730-4B29-B267-1BF8ED58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8389F1E6-FF8C-427A-85DC-DDD58F3B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2">
            <a:extLst xmlns:a="http://schemas.openxmlformats.org/drawingml/2006/main">
              <a:ext uri="{FF2B5EF4-FFF2-40B4-BE49-F238E27FC236}">
                <a16:creationId xmlns:a16="http://schemas.microsoft.com/office/drawing/2014/main" id="{21392683-AA09-4749-8A59-A3C98801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EBEF1D4E-FA37-4DB2-B1B6-4124857D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CD2622F9-B3F2-4593-9755-4F6E7590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1D8FC3E4-1988-47F0-9F88-9D3BB73B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8B934431-C14B-42DE-A938-37D7B06D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024D1764-4E6C-436A-AC20-6D6542F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10E36C98-943E-43FC-B1B6-9382C671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4C55EDE0-34DA-4CE6-BEF0-D5AC616C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2C3C42B5-0152-4E6C-9149-AC3592EC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CAD038F-15B4-4D2F-B2A9-F04B0B35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1ABD016-556A-4356-98CD-0B1E69A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6FC83202-BEEE-41D2-8DE8-26DE747D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7CAC645-05DE-4846-9CD3-48BB26B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56A2D07-66A2-45E2-9E96-62CE1E4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B996C570-AFDE-4115-8281-79A7DD83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5D3EE0F-2694-474E-9D8D-1CD46D7C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4D6D011-D42F-414F-9F0C-2A4E479B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31B98A6-D55D-4101-B64D-7E1644CF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B86E3EC4-63ED-49D8-A07E-CA7FDB13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92F968B-175E-49E4-9B6F-87056DBC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D68BBA7-F8EC-421D-BDA5-125B3C3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 passa de Simple para Combined. O antigo encontro, em 4, passa a Truck.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F87F169-E25E-4B7D-A4B9-C861452C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2. O drone passa a reencontrar o caminhão em 2.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CB4D96F-BDE7-43DD-8BA2-ACB6827F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7788 − 19 = 7769.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12 posições Simple.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0DA204C5-ADC8-44E1-A723-2FB1CD4D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7.769</a:t>
            </a:r>
          </a:p>
        </p:txBody>
      </p:sp>
    </p:spTree>
    <p:extLst>
      <p:ext uri="{BB962C8B-B14F-4D97-AF65-F5344CB8AC3E}">
        <p14:creationId xmlns:p14="http://schemas.microsoft.com/office/powerpoint/2010/main" val="172564223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03: MakeFly no vértice 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5A7F00-3259-A23D-D734-A322A9F9DD63}" type="slidenum">
              <a:t>38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BF2F630-CDC0-4B24-8EBA-80C1A9E9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8020DEB-5882-44A9-A5DD-E9A7AF1D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D823722-BFCC-46FD-A342-C2A1B113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E7CCA7F-D30A-4555-ABA8-0762762E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87894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699006" y="0"/>
                </a:moveTo>
                <a:lnTo>
                  <a:pt x="0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ED28D8B-DE08-47CC-81A6-35B14567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4331838"/>
            <a:ext cx="65371" cy="689302"/>
          </a:xfrm>
          <a:custGeom xmlns:a="http://schemas.openxmlformats.org/drawingml/2006/main">
            <a:pathLst>
              <a:path w="65371" h="689302">
                <a:moveTo>
                  <a:pt x="0" y="0"/>
                </a:moveTo>
                <a:lnTo>
                  <a:pt x="65371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7B45167-A820-478A-942D-43A4EDAB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40DDA1E-4DF2-443B-A7A0-D9520C2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3243069-0134-4101-8289-6DCC7CA9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4DE7EF4-D6FF-46AD-8654-9F452E80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CA973A9-50EF-4CF1-B7FF-A815069C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EA266B4-B916-4067-AD2A-EC4D6EDC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08B132C-B952-4111-B3D1-C5B4B7A4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0341C7E-15D0-4BBD-AE23-59484C82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E70F22F-60C6-4879-A0A1-F275EA62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8BD491F-20C3-4BDA-B5FA-BF1F4A46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5F81A0E-2D98-4FF4-90A8-C9B56308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BCFC694-D29A-4905-BD44-2B8F0166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423A53E-946C-410F-93F3-23FA054D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8D5DA19A-C5E1-45D8-9F99-0E76F7C1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F5B0FF8F-EF83-4AE8-ABE0-5218B501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60ECD54E-5D25-4254-BC5A-8A8C0153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3A6A684-1CCD-4B9A-AEE9-02DF5727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Vértice 1">
            <a:extLst xmlns:a="http://schemas.openxmlformats.org/drawingml/2006/main">
              <a:ext uri="{FF2B5EF4-FFF2-40B4-BE49-F238E27FC236}">
                <a16:creationId xmlns:a16="http://schemas.microsoft.com/office/drawing/2014/main" id="{5D1E9264-8B4D-4B9D-8635-5AF47DDF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7" name="Vértice 2">
            <a:extLst xmlns:a="http://schemas.openxmlformats.org/drawingml/2006/main">
              <a:ext uri="{FF2B5EF4-FFF2-40B4-BE49-F238E27FC236}">
                <a16:creationId xmlns:a16="http://schemas.microsoft.com/office/drawing/2014/main" id="{F73013EB-3C57-4421-8C32-66F0D138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F16C95F2-C23C-4403-89DC-76B847AE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3">
            <a:extLst xmlns:a="http://schemas.openxmlformats.org/drawingml/2006/main">
              <a:ext uri="{FF2B5EF4-FFF2-40B4-BE49-F238E27FC236}">
                <a16:creationId xmlns:a16="http://schemas.microsoft.com/office/drawing/2014/main" id="{F4C62226-F898-4F0A-B8F1-F115222D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0" name="Vértice 4">
            <a:extLst xmlns:a="http://schemas.openxmlformats.org/drawingml/2006/main">
              <a:ext uri="{FF2B5EF4-FFF2-40B4-BE49-F238E27FC236}">
                <a16:creationId xmlns:a16="http://schemas.microsoft.com/office/drawing/2014/main" id="{98630A3A-A3EA-4F86-B841-621C8BBD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1" name="Vértice 5">
            <a:extLst xmlns:a="http://schemas.openxmlformats.org/drawingml/2006/main">
              <a:ext uri="{FF2B5EF4-FFF2-40B4-BE49-F238E27FC236}">
                <a16:creationId xmlns:a16="http://schemas.microsoft.com/office/drawing/2014/main" id="{CF5FE1D6-7601-4C67-AA2A-B96E00B4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2" name="Vértice 6">
            <a:extLst xmlns:a="http://schemas.openxmlformats.org/drawingml/2006/main">
              <a:ext uri="{FF2B5EF4-FFF2-40B4-BE49-F238E27FC236}">
                <a16:creationId xmlns:a16="http://schemas.microsoft.com/office/drawing/2014/main" id="{7DAD25D8-AA2B-4B76-8126-23F278E8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3" name="Vértice 7">
            <a:extLst xmlns:a="http://schemas.openxmlformats.org/drawingml/2006/main">
              <a:ext uri="{FF2B5EF4-FFF2-40B4-BE49-F238E27FC236}">
                <a16:creationId xmlns:a16="http://schemas.microsoft.com/office/drawing/2014/main" id="{0A9F7784-22D4-4505-A73F-F1065344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4" name="Vértice 8">
            <a:extLst xmlns:a="http://schemas.openxmlformats.org/drawingml/2006/main">
              <a:ext uri="{FF2B5EF4-FFF2-40B4-BE49-F238E27FC236}">
                <a16:creationId xmlns:a16="http://schemas.microsoft.com/office/drawing/2014/main" id="{94414CF5-C42E-4C9A-BE6F-68AC294D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5" name="Vértice 9">
            <a:extLst xmlns:a="http://schemas.openxmlformats.org/drawingml/2006/main">
              <a:ext uri="{FF2B5EF4-FFF2-40B4-BE49-F238E27FC236}">
                <a16:creationId xmlns:a16="http://schemas.microsoft.com/office/drawing/2014/main" id="{2F928419-DB14-4A03-86D5-F7AAD1BF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9BD5D09-7309-4C4E-BFB6-63A93E74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AD6BE78-6873-415C-9A51-C3CD9410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8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7079A61-625B-4583-B8DC-747B0667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09DB9A3-F9DA-410C-8642-A6031175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170F668-A085-4CE4-9B7D-A3172942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B15A660-4452-4C37-8F72-35E65C46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6F4DB1B-5416-401E-8CBB-1481C79B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FF91154-0302-4638-9A1B-8E5FA740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FBC28F27-6AA9-46C1-8680-E3A777F9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0C73E50-ACE5-4AD3-9CF7-08C5B45E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F16E1350-A7CF-448B-B429-E15602FD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D6EA71B-C7E8-4C80-B140-AC10BAED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297F55B-E154-420A-A15C-97ECD038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3 passa de Simple para Drone. 2 e 16 tornam-se Combined.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18511291-F6D8-44C0-A10A-97202BCD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3. O drone voa 2 – 3 – 16.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62CB8CF6-34AC-4383-ABBA-5AC8926D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7769 − 0 = 7769.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10 posições Simple.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16C7723A-2CFB-4855-95B6-0F6E69C0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E31807A9-E278-469A-89F0-9D76378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7.769</a:t>
            </a:r>
          </a:p>
        </p:txBody>
      </p:sp>
    </p:spTree>
    <p:extLst>
      <p:ext uri="{BB962C8B-B14F-4D97-AF65-F5344CB8AC3E}">
        <p14:creationId xmlns:p14="http://schemas.microsoft.com/office/powerpoint/2010/main" val="159854823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04: PushLeft no vértice 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66C477-A387-35CF-F492-F54B4FA4FEC9}" type="slidenum">
              <a:t>39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B33C051-49E2-4E28-8895-E4954B88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5099B96-7C65-48C8-B440-7ED8B992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C7178DF-4DBD-4FAC-9131-0A03C47C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BBEDAD3-F32C-4AA9-B8E6-475DD77F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87894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699006" y="0"/>
                </a:moveTo>
                <a:lnTo>
                  <a:pt x="0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3D658ED-C37E-41CD-B8E2-6DF96F92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4331838"/>
            <a:ext cx="65371" cy="689302"/>
          </a:xfrm>
          <a:custGeom xmlns:a="http://schemas.openxmlformats.org/drawingml/2006/main">
            <a:pathLst>
              <a:path w="65371" h="689302">
                <a:moveTo>
                  <a:pt x="0" y="0"/>
                </a:moveTo>
                <a:lnTo>
                  <a:pt x="65371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9BF4E0B-073B-49ED-BAE5-001AB6EE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9DE2D66-EC49-410A-B814-FFEA1449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2D272BD-8EB6-4325-8AF5-B369ECAA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91AB762-9815-43EC-81AC-5FE8A1F5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815FD7A-4850-48D6-9A8A-B7E71FAE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A2C9777C-A32B-41B4-B0E4-4F9882E2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F97638C-CF9B-42F8-9C74-5EB8F31F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D2D77B3-F184-4DF3-A612-1E0298C0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5C888DF-E64C-474E-87DB-0D32BC65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3720344-C944-42D8-86AD-CABA26CE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CEA8A13-E44F-4F86-8374-9F0B620F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B48925F-587F-45A8-BE07-4C08429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E3736AF-7DFC-44A6-A2BB-72482074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24C2F87-062B-4FE5-8234-40D4675D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0F30DB8-216B-484F-9F00-4B24A24B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E7C504D7-70EA-4F54-B6EF-869D63A1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91DB1E0A-E0E7-4261-86FD-133BEF4E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2280567"/>
            <a:ext cx="4285525" cy="2138077"/>
          </a:xfrm>
          <a:custGeom xmlns:a="http://schemas.openxmlformats.org/drawingml/2006/main">
            <a:pathLst>
              <a:path w="4285525" h="2138077">
                <a:moveTo>
                  <a:pt x="4285525" y="21380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Vértice 1">
            <a:extLst xmlns:a="http://schemas.openxmlformats.org/drawingml/2006/main">
              <a:ext uri="{FF2B5EF4-FFF2-40B4-BE49-F238E27FC236}">
                <a16:creationId xmlns:a16="http://schemas.microsoft.com/office/drawing/2014/main" id="{4B0C3B58-3B9E-4BA4-B78C-2873D367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7" name="Vértice 2">
            <a:extLst xmlns:a="http://schemas.openxmlformats.org/drawingml/2006/main">
              <a:ext uri="{FF2B5EF4-FFF2-40B4-BE49-F238E27FC236}">
                <a16:creationId xmlns:a16="http://schemas.microsoft.com/office/drawing/2014/main" id="{D1DCC726-0726-436B-9A56-62728AA7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8" name="Vértice 3">
            <a:extLst xmlns:a="http://schemas.openxmlformats.org/drawingml/2006/main">
              <a:ext uri="{FF2B5EF4-FFF2-40B4-BE49-F238E27FC236}">
                <a16:creationId xmlns:a16="http://schemas.microsoft.com/office/drawing/2014/main" id="{630E181C-7321-4652-A3C2-C0DBB02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9" name="Vértice 4">
            <a:extLst xmlns:a="http://schemas.openxmlformats.org/drawingml/2006/main">
              <a:ext uri="{FF2B5EF4-FFF2-40B4-BE49-F238E27FC236}">
                <a16:creationId xmlns:a16="http://schemas.microsoft.com/office/drawing/2014/main" id="{044103FA-F6D1-4FA8-B1C0-FE33C41C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0" name="Vértice 5">
            <a:extLst xmlns:a="http://schemas.openxmlformats.org/drawingml/2006/main">
              <a:ext uri="{FF2B5EF4-FFF2-40B4-BE49-F238E27FC236}">
                <a16:creationId xmlns:a16="http://schemas.microsoft.com/office/drawing/2014/main" id="{8CF03B77-0C24-4A66-A0CD-50894CA2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1" name="Vértice 6">
            <a:extLst xmlns:a="http://schemas.openxmlformats.org/drawingml/2006/main">
              <a:ext uri="{FF2B5EF4-FFF2-40B4-BE49-F238E27FC236}">
                <a16:creationId xmlns:a16="http://schemas.microsoft.com/office/drawing/2014/main" id="{37F42AE4-A7C5-4B41-90EE-938A51C0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2" name="Vértice 7">
            <a:extLst xmlns:a="http://schemas.openxmlformats.org/drawingml/2006/main">
              <a:ext uri="{FF2B5EF4-FFF2-40B4-BE49-F238E27FC236}">
                <a16:creationId xmlns:a16="http://schemas.microsoft.com/office/drawing/2014/main" id="{9FD37AFF-23CB-4CF1-96C9-D88E547B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3" name="Vértice 8">
            <a:extLst xmlns:a="http://schemas.openxmlformats.org/drawingml/2006/main">
              <a:ext uri="{FF2B5EF4-FFF2-40B4-BE49-F238E27FC236}">
                <a16:creationId xmlns:a16="http://schemas.microsoft.com/office/drawing/2014/main" id="{DA603840-E2AA-47FC-91B1-D3DFBFDE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4" name="Vértice 9">
            <a:extLst xmlns:a="http://schemas.openxmlformats.org/drawingml/2006/main">
              <a:ext uri="{FF2B5EF4-FFF2-40B4-BE49-F238E27FC236}">
                <a16:creationId xmlns:a16="http://schemas.microsoft.com/office/drawing/2014/main" id="{E6D28A10-9474-4238-A159-C140EC66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E5DEDC8-D855-449A-922C-0D6210B3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FB64638-5F9A-4130-BC24-81A236AD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ADD0FA5-C197-45C3-866E-F0738BD2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7525E66E-2E94-457F-9BFF-75CB9846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D494D79-B939-4C60-8599-2C0EEB03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43BC4D4E-BD7D-449C-9274-B30B1FD5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8BB061D-A0D5-4E04-8ECE-8A5799CB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FFACB02-E389-4822-AC34-DD9CF28A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17710EA-83B7-4284-A9CD-5EEDD7E8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53CD70C-212E-4E0D-B1A0-CC0FE9EF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8E146DE-7B60-4E08-A83D-0F6B6F8B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5245656-C105-417C-B5B4-19BC936E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F0EC041-108B-4319-8EF9-0FAE3196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B0652E67-5E70-4088-AD34-EF445FB5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 passa de Simple para Combined. O antigo encontro, em 16, passa a Truck.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D38E14A2-4DC9-4D73-A11B-BBFA597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13. O drone passa a reencontrar o caminhão em 13.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6C5653CC-7B5E-4CAC-B2BD-BB19CBE9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7769 − 1 = 7768.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9 posições Simple.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D33BE536-C4C4-41D4-A5A1-7EC4A3FD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7.768</a:t>
            </a:r>
          </a:p>
        </p:txBody>
      </p:sp>
    </p:spTree>
    <p:extLst>
      <p:ext uri="{BB962C8B-B14F-4D97-AF65-F5344CB8AC3E}">
        <p14:creationId xmlns:p14="http://schemas.microsoft.com/office/powerpoint/2010/main" val="107761304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05: PushLeft no vértice 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C89EF0-BE71-8D92-BDDF-FF7D05F0AC04}" type="slidenum">
              <a:t>40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F312A8F-04D1-42D7-B03E-5AF18A26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F06EA5E-012A-4230-926D-3BA2CB1E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D25EBA6-E2B3-4828-A3DD-E1F505FA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1EB99E8-8ACC-4192-97AE-68DB2176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87894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699006" y="0"/>
                </a:moveTo>
                <a:lnTo>
                  <a:pt x="0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047A2E7-6E5A-42DC-B9D4-5B67C156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4331838"/>
            <a:ext cx="65371" cy="689302"/>
          </a:xfrm>
          <a:custGeom xmlns:a="http://schemas.openxmlformats.org/drawingml/2006/main">
            <a:pathLst>
              <a:path w="65371" h="689302">
                <a:moveTo>
                  <a:pt x="0" y="0"/>
                </a:moveTo>
                <a:lnTo>
                  <a:pt x="65371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00C73B1-68D9-494C-AE94-9A30AE00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85EA3EF3-5B73-4AD7-8F18-7BF8D14C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2ABF78E-5F2E-400D-A68F-0FE23195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73178FF-EA76-4414-9B3F-049E7CD2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A446534-5807-4EB6-BCDC-4E0B91E7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BD2E2ED-3458-4630-B5FF-9F17E9B3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40C0E50-D006-48C2-A4F2-0E541B80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775026D-90D8-4768-A16C-483C955A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A483A9C-E1B5-4039-B11B-8BFFD674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F6B4A04-4986-494B-A2DD-7881BFB4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EC3C836-9603-4F91-9C32-412BC21B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761460C-23AF-4A4F-8056-68D0A8F4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430F5B2-1E18-4397-AB11-C02CC007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C2D978E-2E06-4465-9E66-3B1C1613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4F908257-CCAE-459C-B20A-599B7E4F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39C6572F-EF7A-4A18-B8FB-E47101B4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2E55B523-33FC-4977-89D9-7A715D72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340" y="1849882"/>
            <a:ext cx="3397687" cy="2536940"/>
          </a:xfrm>
          <a:custGeom xmlns:a="http://schemas.openxmlformats.org/drawingml/2006/main">
            <a:pathLst>
              <a:path w="3397687" h="2536940">
                <a:moveTo>
                  <a:pt x="3397687" y="2536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Vértice 1">
            <a:extLst xmlns:a="http://schemas.openxmlformats.org/drawingml/2006/main">
              <a:ext uri="{FF2B5EF4-FFF2-40B4-BE49-F238E27FC236}">
                <a16:creationId xmlns:a16="http://schemas.microsoft.com/office/drawing/2014/main" id="{B088B67D-C461-4765-B3A2-B564EC68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7" name="Vértice 2">
            <a:extLst xmlns:a="http://schemas.openxmlformats.org/drawingml/2006/main">
              <a:ext uri="{FF2B5EF4-FFF2-40B4-BE49-F238E27FC236}">
                <a16:creationId xmlns:a16="http://schemas.microsoft.com/office/drawing/2014/main" id="{947B8F79-C218-49C2-8708-0D416AD3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8" name="Vértice 3">
            <a:extLst xmlns:a="http://schemas.openxmlformats.org/drawingml/2006/main">
              <a:ext uri="{FF2B5EF4-FFF2-40B4-BE49-F238E27FC236}">
                <a16:creationId xmlns:a16="http://schemas.microsoft.com/office/drawing/2014/main" id="{3AD3010B-F8E9-4C81-ACEB-DC8DAB02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9" name="Vértice 4">
            <a:extLst xmlns:a="http://schemas.openxmlformats.org/drawingml/2006/main">
              <a:ext uri="{FF2B5EF4-FFF2-40B4-BE49-F238E27FC236}">
                <a16:creationId xmlns:a16="http://schemas.microsoft.com/office/drawing/2014/main" id="{FD6FFBA1-5DB9-4B61-85B1-BE90B68B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0" name="Vértice 5">
            <a:extLst xmlns:a="http://schemas.openxmlformats.org/drawingml/2006/main">
              <a:ext uri="{FF2B5EF4-FFF2-40B4-BE49-F238E27FC236}">
                <a16:creationId xmlns:a16="http://schemas.microsoft.com/office/drawing/2014/main" id="{1A52A28E-09EB-416D-9E30-E694FAFA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1" name="Vértice 6">
            <a:extLst xmlns:a="http://schemas.openxmlformats.org/drawingml/2006/main">
              <a:ext uri="{FF2B5EF4-FFF2-40B4-BE49-F238E27FC236}">
                <a16:creationId xmlns:a16="http://schemas.microsoft.com/office/drawing/2014/main" id="{CBD58F81-0582-4C05-9D5D-AF7A16B2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2" name="Vértice 7">
            <a:extLst xmlns:a="http://schemas.openxmlformats.org/drawingml/2006/main">
              <a:ext uri="{FF2B5EF4-FFF2-40B4-BE49-F238E27FC236}">
                <a16:creationId xmlns:a16="http://schemas.microsoft.com/office/drawing/2014/main" id="{F217743A-7BF6-469F-8A4C-4F96095E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3" name="Vértice 8">
            <a:extLst xmlns:a="http://schemas.openxmlformats.org/drawingml/2006/main">
              <a:ext uri="{FF2B5EF4-FFF2-40B4-BE49-F238E27FC236}">
                <a16:creationId xmlns:a16="http://schemas.microsoft.com/office/drawing/2014/main" id="{0D58DC1F-D32F-4C88-A543-77D8103E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4" name="Vértice 9">
            <a:extLst xmlns:a="http://schemas.openxmlformats.org/drawingml/2006/main">
              <a:ext uri="{FF2B5EF4-FFF2-40B4-BE49-F238E27FC236}">
                <a16:creationId xmlns:a16="http://schemas.microsoft.com/office/drawing/2014/main" id="{021693E0-8BC1-4132-8885-0F0CE927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FECE985-2DC1-4032-B756-22C63355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B396EBB-3732-43E1-89AF-7CBA9677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561EDEDB-AF60-4A92-8183-DB1C251E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8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3190EB9-CFE8-499E-824B-39EC6417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386087C-FA5E-43BB-834C-1D8B1812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F99C496-B424-49F8-A7CC-2F5EC673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4E98CFEF-55F7-433F-A692-39CB0713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A67C4C9-3E84-4550-BFDB-D2707B5B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748E886-8BA3-4876-8F6E-CB2BDC7E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D02E64A-E106-4335-AC8F-08811C0D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5A912EC-2125-4E8D-9D77-A35BCA3C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C66906D5-C221-4210-808F-367E94CE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FD96B1FB-5318-442E-B98D-497F6784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8E7C9468-D51E-4E2B-B9BF-D081516E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 passa de Simple para Combined. O antigo encontro, em 13, passa a Truck.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C3C49E1D-64DE-4BE5-9380-A36F3099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12. O drone passa a reencontrar o caminhão em 12.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AD10B538-CFE1-4009-9531-E5732E1D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7768 − 59 = 7709.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8 posições Simple.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7C6E865A-6006-494B-8A5D-D28D7109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7.709</a:t>
            </a:r>
          </a:p>
        </p:txBody>
      </p:sp>
    </p:spTree>
    <p:extLst>
      <p:ext uri="{BB962C8B-B14F-4D97-AF65-F5344CB8AC3E}">
        <p14:creationId xmlns:p14="http://schemas.microsoft.com/office/powerpoint/2010/main" val="1372989084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06: PushLeft no vértice 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AEC632-A9E6-82AB-6034-3014BC3905A0}" type="slidenum">
              <a:t>41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B97AEA9-DF27-4E1C-9C43-5A03B002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06AC8A6-743C-485E-B74E-C91D10F0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51BE9C4-8147-4461-9F3B-E0C7677B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AE6059D-E595-4B4E-BCE0-54310EEA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87894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699006" y="0"/>
                </a:moveTo>
                <a:lnTo>
                  <a:pt x="0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460F1C0-BE58-497A-A6F8-69CCF876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4331838"/>
            <a:ext cx="65371" cy="689302"/>
          </a:xfrm>
          <a:custGeom xmlns:a="http://schemas.openxmlformats.org/drawingml/2006/main">
            <a:pathLst>
              <a:path w="65371" h="689302">
                <a:moveTo>
                  <a:pt x="0" y="0"/>
                </a:moveTo>
                <a:lnTo>
                  <a:pt x="65371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482E67B-A4F7-4254-9879-EBC9C1EB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93ED617-AFC9-4D88-B248-B41095B5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C812CD2-1A25-41DD-A4D7-9C32FC6D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1880D66-E882-42E5-A1E7-2C27670B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C182B3FE-0316-4449-85B8-00433462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984E73D-7DE1-4F60-ABFE-65DACF82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71C04A7-BA69-474E-AB95-D391501F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2D1F68F-49B9-40DC-9D00-A2F41AC0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846EA73-4FFA-4F90-A721-F4982EA9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60C21B5-56A6-4260-A3DA-C91789D1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077B761-7858-466F-97FB-282248D5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46EECA2-1740-40DE-BBA6-501DCDF4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8FD0E1C-90B8-49A8-8E81-37788FD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BDD52574-4FA8-4991-9234-69FA0F37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E7FBC65-A1B4-4456-839B-1745105D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4D860FC3-0550-4DA5-8007-F5806BB7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BA1BE60-E0BF-4A23-8621-928597DF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626" y="4574109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Vértice 1">
            <a:extLst xmlns:a="http://schemas.openxmlformats.org/drawingml/2006/main">
              <a:ext uri="{FF2B5EF4-FFF2-40B4-BE49-F238E27FC236}">
                <a16:creationId xmlns:a16="http://schemas.microsoft.com/office/drawing/2014/main" id="{B81C6599-BB7D-45AF-86FE-61485C88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7" name="Vértice 2">
            <a:extLst xmlns:a="http://schemas.openxmlformats.org/drawingml/2006/main">
              <a:ext uri="{FF2B5EF4-FFF2-40B4-BE49-F238E27FC236}">
                <a16:creationId xmlns:a16="http://schemas.microsoft.com/office/drawing/2014/main" id="{F32670DE-9D33-429A-BCE8-079224EE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8" name="Vértice 3">
            <a:extLst xmlns:a="http://schemas.openxmlformats.org/drawingml/2006/main">
              <a:ext uri="{FF2B5EF4-FFF2-40B4-BE49-F238E27FC236}">
                <a16:creationId xmlns:a16="http://schemas.microsoft.com/office/drawing/2014/main" id="{A00413E4-3B25-4597-B54E-FA87601B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9" name="Vértice 4">
            <a:extLst xmlns:a="http://schemas.openxmlformats.org/drawingml/2006/main">
              <a:ext uri="{FF2B5EF4-FFF2-40B4-BE49-F238E27FC236}">
                <a16:creationId xmlns:a16="http://schemas.microsoft.com/office/drawing/2014/main" id="{D84947CB-1C71-44A5-898E-E5FC069B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0" name="Vértice 5">
            <a:extLst xmlns:a="http://schemas.openxmlformats.org/drawingml/2006/main">
              <a:ext uri="{FF2B5EF4-FFF2-40B4-BE49-F238E27FC236}">
                <a16:creationId xmlns:a16="http://schemas.microsoft.com/office/drawing/2014/main" id="{10ED27E2-6864-416E-9A7C-FAB7C8D0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1" name="Vértice 6">
            <a:extLst xmlns:a="http://schemas.openxmlformats.org/drawingml/2006/main">
              <a:ext uri="{FF2B5EF4-FFF2-40B4-BE49-F238E27FC236}">
                <a16:creationId xmlns:a16="http://schemas.microsoft.com/office/drawing/2014/main" id="{867B1CBD-BD91-49D2-8D47-0EDDAB82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3796394E-B686-4440-9B96-B4BA6996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7">
            <a:extLst xmlns:a="http://schemas.openxmlformats.org/drawingml/2006/main">
              <a:ext uri="{FF2B5EF4-FFF2-40B4-BE49-F238E27FC236}">
                <a16:creationId xmlns:a16="http://schemas.microsoft.com/office/drawing/2014/main" id="{588EE2EF-F63D-42FB-9487-5BFA3089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4" name="Vértice 8">
            <a:extLst xmlns:a="http://schemas.openxmlformats.org/drawingml/2006/main">
              <a:ext uri="{FF2B5EF4-FFF2-40B4-BE49-F238E27FC236}">
                <a16:creationId xmlns:a16="http://schemas.microsoft.com/office/drawing/2014/main" id="{8C09BA81-3107-4A91-94D0-A5514989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5" name="Vértice 9">
            <a:extLst xmlns:a="http://schemas.openxmlformats.org/drawingml/2006/main">
              <a:ext uri="{FF2B5EF4-FFF2-40B4-BE49-F238E27FC236}">
                <a16:creationId xmlns:a16="http://schemas.microsoft.com/office/drawing/2014/main" id="{0542A278-B1ED-45C0-ACD9-B348B3A8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A486ACF7-8759-4263-B623-0BA09A36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4D83DC9-8BAD-4673-81DF-CEE1363E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8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185B483-21F2-46CD-AF10-C79B3328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9E684D1-8461-4E6C-A0B1-46FCC67B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A5D7F79-7540-4A77-B6C4-461F4233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44933262-FAE7-4974-BCFF-0AA43BA3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43C27C5-E228-47AE-B05B-F0E25DB0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279F99C-91A1-4967-9400-836E410F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7E101F9-6A33-458E-859D-C3425717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CB0ADB9-5425-4137-89A7-A4CC8278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F769CE6-3735-49E2-AF99-D592A273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4E7BC635-23FF-4CDA-BB7D-D9D159D6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104BAA0-B77C-4C31-B3E7-4FC9ABFD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 passa de Simple para Combined. O antigo encontro, em 12, passa a Truck.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E7B8387E-40D6-4396-B5EB-A75E773B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7. O drone passa a reencontrar o caminhão em 7.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5FADC575-475F-4EFD-8D4B-A9A9F6A0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7709 − 6 = 7703.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7 posições Simple.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920FCC33-B8CA-4CFE-B9CE-4811F17C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7.703</a:t>
            </a:r>
          </a:p>
        </p:txBody>
      </p:sp>
    </p:spTree>
    <p:extLst>
      <p:ext uri="{BB962C8B-B14F-4D97-AF65-F5344CB8AC3E}">
        <p14:creationId xmlns:p14="http://schemas.microsoft.com/office/powerpoint/2010/main" val="687011953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07: PushLeft no vértice 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5CE1F1-F8E2-E359-8FD1-A9FA98B3A676}" type="slidenum">
              <a:t>42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6DF2F3B-1922-4530-BF93-36BC0895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EC15534-1F73-466D-BB13-D7A08055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4903ACD-CEA3-454A-B1F7-E78851E1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BE9745A-363C-4497-963F-E76E1174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87894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699006" y="0"/>
                </a:moveTo>
                <a:lnTo>
                  <a:pt x="0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8AD4647-2773-4BBA-91BF-A5480CA8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4331838"/>
            <a:ext cx="65371" cy="689302"/>
          </a:xfrm>
          <a:custGeom xmlns:a="http://schemas.openxmlformats.org/drawingml/2006/main">
            <a:pathLst>
              <a:path w="65371" h="689302">
                <a:moveTo>
                  <a:pt x="0" y="0"/>
                </a:moveTo>
                <a:lnTo>
                  <a:pt x="65371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53BBACF-6BF9-4464-A0C8-4BE78B0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22B6CE3-A177-438D-9B03-36C18428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B8BD674-BF69-4A95-94BE-A83EBEF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134D502-2071-4825-A1D4-5964FA36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C19E543-805C-4F09-A3B5-6032B05B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A6E3C42F-B1F4-40CF-8BA2-E9AFA928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0579B6B-D0D8-4134-9FE9-713DB9D9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4FA51A0-185B-4F00-AD4A-25BC66B4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D8B5A35-62B1-4C40-A9CC-3F4DDD50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DF5137F-3ADB-4211-920D-196262A4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1D7E09D-B4B6-4917-8FDE-BDE1B4FB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FFEF0C6-D8B0-4290-9609-8ED7D2B9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1A869CD-1169-4595-84CB-A8F78C4F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7FA0FE18-BEED-4AB7-A9D8-499C412B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86263B90-CB29-42B3-B136-B83545BE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20D6912-C81E-4ABF-8689-A56701CB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B9FA856E-136F-4C58-ABC6-12F0B99C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4542978"/>
            <a:ext cx="4245991" cy="630620"/>
          </a:xfrm>
          <a:custGeom xmlns:a="http://schemas.openxmlformats.org/drawingml/2006/main">
            <a:pathLst>
              <a:path w="4245991" h="630620">
                <a:moveTo>
                  <a:pt x="4245991" y="0"/>
                </a:moveTo>
                <a:lnTo>
                  <a:pt x="0" y="63062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Vértice 1">
            <a:extLst xmlns:a="http://schemas.openxmlformats.org/drawingml/2006/main">
              <a:ext uri="{FF2B5EF4-FFF2-40B4-BE49-F238E27FC236}">
                <a16:creationId xmlns:a16="http://schemas.microsoft.com/office/drawing/2014/main" id="{5BCDF0DB-83AF-47F5-ABAA-F6D25A05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7" name="Vértice 2">
            <a:extLst xmlns:a="http://schemas.openxmlformats.org/drawingml/2006/main">
              <a:ext uri="{FF2B5EF4-FFF2-40B4-BE49-F238E27FC236}">
                <a16:creationId xmlns:a16="http://schemas.microsoft.com/office/drawing/2014/main" id="{8AC55905-698B-4B25-9CB7-D8378560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8" name="Vértice 3">
            <a:extLst xmlns:a="http://schemas.openxmlformats.org/drawingml/2006/main">
              <a:ext uri="{FF2B5EF4-FFF2-40B4-BE49-F238E27FC236}">
                <a16:creationId xmlns:a16="http://schemas.microsoft.com/office/drawing/2014/main" id="{F60108DB-5241-491A-B8EC-48235E1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9" name="Vértice 4">
            <a:extLst xmlns:a="http://schemas.openxmlformats.org/drawingml/2006/main">
              <a:ext uri="{FF2B5EF4-FFF2-40B4-BE49-F238E27FC236}">
                <a16:creationId xmlns:a16="http://schemas.microsoft.com/office/drawing/2014/main" id="{21A4EA6F-0AE9-48A6-B634-2391E404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0" name="Vértice 5">
            <a:extLst xmlns:a="http://schemas.openxmlformats.org/drawingml/2006/main">
              <a:ext uri="{FF2B5EF4-FFF2-40B4-BE49-F238E27FC236}">
                <a16:creationId xmlns:a16="http://schemas.microsoft.com/office/drawing/2014/main" id="{5BDF95D2-82DD-49B9-808A-339F7CB9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0A3A61EC-1B0F-4481-ADCA-0F7EDCB8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2" name="Vértice 6">
            <a:extLst xmlns:a="http://schemas.openxmlformats.org/drawingml/2006/main">
              <a:ext uri="{FF2B5EF4-FFF2-40B4-BE49-F238E27FC236}">
                <a16:creationId xmlns:a16="http://schemas.microsoft.com/office/drawing/2014/main" id="{0D728344-5E4F-4972-BA07-54CF0C15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3" name="Vértice 7">
            <a:extLst xmlns:a="http://schemas.openxmlformats.org/drawingml/2006/main">
              <a:ext uri="{FF2B5EF4-FFF2-40B4-BE49-F238E27FC236}">
                <a16:creationId xmlns:a16="http://schemas.microsoft.com/office/drawing/2014/main" id="{5C932C08-77C9-420E-B17A-3707EF2E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4" name="Vértice 8">
            <a:extLst xmlns:a="http://schemas.openxmlformats.org/drawingml/2006/main">
              <a:ext uri="{FF2B5EF4-FFF2-40B4-BE49-F238E27FC236}">
                <a16:creationId xmlns:a16="http://schemas.microsoft.com/office/drawing/2014/main" id="{6CD17A07-5993-4E16-BD19-2A87234D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5" name="Vértice 9">
            <a:extLst xmlns:a="http://schemas.openxmlformats.org/drawingml/2006/main">
              <a:ext uri="{FF2B5EF4-FFF2-40B4-BE49-F238E27FC236}">
                <a16:creationId xmlns:a16="http://schemas.microsoft.com/office/drawing/2014/main" id="{3DBFA735-701A-41BD-BA48-51498D25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B515C51-E6DE-466C-97B7-A1B93AD3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958E060-AA47-4523-B169-895B69D8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8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C3B17F3-0941-4C57-85BE-491A2CF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5368B19-1813-4F43-A508-8C55AE1D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F4BCD3F-4278-4DE4-9617-188FF276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84E1D38-1964-49EC-B78A-34A0B551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F7B3454-A370-4098-924C-0565AB7D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EFC64468-CC7D-4CAA-9F5D-A008A2C2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B7FD643-84BB-4370-AD55-81EF1CFD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C792B5B-A494-4500-A2F9-88EC1CFD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5FA7E7F-782A-44B1-8827-7673D61A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5DD1171-944C-43AC-B5B2-ECA73E05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9AEC690-529B-4CEC-8D82-0F816380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 passa de Simple para Combined. O antigo encontro, em 7, passa a Truck.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48108EB3-DF53-489B-9D0C-D3E020A9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6. O drone passa a reencontrar o caminhão em 6.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A6FD8518-5B46-4AAC-AC26-EF93E13D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7703 − 15 = 7688.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6 posições Simple.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10608C5A-E76A-4663-9A2A-7A2CC97C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7.688</a:t>
            </a:r>
          </a:p>
        </p:txBody>
      </p:sp>
    </p:spTree>
    <p:extLst>
      <p:ext uri="{BB962C8B-B14F-4D97-AF65-F5344CB8AC3E}">
        <p14:creationId xmlns:p14="http://schemas.microsoft.com/office/powerpoint/2010/main" val="91238979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08: PushLeft no vértice 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70EE3B2-1325-F8E9-D276-8EA80C32ED19}" type="slidenum">
              <a:t>43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29A5B0F-7FD3-439A-8958-D48A4F28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31C2F62-86A6-412F-8023-3C0B3639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7482278-9A59-48BB-A84B-00C9F2AB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2E467AF-8702-4E3A-862D-DCB70FE6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87894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699006" y="0"/>
                </a:moveTo>
                <a:lnTo>
                  <a:pt x="0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ED9367A-F95E-4C60-8825-4918D770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4331838"/>
            <a:ext cx="65371" cy="689302"/>
          </a:xfrm>
          <a:custGeom xmlns:a="http://schemas.openxmlformats.org/drawingml/2006/main">
            <a:pathLst>
              <a:path w="65371" h="689302">
                <a:moveTo>
                  <a:pt x="0" y="0"/>
                </a:moveTo>
                <a:lnTo>
                  <a:pt x="65371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96ACED4-88A3-437B-93ED-626CFC3F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CE4F3BD-8239-49DF-90A8-13BD8915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7D4CEF8-F333-4CC6-B96D-F4A0FC2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EE4165C-3647-4F60-9271-CE0DF59F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ABF60FF-FC97-4BAB-A752-9E6F6664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41E425E-4554-4BFF-BB64-001DAEC7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E8BCFE3-A072-4C9C-B785-A8F7A66D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061164F-F8D7-47D9-8E0A-3046723D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F129FD8-940D-4B30-A552-1F1233A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2808BD5-0419-492B-9672-7457BEC7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4A57849-265A-41A7-BAB0-46B74699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CF18A66-7763-4821-8AA2-7EB86041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6041DF1-2BA9-4CAF-BEAA-311103C9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18CE986-1EE6-4729-AE71-73876009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CEBAD04-F187-4421-B702-A3FFDA1E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8287E86-002D-45FF-A6B4-FF6CA08B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6D691C4-0328-4806-98FE-BCE3403F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150" y="4637565"/>
            <a:ext cx="925878" cy="212631"/>
          </a:xfrm>
          <a:custGeom xmlns:a="http://schemas.openxmlformats.org/drawingml/2006/main">
            <a:pathLst>
              <a:path w="925878" h="212631">
                <a:moveTo>
                  <a:pt x="925878" y="0"/>
                </a:moveTo>
                <a:lnTo>
                  <a:pt x="0" y="21263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1748E39-DAB1-4895-ABDD-52712628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850196"/>
            <a:ext cx="284774" cy="691322"/>
          </a:xfrm>
          <a:custGeom xmlns:a="http://schemas.openxmlformats.org/drawingml/2006/main">
            <a:pathLst>
              <a:path w="284774" h="691322">
                <a:moveTo>
                  <a:pt x="284774" y="0"/>
                </a:moveTo>
                <a:lnTo>
                  <a:pt x="0" y="69132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7" name="Vértice 1">
            <a:extLst xmlns:a="http://schemas.openxmlformats.org/drawingml/2006/main">
              <a:ext uri="{FF2B5EF4-FFF2-40B4-BE49-F238E27FC236}">
                <a16:creationId xmlns:a16="http://schemas.microsoft.com/office/drawing/2014/main" id="{6A6FA057-980D-4516-8039-356D70C2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8" name="Vértice 2">
            <a:extLst xmlns:a="http://schemas.openxmlformats.org/drawingml/2006/main">
              <a:ext uri="{FF2B5EF4-FFF2-40B4-BE49-F238E27FC236}">
                <a16:creationId xmlns:a16="http://schemas.microsoft.com/office/drawing/2014/main" id="{253174EE-B47D-486E-9831-A737593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9" name="Vértice 3">
            <a:extLst xmlns:a="http://schemas.openxmlformats.org/drawingml/2006/main">
              <a:ext uri="{FF2B5EF4-FFF2-40B4-BE49-F238E27FC236}">
                <a16:creationId xmlns:a16="http://schemas.microsoft.com/office/drawing/2014/main" id="{6C41E27C-923A-431C-B7E5-92306438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0" name="Vértice 4">
            <a:extLst xmlns:a="http://schemas.openxmlformats.org/drawingml/2006/main">
              <a:ext uri="{FF2B5EF4-FFF2-40B4-BE49-F238E27FC236}">
                <a16:creationId xmlns:a16="http://schemas.microsoft.com/office/drawing/2014/main" id="{B68BC0E1-39C3-4B0B-B112-76845363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1" name="Vértice 5">
            <a:extLst xmlns:a="http://schemas.openxmlformats.org/drawingml/2006/main">
              <a:ext uri="{FF2B5EF4-FFF2-40B4-BE49-F238E27FC236}">
                <a16:creationId xmlns:a16="http://schemas.microsoft.com/office/drawing/2014/main" id="{76CCDF6E-152E-4F4B-BC69-EC04BAC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2" name="Vértice 6">
            <a:extLst xmlns:a="http://schemas.openxmlformats.org/drawingml/2006/main">
              <a:ext uri="{FF2B5EF4-FFF2-40B4-BE49-F238E27FC236}">
                <a16:creationId xmlns:a16="http://schemas.microsoft.com/office/drawing/2014/main" id="{B56FDCFD-7223-4114-9E30-CA45735E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3" name="Vértice 7">
            <a:extLst xmlns:a="http://schemas.openxmlformats.org/drawingml/2006/main">
              <a:ext uri="{FF2B5EF4-FFF2-40B4-BE49-F238E27FC236}">
                <a16:creationId xmlns:a16="http://schemas.microsoft.com/office/drawing/2014/main" id="{7FB3600A-7005-45F0-8D3D-057EC156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4" name="Vértice 8">
            <a:extLst xmlns:a="http://schemas.openxmlformats.org/drawingml/2006/main">
              <a:ext uri="{FF2B5EF4-FFF2-40B4-BE49-F238E27FC236}">
                <a16:creationId xmlns:a16="http://schemas.microsoft.com/office/drawing/2014/main" id="{FE210F6F-0220-4F7F-9B4D-7438BD77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5" name="Vértice 9">
            <a:extLst xmlns:a="http://schemas.openxmlformats.org/drawingml/2006/main">
              <a:ext uri="{FF2B5EF4-FFF2-40B4-BE49-F238E27FC236}">
                <a16:creationId xmlns:a16="http://schemas.microsoft.com/office/drawing/2014/main" id="{1F3FC9E9-23A2-466B-B402-3EB5CEA3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975C520D-4DFC-4B02-94D5-2B9EE834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83AAEBA-EA42-498D-B87C-C96BAB9D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470C77D-ECFD-410D-99DD-56FE33D7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5830EB6-9B72-44F0-A5FD-B4FD2C4C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0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ED2805C-9AA2-4B0C-BEA8-2632354A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69CA3BB-6212-4A24-BD48-6C9F5ABE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1D35A8C-D389-4132-B661-0C6A2B7B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3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1F910F1-993B-4B76-83D7-D857AB7C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7159964-E6CA-48F5-9F6F-D07D286F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8FF0870-F115-48A1-BEE9-845C4DD0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F721ABBA-FB04-4BB4-8405-943AE58F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38282ED-8312-404D-AF2A-70B26A9D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E1DE1A5-3130-40A1-B651-5B32869B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FA8D0574-A85B-4425-8C43-DA7D9E6C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 passa de Simple para Combined. O antigo encontro, em 6, passa a Truck.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378F1BB9-2C27-464A-9759-A13E122D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10. O drone passa a reencontrar o caminhão em 10.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4F383441-3390-49DB-BBC1-27AEE6D3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7688 − 2 = 7686.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5 posições Simple.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96B958A0-D7CE-4E06-8FB2-1492A761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7.686</a:t>
            </a:r>
          </a:p>
        </p:txBody>
      </p:sp>
    </p:spTree>
    <p:extLst>
      <p:ext uri="{BB962C8B-B14F-4D97-AF65-F5344CB8AC3E}">
        <p14:creationId xmlns:p14="http://schemas.microsoft.com/office/powerpoint/2010/main" val="1027466822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09: MakeFly no vértice 9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10800D-D5E6-B48B-B335-F070B0EAA3B9}" type="slidenum">
              <a:t>44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E3BBFAB-DE1A-4821-BD1F-43233D6B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D74B8C0-0AA9-4756-A1E8-E025FCA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0B4EFC7-75B5-426D-B398-A9481CF1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135CC3F-15CE-4838-A9A7-111A821B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87894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699006" y="0"/>
                </a:moveTo>
                <a:lnTo>
                  <a:pt x="0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4756362-EA62-4889-B162-1167FB3C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4331838"/>
            <a:ext cx="65371" cy="689302"/>
          </a:xfrm>
          <a:custGeom xmlns:a="http://schemas.openxmlformats.org/drawingml/2006/main">
            <a:pathLst>
              <a:path w="65371" h="689302">
                <a:moveTo>
                  <a:pt x="0" y="0"/>
                </a:moveTo>
                <a:lnTo>
                  <a:pt x="65371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18056CB-808F-42DB-8680-A66AB5AE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D5FA23B-E605-4CAD-9D18-02A3C3EB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68CEA6C-5ECB-4B19-8C81-FF4D620F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DCF3361-BEEB-4CE1-A995-9059D4A8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FBA2ADD-B13C-4F22-9CA7-A6B75B8F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95B1AE9-4E1F-47A1-A0B5-648AA2F6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0C2E0AA-C08A-4D81-9FB8-6EDAE826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7C20DAB-01B3-4560-812D-72DA7E44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89C501D-DF86-4DAD-B9F2-B39D8FBE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E34777C-FB37-4162-9C33-11558A33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3D3112C-E241-4056-B1BB-475B6A1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C05FB49-764A-4996-8FDB-64C98417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F72B120-95BF-4011-98B1-B1A58C6F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C6D6FDA-0ADE-4222-BAC3-F346FD04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3944567-09A5-42BC-996A-A42D9845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F6E3C11-FF28-4D2E-AD1C-CBBF224C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150" y="4637565"/>
            <a:ext cx="925878" cy="212631"/>
          </a:xfrm>
          <a:custGeom xmlns:a="http://schemas.openxmlformats.org/drawingml/2006/main">
            <a:pathLst>
              <a:path w="925878" h="212631">
                <a:moveTo>
                  <a:pt x="925878" y="0"/>
                </a:moveTo>
                <a:lnTo>
                  <a:pt x="0" y="21263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00B422B-1406-4E0C-BD77-C0A294DC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850196"/>
            <a:ext cx="284774" cy="691322"/>
          </a:xfrm>
          <a:custGeom xmlns:a="http://schemas.openxmlformats.org/drawingml/2006/main">
            <a:pathLst>
              <a:path w="284774" h="691322">
                <a:moveTo>
                  <a:pt x="284774" y="0"/>
                </a:moveTo>
                <a:lnTo>
                  <a:pt x="0" y="69132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E5CCBEB1-7C39-41AF-A96D-EDB173FC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1D18F327-835A-4599-A355-DC7296A8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8" name="Vértice 1">
            <a:extLst xmlns:a="http://schemas.openxmlformats.org/drawingml/2006/main">
              <a:ext uri="{FF2B5EF4-FFF2-40B4-BE49-F238E27FC236}">
                <a16:creationId xmlns:a16="http://schemas.microsoft.com/office/drawing/2014/main" id="{83960031-4EEF-4DB4-AB7D-262C65DE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9" name="Vértice 2">
            <a:extLst xmlns:a="http://schemas.openxmlformats.org/drawingml/2006/main">
              <a:ext uri="{FF2B5EF4-FFF2-40B4-BE49-F238E27FC236}">
                <a16:creationId xmlns:a16="http://schemas.microsoft.com/office/drawing/2014/main" id="{CEE346EA-5B19-4BBD-BEE0-0245A7B9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0" name="Vértice 3">
            <a:extLst xmlns:a="http://schemas.openxmlformats.org/drawingml/2006/main">
              <a:ext uri="{FF2B5EF4-FFF2-40B4-BE49-F238E27FC236}">
                <a16:creationId xmlns:a16="http://schemas.microsoft.com/office/drawing/2014/main" id="{4A638596-A3AF-420A-88FD-71B799E9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1" name="Vértice 4">
            <a:extLst xmlns:a="http://schemas.openxmlformats.org/drawingml/2006/main">
              <a:ext uri="{FF2B5EF4-FFF2-40B4-BE49-F238E27FC236}">
                <a16:creationId xmlns:a16="http://schemas.microsoft.com/office/drawing/2014/main" id="{0492FF7D-B6BE-49B6-8777-20D3049B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2" name="Vértice 5">
            <a:extLst xmlns:a="http://schemas.openxmlformats.org/drawingml/2006/main">
              <a:ext uri="{FF2B5EF4-FFF2-40B4-BE49-F238E27FC236}">
                <a16:creationId xmlns:a16="http://schemas.microsoft.com/office/drawing/2014/main" id="{4D7F2A47-2CA6-4EFA-9849-D47D94B3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3" name="Vértice 6">
            <a:extLst xmlns:a="http://schemas.openxmlformats.org/drawingml/2006/main">
              <a:ext uri="{FF2B5EF4-FFF2-40B4-BE49-F238E27FC236}">
                <a16:creationId xmlns:a16="http://schemas.microsoft.com/office/drawing/2014/main" id="{3545D66C-EDA2-4EE8-B1D8-5276C86F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4" name="Vértice 7">
            <a:extLst xmlns:a="http://schemas.openxmlformats.org/drawingml/2006/main">
              <a:ext uri="{FF2B5EF4-FFF2-40B4-BE49-F238E27FC236}">
                <a16:creationId xmlns:a16="http://schemas.microsoft.com/office/drawing/2014/main" id="{846999CF-8590-47F7-A661-9141A1A0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5" name="Vértice 8">
            <a:extLst xmlns:a="http://schemas.openxmlformats.org/drawingml/2006/main">
              <a:ext uri="{FF2B5EF4-FFF2-40B4-BE49-F238E27FC236}">
                <a16:creationId xmlns:a16="http://schemas.microsoft.com/office/drawing/2014/main" id="{FCB4BC79-C8D1-4F65-BCBC-BB30C253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5B0CA09F-8611-4229-AD1D-B97131B9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7" name="Vértice 9">
            <a:extLst xmlns:a="http://schemas.openxmlformats.org/drawingml/2006/main">
              <a:ext uri="{FF2B5EF4-FFF2-40B4-BE49-F238E27FC236}">
                <a16:creationId xmlns:a16="http://schemas.microsoft.com/office/drawing/2014/main" id="{4A0062D1-947E-4ADF-BE75-258323EF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8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B5EA5DE-2623-4109-8960-F9348197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9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853BD23-39C1-4556-995F-FB923928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0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AACBB95-FBCE-4C29-8803-0D9B4E11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1" name="Vértice 13">
            <a:extLst xmlns:a="http://schemas.openxmlformats.org/drawingml/2006/main">
              <a:ext uri="{FF2B5EF4-FFF2-40B4-BE49-F238E27FC236}">
                <a16:creationId xmlns:a16="http://schemas.microsoft.com/office/drawing/2014/main" id="{CD582B75-D1F2-4325-B3BE-1BCDDD6D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2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7EA54F5-65B2-42D0-A3DA-CB18537B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4F404E24-CD97-4D06-AEC5-1C138E44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F0FABFD-C41F-47BB-9898-0B1E848B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1C14042-0F5A-43AE-B32C-030CCB6F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C7D9C0B-0597-4BB3-A1C5-EE87A16D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6D018FF-9178-4B2B-B8ED-2D5FDE60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FD84B01-78D4-4151-91CE-4A27BAC0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0A47DA65-550B-4CF2-BCDF-92D970A7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CA327B2C-C2D2-44A7-B123-B62E8FFE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9 passa de Simple para Drone. 10 e 11 tornam-se Combined.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92AE76CD-8C57-4A6A-A4E3-4EA26AEE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9. O drone voa 10 – 9 – 11.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4B82A462-A9A7-4536-948D-1220C5BE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7686 − 0 = 7686.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3 posições Simple.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553AC14D-7FCA-445E-A5F2-329C9DC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DDF0DF51-CF08-4DE2-9660-C5AB5D8E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7.686</a:t>
            </a:r>
          </a:p>
        </p:txBody>
      </p:sp>
    </p:spTree>
    <p:extLst>
      <p:ext uri="{BB962C8B-B14F-4D97-AF65-F5344CB8AC3E}">
        <p14:creationId xmlns:p14="http://schemas.microsoft.com/office/powerpoint/2010/main" val="1107952786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10: PushLeft no vértice 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60EEA-E29B-CF3D-E7B7-BE01DFE3A2D2}" type="slidenum">
              <a:t>45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8D4FEE4-3E4F-4019-A6F5-EA25D255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48DD026-4910-4959-8A2C-F36DCD37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0ABDDCB-9F78-4184-B914-79F9EB6D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B7116D2-D249-47E2-890D-CEF2DDE8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87894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699006" y="0"/>
                </a:moveTo>
                <a:lnTo>
                  <a:pt x="0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41E117A-4E8C-4AAC-9C7B-4238CF23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4331838"/>
            <a:ext cx="65371" cy="689302"/>
          </a:xfrm>
          <a:custGeom xmlns:a="http://schemas.openxmlformats.org/drawingml/2006/main">
            <a:pathLst>
              <a:path w="65371" h="689302">
                <a:moveTo>
                  <a:pt x="0" y="0"/>
                </a:moveTo>
                <a:lnTo>
                  <a:pt x="65371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C00C711-9987-4D68-8D19-1C496237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3469FBD-31A2-4B17-A89A-33F3C360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0C91CB2-7591-4235-9F55-E4166470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415D52D-F053-4C4C-AC75-6EF32234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25FA5DB-03E0-4142-963E-959B9C52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D2A67EC6-A429-4C16-8CF1-6C5AB57E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C18BAA2-2432-4EC7-BFF7-7A93D515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E4278A33-43B9-4950-BDEB-A65ACDE8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B938B4E-45ED-4AA4-ADE1-CF8BB20B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4A92136-9127-4644-B3F2-AA65F29D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40FBD84-6A26-4B39-BF98-CEA7B4DE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0B18EB8-BD7C-4462-8913-CC23FFE2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11BE7CA-A023-43AA-92E1-237DFCFB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B8FE809D-0BE7-49C6-B665-3A8258B7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EBBE2548-9443-4462-BC96-AE7B98EF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B892F278-6563-423C-8BEC-33A8F18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150" y="4637565"/>
            <a:ext cx="925878" cy="212631"/>
          </a:xfrm>
          <a:custGeom xmlns:a="http://schemas.openxmlformats.org/drawingml/2006/main">
            <a:pathLst>
              <a:path w="925878" h="212631">
                <a:moveTo>
                  <a:pt x="925878" y="0"/>
                </a:moveTo>
                <a:lnTo>
                  <a:pt x="0" y="21263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F219DC9-232E-4C3D-B700-326FCAF2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850196"/>
            <a:ext cx="284774" cy="691322"/>
          </a:xfrm>
          <a:custGeom xmlns:a="http://schemas.openxmlformats.org/drawingml/2006/main">
            <a:pathLst>
              <a:path w="284774" h="691322">
                <a:moveTo>
                  <a:pt x="284774" y="0"/>
                </a:moveTo>
                <a:lnTo>
                  <a:pt x="0" y="69132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1BD5B38-8AAA-454B-80F9-2728A256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A6418432-F368-460C-9ECB-2917EAB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8" name="Vértice 1">
            <a:extLst xmlns:a="http://schemas.openxmlformats.org/drawingml/2006/main">
              <a:ext uri="{FF2B5EF4-FFF2-40B4-BE49-F238E27FC236}">
                <a16:creationId xmlns:a16="http://schemas.microsoft.com/office/drawing/2014/main" id="{B78F2B19-1AF7-4C77-AFEA-FD0EC1E0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9" name="Vértice 2">
            <a:extLst xmlns:a="http://schemas.openxmlformats.org/drawingml/2006/main">
              <a:ext uri="{FF2B5EF4-FFF2-40B4-BE49-F238E27FC236}">
                <a16:creationId xmlns:a16="http://schemas.microsoft.com/office/drawing/2014/main" id="{3EEF815F-C380-439A-8CE7-F36949C1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0" name="Vértice 3">
            <a:extLst xmlns:a="http://schemas.openxmlformats.org/drawingml/2006/main">
              <a:ext uri="{FF2B5EF4-FFF2-40B4-BE49-F238E27FC236}">
                <a16:creationId xmlns:a16="http://schemas.microsoft.com/office/drawing/2014/main" id="{89E94701-00E5-4418-BB9C-B03046C4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1" name="Vértice 4">
            <a:extLst xmlns:a="http://schemas.openxmlformats.org/drawingml/2006/main">
              <a:ext uri="{FF2B5EF4-FFF2-40B4-BE49-F238E27FC236}">
                <a16:creationId xmlns:a16="http://schemas.microsoft.com/office/drawing/2014/main" id="{82D01767-4C73-4D5C-ADCA-07DB92B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2" name="Vértice 5">
            <a:extLst xmlns:a="http://schemas.openxmlformats.org/drawingml/2006/main">
              <a:ext uri="{FF2B5EF4-FFF2-40B4-BE49-F238E27FC236}">
                <a16:creationId xmlns:a16="http://schemas.microsoft.com/office/drawing/2014/main" id="{DEBF3CB6-08DC-4DDB-89D3-AD6FD0E9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3" name="Vértice 6">
            <a:extLst xmlns:a="http://schemas.openxmlformats.org/drawingml/2006/main">
              <a:ext uri="{FF2B5EF4-FFF2-40B4-BE49-F238E27FC236}">
                <a16:creationId xmlns:a16="http://schemas.microsoft.com/office/drawing/2014/main" id="{4D3E6438-530A-4F98-8652-B47B5E78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4" name="Vértice 7">
            <a:extLst xmlns:a="http://schemas.openxmlformats.org/drawingml/2006/main">
              <a:ext uri="{FF2B5EF4-FFF2-40B4-BE49-F238E27FC236}">
                <a16:creationId xmlns:a16="http://schemas.microsoft.com/office/drawing/2014/main" id="{44097960-5EE8-46D6-A25E-BA198F06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5" name="Vértice 8">
            <a:extLst xmlns:a="http://schemas.openxmlformats.org/drawingml/2006/main">
              <a:ext uri="{FF2B5EF4-FFF2-40B4-BE49-F238E27FC236}">
                <a16:creationId xmlns:a16="http://schemas.microsoft.com/office/drawing/2014/main" id="{C712EB8C-4576-4B29-BBD4-1FB75465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6" name="Vértice 9">
            <a:extLst xmlns:a="http://schemas.openxmlformats.org/drawingml/2006/main">
              <a:ext uri="{FF2B5EF4-FFF2-40B4-BE49-F238E27FC236}">
                <a16:creationId xmlns:a16="http://schemas.microsoft.com/office/drawing/2014/main" id="{25C695E4-61CE-45D2-AD2C-B8900241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EA58688-6EE3-466A-9F71-673DCD6C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2F35A1DB-14B1-4B26-89A0-804183F2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B4CA9A2-A497-436C-BBC9-FB381781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0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6DB6BAC-09EA-4699-A763-40A0E290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237897A-74E4-41ED-82ED-E49E97DF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2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95F5F85-3D56-46B3-833B-2B6EA4FE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E2DAD1B-493E-4470-BF79-E8726113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DD7F09D-8556-40C4-9C1F-3D972C7D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9B0A884C-F61B-4926-8F2C-C1859603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4D9EAAB-7AA8-4756-9D4F-01735DD4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2DEE53E-F30B-42C0-9A83-B78C3B17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B06A3B8-30AF-4679-BEF4-CB6DA3EC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B4D0C6E7-8212-4B5F-ABA2-B1B81C5F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3F8824AF-35FE-4B43-930A-AF638F15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 passa de Simple para Combined. O antigo encontro, em 11, passa a Truck.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E006616C-EFE2-4AE4-8FE7-B038070D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14. O drone passa a reencontrar o caminhão em 14.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ECB2CAC0-4AAE-43CD-9652-E50251D5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7686 − 18 = 7668.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2 posições Simple.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0B036F52-84EB-424C-AA51-9E28CDF3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7.668</a:t>
            </a:r>
          </a:p>
        </p:txBody>
      </p:sp>
    </p:spTree>
    <p:extLst>
      <p:ext uri="{BB962C8B-B14F-4D97-AF65-F5344CB8AC3E}">
        <p14:creationId xmlns:p14="http://schemas.microsoft.com/office/powerpoint/2010/main" val="120880241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11: MakeFly no vértice 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2DB7CE-501A-BBF4-0CAD-B084CE0A592C}" type="slidenum">
              <a:t>46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EA27930-4A07-46EF-A7B5-CC2424C0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15119C9-85D5-474D-A2C7-4D5DCF6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8FCF630-DF77-4168-8C02-B15A178F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42EC558-FDB4-43BD-9F63-B3BFC1C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87894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699006" y="0"/>
                </a:moveTo>
                <a:lnTo>
                  <a:pt x="0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BE70295-C93F-4C83-ACD9-D5D225D7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4331838"/>
            <a:ext cx="65371" cy="689302"/>
          </a:xfrm>
          <a:custGeom xmlns:a="http://schemas.openxmlformats.org/drawingml/2006/main">
            <a:pathLst>
              <a:path w="65371" h="689302">
                <a:moveTo>
                  <a:pt x="0" y="0"/>
                </a:moveTo>
                <a:lnTo>
                  <a:pt x="65371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10D5F54-0114-4223-8E09-6EE7A140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889AD986-8DEA-4108-86DC-2E23A0C4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EDDE299-0900-456A-815A-2A997DA3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80711C9-760B-4294-B8D6-753ABDB3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6E040C5-A140-4BC0-A12A-2667F49E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A12C4FE-5B14-476E-89A1-3FD45A14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C92FA02-D320-4905-A1AD-BA20B7A6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BC1BFC1-93C9-4B7E-B5E0-DA918060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64" y="3088757"/>
            <a:ext cx="400050" cy="606943"/>
          </a:xfrm>
          <a:custGeom xmlns:a="http://schemas.openxmlformats.org/drawingml/2006/main">
            <a:pathLst>
              <a:path w="400050" h="606943">
                <a:moveTo>
                  <a:pt x="0" y="0"/>
                </a:moveTo>
                <a:lnTo>
                  <a:pt x="400050" y="60694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5359C84-A73F-449F-8C75-69FF48FD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64" y="3695700"/>
            <a:ext cx="400050" cy="606943"/>
          </a:xfrm>
          <a:custGeom xmlns:a="http://schemas.openxmlformats.org/drawingml/2006/main">
            <a:pathLst>
              <a:path w="400050" h="606943">
                <a:moveTo>
                  <a:pt x="400050" y="0"/>
                </a:moveTo>
                <a:lnTo>
                  <a:pt x="0" y="60694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1579433-9133-40CC-85CD-01C93A51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F304A5A-D136-48F5-AA17-B97D46A3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92E6E2C-24D9-42A1-AD1A-F0B41F26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49FCBF9-E1B4-4FAD-A380-14F290A9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9798BB6-8D7B-4169-80C4-1EBD04D9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D95A5A90-10E8-4AEF-8837-0A52299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42415232-4F54-4C83-99B4-A03C93C4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150" y="4637565"/>
            <a:ext cx="925878" cy="212631"/>
          </a:xfrm>
          <a:custGeom xmlns:a="http://schemas.openxmlformats.org/drawingml/2006/main">
            <a:pathLst>
              <a:path w="925878" h="212631">
                <a:moveTo>
                  <a:pt x="925878" y="0"/>
                </a:moveTo>
                <a:lnTo>
                  <a:pt x="0" y="21263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55024B6-E03C-46CA-AE47-272FB72A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850196"/>
            <a:ext cx="284774" cy="691322"/>
          </a:xfrm>
          <a:custGeom xmlns:a="http://schemas.openxmlformats.org/drawingml/2006/main">
            <a:pathLst>
              <a:path w="284774" h="691322">
                <a:moveTo>
                  <a:pt x="284774" y="0"/>
                </a:moveTo>
                <a:lnTo>
                  <a:pt x="0" y="69132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F4276083-47CF-432F-A5E6-21D3E0EA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955E5E8-3FF4-4115-9377-E392B904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48B22CA2-22BD-4B8F-8C31-FD02437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5FAECB28-A972-4A19-BCDB-7268D758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0" name="Vértice 1">
            <a:extLst xmlns:a="http://schemas.openxmlformats.org/drawingml/2006/main">
              <a:ext uri="{FF2B5EF4-FFF2-40B4-BE49-F238E27FC236}">
                <a16:creationId xmlns:a16="http://schemas.microsoft.com/office/drawing/2014/main" id="{C195B28F-05F5-4583-A0E7-FD51A16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1" name="Vértice 2">
            <a:extLst xmlns:a="http://schemas.openxmlformats.org/drawingml/2006/main">
              <a:ext uri="{FF2B5EF4-FFF2-40B4-BE49-F238E27FC236}">
                <a16:creationId xmlns:a16="http://schemas.microsoft.com/office/drawing/2014/main" id="{380D9E1A-3FF4-44CF-87B2-629284AC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2" name="Vértice 3">
            <a:extLst xmlns:a="http://schemas.openxmlformats.org/drawingml/2006/main">
              <a:ext uri="{FF2B5EF4-FFF2-40B4-BE49-F238E27FC236}">
                <a16:creationId xmlns:a16="http://schemas.microsoft.com/office/drawing/2014/main" id="{938AAF75-FFE1-413A-94DF-DBEE1D73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3" name="Vértice 4">
            <a:extLst xmlns:a="http://schemas.openxmlformats.org/drawingml/2006/main">
              <a:ext uri="{FF2B5EF4-FFF2-40B4-BE49-F238E27FC236}">
                <a16:creationId xmlns:a16="http://schemas.microsoft.com/office/drawing/2014/main" id="{4D7ADA2A-5C49-44AB-B61D-62D78DDA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4" name="Vértice 5">
            <a:extLst xmlns:a="http://schemas.openxmlformats.org/drawingml/2006/main">
              <a:ext uri="{FF2B5EF4-FFF2-40B4-BE49-F238E27FC236}">
                <a16:creationId xmlns:a16="http://schemas.microsoft.com/office/drawing/2014/main" id="{BC978511-D03F-4F08-9914-8B172A19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5" name="Vértice 6">
            <a:extLst xmlns:a="http://schemas.openxmlformats.org/drawingml/2006/main">
              <a:ext uri="{FF2B5EF4-FFF2-40B4-BE49-F238E27FC236}">
                <a16:creationId xmlns:a16="http://schemas.microsoft.com/office/drawing/2014/main" id="{690FDB7B-6400-4578-9C55-D6870ADC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6" name="Vértice 7">
            <a:extLst xmlns:a="http://schemas.openxmlformats.org/drawingml/2006/main">
              <a:ext uri="{FF2B5EF4-FFF2-40B4-BE49-F238E27FC236}">
                <a16:creationId xmlns:a16="http://schemas.microsoft.com/office/drawing/2014/main" id="{2B1E758F-9750-443C-8279-D0897885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7" name="Vértice 8">
            <a:extLst xmlns:a="http://schemas.openxmlformats.org/drawingml/2006/main">
              <a:ext uri="{FF2B5EF4-FFF2-40B4-BE49-F238E27FC236}">
                <a16:creationId xmlns:a16="http://schemas.microsoft.com/office/drawing/2014/main" id="{976DC74C-4ECE-4F93-BD83-D09831F9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8" name="Vértice 9">
            <a:extLst xmlns:a="http://schemas.openxmlformats.org/drawingml/2006/main">
              <a:ext uri="{FF2B5EF4-FFF2-40B4-BE49-F238E27FC236}">
                <a16:creationId xmlns:a16="http://schemas.microsoft.com/office/drawing/2014/main" id="{61BC4B3F-9325-4750-BBB6-809CD658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9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35CB1EB-ED81-414A-8663-849217D4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0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C30C24F-7CD5-4EE4-93A7-3F33FF70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1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5CA91E1-7C1D-43F6-8D4F-04601A93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2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056E8CC-7C8B-475E-835E-B5093773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3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1976633-9D4E-4561-8F18-FD1ECF15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DDE8196F-9801-4BC8-BA11-56BDE8AB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25F1C9E-4AAC-4B89-A326-047DE8D0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6219F30-4658-4210-9E9A-3D2D29B2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9266C77-945B-44B1-BEDD-3D16E679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A846FA3-201C-426D-93A6-0DD9F07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462F0850-66E2-4D0A-8A28-2346138C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C23EA470-FD5B-43B9-A03B-E1690623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DF075C1E-3CBD-4DE1-8350-D0ED086B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82586DC1-8706-487D-99EE-65438CB8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15 passa de Simple para Drone. 14 e 5 tornam-se Combined.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A625E6A6-53AF-40E5-9D16-BF95B431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15. O drone voa 14 – 15 – 5.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0C308EEF-BF0F-4106-A788-87A86B9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7668 − 0 = 7668.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0 posições Simple.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9A6A2848-A86E-4865-94DE-C60D2566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8488BD2A-E6D0-4D5F-97AF-1F5A5170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7.668</a:t>
            </a:r>
          </a:p>
        </p:txBody>
      </p:sp>
    </p:spTree>
    <p:extLst>
      <p:ext uri="{BB962C8B-B14F-4D97-AF65-F5344CB8AC3E}">
        <p14:creationId xmlns:p14="http://schemas.microsoft.com/office/powerpoint/2010/main" val="1638706646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Busca local sobre a ordem das visitas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66E625-45F0-7FC0-7206-B9D4780D3461}" type="slidenum">
              <a:t>47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DFE6F6D-9E4F-4531-A803-7ED0F53E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ITERATIVEIMPROVEMENT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30A7DBE-1CB7-4F08-9B52-41A3F0C7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9E7D6C1-7E69-47F6-95AA-07444840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D9D62A7-A351-4C85-BB43-19249E42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87894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699006" y="0"/>
                </a:moveTo>
                <a:lnTo>
                  <a:pt x="0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9C46B68-4E8F-4F19-89A7-E4BA2A04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4331838"/>
            <a:ext cx="65371" cy="689302"/>
          </a:xfrm>
          <a:custGeom xmlns:a="http://schemas.openxmlformats.org/drawingml/2006/main">
            <a:pathLst>
              <a:path w="65371" h="689302">
                <a:moveTo>
                  <a:pt x="0" y="0"/>
                </a:moveTo>
                <a:lnTo>
                  <a:pt x="65371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2CB00DA-1226-40FF-9334-59EC74DB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199E350-F2E5-4E81-BA40-CE216304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317DFAE-655F-4BAD-9995-13599C60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FE1F0AB-74A4-4BCD-B800-7F0EC935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67934C2-8C79-4FA9-83ED-6BBAA3C4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33144CA-B988-4BDD-9EE5-C582D772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4F1B80E-F00D-4F73-9E79-0E316545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C83B4AD-D4AF-4EDF-9CC8-9374B065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64" y="3088757"/>
            <a:ext cx="400050" cy="606943"/>
          </a:xfrm>
          <a:custGeom xmlns:a="http://schemas.openxmlformats.org/drawingml/2006/main">
            <a:pathLst>
              <a:path w="400050" h="606943">
                <a:moveTo>
                  <a:pt x="0" y="0"/>
                </a:moveTo>
                <a:lnTo>
                  <a:pt x="400050" y="60694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2E83272-26A0-4096-B159-46894678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64" y="3695700"/>
            <a:ext cx="400050" cy="606943"/>
          </a:xfrm>
          <a:custGeom xmlns:a="http://schemas.openxmlformats.org/drawingml/2006/main">
            <a:pathLst>
              <a:path w="400050" h="606943">
                <a:moveTo>
                  <a:pt x="400050" y="0"/>
                </a:moveTo>
                <a:lnTo>
                  <a:pt x="0" y="60694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F82E214-B432-4BC7-AA2E-A1A8D2C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2C2DB31C-A786-4A97-9F08-635BD7D4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C96FD7A-7EA5-4BC1-88E4-0B3118AB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2EFD9EC-6DD9-43AC-BB1D-2257C9F3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2370259"/>
            <a:ext cx="65371" cy="689302"/>
          </a:xfrm>
          <a:custGeom xmlns:a="http://schemas.openxmlformats.org/drawingml/2006/main">
            <a:pathLst>
              <a:path w="65371" h="689302">
                <a:moveTo>
                  <a:pt x="65371" y="0"/>
                </a:moveTo>
                <a:lnTo>
                  <a:pt x="0" y="6893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157EBA1-8017-42DA-A933-E55890C4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790" y="3059562"/>
            <a:ext cx="699006" cy="452896"/>
          </a:xfrm>
          <a:custGeom xmlns:a="http://schemas.openxmlformats.org/drawingml/2006/main">
            <a:pathLst>
              <a:path w="699006" h="452896">
                <a:moveTo>
                  <a:pt x="0" y="0"/>
                </a:moveTo>
                <a:lnTo>
                  <a:pt x="699006" y="4528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7482D60-8C74-4756-BB8E-A570B91E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B3051DA-B9B0-4B5F-9326-9204C46D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150" y="4637565"/>
            <a:ext cx="925878" cy="212631"/>
          </a:xfrm>
          <a:custGeom xmlns:a="http://schemas.openxmlformats.org/drawingml/2006/main">
            <a:pathLst>
              <a:path w="925878" h="212631">
                <a:moveTo>
                  <a:pt x="925878" y="0"/>
                </a:moveTo>
                <a:lnTo>
                  <a:pt x="0" y="21263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C3AA4DF7-C528-43DE-A951-762A47E4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850196"/>
            <a:ext cx="284774" cy="691322"/>
          </a:xfrm>
          <a:custGeom xmlns:a="http://schemas.openxmlformats.org/drawingml/2006/main">
            <a:pathLst>
              <a:path w="284774" h="691322">
                <a:moveTo>
                  <a:pt x="284774" y="0"/>
                </a:moveTo>
                <a:lnTo>
                  <a:pt x="0" y="69132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088408B0-09CD-4DCF-92AF-040B5611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2C901760-A496-4100-A67F-F4D6CBE8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D4C23838-ED7C-417E-986C-E596D0A3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298278BB-6A6A-44DB-A64C-C544AB21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0" name="Vértice 1">
            <a:extLst xmlns:a="http://schemas.openxmlformats.org/drawingml/2006/main">
              <a:ext uri="{FF2B5EF4-FFF2-40B4-BE49-F238E27FC236}">
                <a16:creationId xmlns:a16="http://schemas.microsoft.com/office/drawing/2014/main" id="{CDA1C4D5-78ED-48D2-AA5B-83186750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1" name="Vértice 2">
            <a:extLst xmlns:a="http://schemas.openxmlformats.org/drawingml/2006/main">
              <a:ext uri="{FF2B5EF4-FFF2-40B4-BE49-F238E27FC236}">
                <a16:creationId xmlns:a16="http://schemas.microsoft.com/office/drawing/2014/main" id="{EE9B6890-C6B6-4CAE-AB3C-C1250224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2" name="Vértice 3">
            <a:extLst xmlns:a="http://schemas.openxmlformats.org/drawingml/2006/main">
              <a:ext uri="{FF2B5EF4-FFF2-40B4-BE49-F238E27FC236}">
                <a16:creationId xmlns:a16="http://schemas.microsoft.com/office/drawing/2014/main" id="{4BA39D58-CF87-4BDF-9944-DA2C5F42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3" name="Vértice 4">
            <a:extLst xmlns:a="http://schemas.openxmlformats.org/drawingml/2006/main">
              <a:ext uri="{FF2B5EF4-FFF2-40B4-BE49-F238E27FC236}">
                <a16:creationId xmlns:a16="http://schemas.microsoft.com/office/drawing/2014/main" id="{2F29B0EE-7F9C-4DC3-B2F3-6F89F49C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4" name="Vértice 5">
            <a:extLst xmlns:a="http://schemas.openxmlformats.org/drawingml/2006/main">
              <a:ext uri="{FF2B5EF4-FFF2-40B4-BE49-F238E27FC236}">
                <a16:creationId xmlns:a16="http://schemas.microsoft.com/office/drawing/2014/main" id="{D1717BEF-D0EB-4382-B30F-5C597D68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5" name="Vértice 6">
            <a:extLst xmlns:a="http://schemas.openxmlformats.org/drawingml/2006/main">
              <a:ext uri="{FF2B5EF4-FFF2-40B4-BE49-F238E27FC236}">
                <a16:creationId xmlns:a16="http://schemas.microsoft.com/office/drawing/2014/main" id="{21688DCF-0F31-4888-8D5A-CE06B15E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6" name="Vértice 7">
            <a:extLst xmlns:a="http://schemas.openxmlformats.org/drawingml/2006/main">
              <a:ext uri="{FF2B5EF4-FFF2-40B4-BE49-F238E27FC236}">
                <a16:creationId xmlns:a16="http://schemas.microsoft.com/office/drawing/2014/main" id="{FAFD42A5-E241-4059-94C4-2BA84229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7" name="Vértice 8">
            <a:extLst xmlns:a="http://schemas.openxmlformats.org/drawingml/2006/main">
              <a:ext uri="{FF2B5EF4-FFF2-40B4-BE49-F238E27FC236}">
                <a16:creationId xmlns:a16="http://schemas.microsoft.com/office/drawing/2014/main" id="{F0AEC875-72D3-4878-AD82-CF35F42F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8" name="Vértice 9">
            <a:extLst xmlns:a="http://schemas.openxmlformats.org/drawingml/2006/main">
              <a:ext uri="{FF2B5EF4-FFF2-40B4-BE49-F238E27FC236}">
                <a16:creationId xmlns:a16="http://schemas.microsoft.com/office/drawing/2014/main" id="{8D7C8ED2-71CB-4D77-98F9-D80670E8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9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5DEDDA5-ADCC-4064-A28B-D33EEA6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0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BC762E2-7766-496C-908F-B4F919ED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1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3B1DED9-377D-4480-896A-DD70A059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2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9FC7FA1-1082-4C81-A90F-012D0BD9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3" name="Vértice 14">
            <a:extLst xmlns:a="http://schemas.openxmlformats.org/drawingml/2006/main">
              <a:ext uri="{FF2B5EF4-FFF2-40B4-BE49-F238E27FC236}">
                <a16:creationId xmlns:a16="http://schemas.microsoft.com/office/drawing/2014/main" id="{ABF87933-5AFC-40BA-88F0-967638B4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4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2CBC961-31A5-41FA-B4B0-401388D1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5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C6ED2A5-F4DD-497A-A6C4-CE0BFE61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D113C83-7C3E-4B5C-A254-649A5F98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CD580E1-094E-48C4-B931-CDD497B4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F14C9F6-2182-4F17-B2D2-9639960E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F8C60FD3-9D06-4BDF-A3C2-334395AD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648B01C7-CCCA-4BCC-BF28-D70CC2D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0078D599-9F30-41B2-9917-1637C196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primeira partição custa 7.668. O código testa trocas, inversões 2-opt e realocações.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2EACFDC1-6BD5-45BF-A272-4B521C9D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Em Ulysses16, avalia os 420 movimentos de cada rodada e particiona cada rota candidata do zero.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87EDA8CD-55C7-4261-8ED7-FD3A2651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melhor redução estrita da rodada. Rotas apenas testadas não substituem a solução corrente.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D915C4A7-0D72-41FC-87D4-F0089796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7.668</a:t>
            </a:r>
          </a:p>
        </p:txBody>
      </p:sp>
    </p:spTree>
    <p:extLst>
      <p:ext uri="{BB962C8B-B14F-4D97-AF65-F5344CB8AC3E}">
        <p14:creationId xmlns:p14="http://schemas.microsoft.com/office/powerpoint/2010/main" val="171146383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1: custo 5216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9CF87E8-8F71-04A5-6F3A-BEE8F630D5E2}" type="slidenum">
              <a:t>48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B4B69F8-6411-4E95-88AA-D8DBF399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0B07FBA-840C-404F-966B-7941719C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AE5035E-6BD2-4949-B876-04C3A318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E559D59-54CA-4D25-A71A-79CF9607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FE064E1-591F-46AE-BA85-5455432E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B89AFB2-9750-4F95-A131-00543D36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DD06CF9-AEB9-4A59-85AE-A33631B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7E5D870-0F25-4999-BA6F-946BAE46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E93AFBE-9FF1-4C0C-A9BF-5B1A31B3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923958C-692C-4062-A9E4-2E22B551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AB84A6EA-1D77-455C-A14E-85B55933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DA9CDF3-53C6-4EDB-8C2B-2B84F913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48D2999-CD85-41AE-949E-AA22D604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42C2343-19EC-459A-97B4-B8BE9902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36C4E30-4AF8-4AC5-AA54-DE61E449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11E4860-B0E6-4443-9393-C1734310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27FA779-5B41-4C54-8DF7-12804DA5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A6711B7-95EA-476A-BCF2-6EBC2E4A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B1CC4C5-DF3C-432F-81ED-DDD310E8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73" y="1849882"/>
            <a:ext cx="3397687" cy="2536940"/>
          </a:xfrm>
          <a:custGeom xmlns:a="http://schemas.openxmlformats.org/drawingml/2006/main">
            <a:pathLst>
              <a:path w="3397687" h="2536940">
                <a:moveTo>
                  <a:pt x="3397687" y="0"/>
                </a:moveTo>
                <a:lnTo>
                  <a:pt x="0" y="25369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52C92281-32F8-4FC6-9F51-46D91537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6624B414-8306-4C74-8CD4-BB4524AF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C1648352-4BC0-4179-AB9F-AC5B2298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10959EF6-5230-41B7-AB19-23FF2124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3E1AC27B-6C67-45BF-94E0-26855159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33116386-E5C8-4361-9A30-348708EE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E1C28282-7427-4F2B-837B-9BD5AC12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4BEE40A6-7690-4B73-8D26-2A760B0E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023C3BFC-E121-447D-96FD-D652383E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F3EF6A2-75E8-42C3-9623-A523DA39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AE417012-8B12-4CB2-B300-10700864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019B770-068C-44B1-9234-847C5760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477C65E1-7508-4C1B-80A4-9C2B08C2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667C5B3-BA34-4D5E-9AF5-CB55C3C3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FAE42EF-DE7B-464E-BA2E-5CD0D70C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E113B7E-C551-4020-8822-F99A9C35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DCFCA11-420A-4808-8863-101E7AA3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C962954-7947-4923-9E62-9C5095EC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5570CA4-F22C-4FB7-9ADC-B8975E4A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C09AC12-12F0-4B5A-9BE3-4A9CABE9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600F169-4D62-484B-B28B-A28C1D60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59B4F9A-8938-421D-8B9A-5B55CB4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11 da posição 12 para a posição 1 (1-point move).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5C3542A-E5B2-49E4-A554-B6FDD095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7668 para 5216.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821C19D-75B1-4530-A121-800E2574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13 – 12 – 7 – 6 – 10 – 9 – 14 – 15 – 5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69350808-185D-42E6-B586-26AAD83D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5.216</a:t>
            </a:r>
          </a:p>
        </p:txBody>
      </p:sp>
    </p:spTree>
    <p:extLst>
      <p:ext uri="{BB962C8B-B14F-4D97-AF65-F5344CB8AC3E}">
        <p14:creationId xmlns:p14="http://schemas.microsoft.com/office/powerpoint/2010/main" val="578576715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2: custo 4878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4175A-4E66-87FD-D56A-AAD4D4BBF877}" type="slidenum">
              <a:t>49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A22829D-CA7A-421C-9BB6-EA5821B8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121FD41-F589-45C6-8CD9-D81EB7E9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1E7E545-3CB1-4311-B68D-C7AC7031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1B0282B-7241-4616-B23B-1269F1E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5CE79BD-DC48-4F71-8191-A5E95FB2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27BDDB0-F353-4193-961B-CE63AA18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EC57964-B61A-4A8F-9334-A32CE129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BEA7E0F-B850-44FC-AC58-AF95C312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91FB0F5-FD52-403D-98AC-39C19CA7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9269528-6168-4450-9FE1-DA54531E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5315AB6-2959-4321-88B4-B25E071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BDC0179-7A83-4106-8F7F-0A075443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42B51EF-F58A-4186-B0BD-4C833BC2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4051FBE-93B3-4109-83B2-6CBCC3FD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4605743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2264967" y="11300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C8C8528-4834-45D4-9AA6-9B3CB97C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212C632-E38D-4686-AF77-11C7624A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58" y="1687472"/>
            <a:ext cx="2521683" cy="1882857"/>
          </a:xfrm>
          <a:custGeom xmlns:a="http://schemas.openxmlformats.org/drawingml/2006/main">
            <a:pathLst>
              <a:path w="2521683" h="1882857">
                <a:moveTo>
                  <a:pt x="0" y="1882857"/>
                </a:moveTo>
                <a:lnTo>
                  <a:pt x="25216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09ACA63-8CFF-4FE3-A1D7-CA5CEAB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81E3287-6495-4B5F-9777-7A5E91E8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59" y="1818060"/>
            <a:ext cx="3576000" cy="1784090"/>
          </a:xfrm>
          <a:custGeom xmlns:a="http://schemas.openxmlformats.org/drawingml/2006/main">
            <a:pathLst>
              <a:path w="3576000" h="1784090">
                <a:moveTo>
                  <a:pt x="3576000" y="0"/>
                </a:moveTo>
                <a:lnTo>
                  <a:pt x="0" y="178409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764E987-E2DF-4212-9FCB-8EA4EDBC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F2992D75-4EF0-4E2F-8AF2-9DD8DD30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9BF7A994-057F-41D7-B400-4AC01922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39A3F06C-D79B-4855-ACD6-57443A62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9C8CFBC6-DC92-4ABE-AF9F-397BE19D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D58B7261-E849-4AFC-8902-93DAA89C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23EF8946-F30C-4EB7-86E5-6135326F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0E1A2DB8-8587-4451-8370-10CC36D3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513C5BDC-F378-466C-891F-C255CD94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A69EB498-B172-4F32-B5A5-49DCC1BC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9C9ACB42-73D0-479B-8D46-4AFFD423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CA3A024-9107-4437-8988-82F5BC7F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9BA3672-84DC-4EC5-8876-3367D78C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59B0160-A5A8-4440-8C35-967BA63B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053993E-2874-4505-8BAC-0C198F42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26F5D83-A215-4E55-B337-34DE940A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EF7278B-BC16-4B20-9489-0EF40659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3AF54C9-97D7-4099-91C4-8E6663F2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7B60F0CA-A0E0-4E9D-903B-C2D0D279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989F785-33CF-4F5B-B486-16C49FC4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816FC95-7810-4748-B26B-C418F098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4B9BDD9-8FBF-4A96-990E-F2C7E290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4AFD012-B717-452B-AF52-ED2A291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A779538-3889-4BBE-962F-F0F445D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Troca os clientes 14 e 5 (2-point move).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5BDEB2C-1DFA-410E-B880-F4CC13B9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5216 para 4878.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FAF0369-531E-4C17-8003-BEBEEE7D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13 – 12 – 7 – 6 – 10 – 9 – 5 – 15 – 14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C6B7D28F-6071-4A07-ABF4-A5556216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4.878</a:t>
            </a:r>
          </a:p>
        </p:txBody>
      </p:sp>
    </p:spTree>
    <p:extLst>
      <p:ext uri="{BB962C8B-B14F-4D97-AF65-F5344CB8AC3E}">
        <p14:creationId xmlns:p14="http://schemas.microsoft.com/office/powerpoint/2010/main" val="1457684516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3: custo 4762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1E0C6-B3E9-2F0E-6F4F-4638278C4AE4}" type="slidenum">
              <a:t>50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E1446E2-DA85-44F4-8949-12F7BD22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F1F4927-960C-4AFE-BC2E-EBF38FA4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EDB406F-1A0D-48AB-BEFB-0AB0546C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35FA923-2729-472D-96CF-3B533D0E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26076C7-FDCC-48DF-9661-8E5E4E36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7AF1073-4794-482E-8E49-BDEFEFEB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A730E46-7C55-4B6B-9E5F-CF415016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57092D4-2E17-48C9-B3AD-BDF5A89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C97E87D-968A-4B46-86DA-2BBBC739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D9EF0BA-1F62-4E1E-A92C-09DC6F86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3B67E79-DC51-4CB6-893B-9B0F71D3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67C0D66-911B-4719-98EA-1EBFE5A0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83F1FAE-E96D-4E95-B727-850C0EFC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369443A-99FC-45D4-8850-BFF6EEB9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737" y="5167015"/>
            <a:ext cx="616019" cy="600369"/>
          </a:xfrm>
          <a:custGeom xmlns:a="http://schemas.openxmlformats.org/drawingml/2006/main">
            <a:pathLst>
              <a:path w="616019" h="600369">
                <a:moveTo>
                  <a:pt x="616019" y="6003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8BA3838-135C-4A1C-BC37-5656B509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5167015"/>
            <a:ext cx="1004151" cy="99284"/>
          </a:xfrm>
          <a:custGeom xmlns:a="http://schemas.openxmlformats.org/drawingml/2006/main">
            <a:pathLst>
              <a:path w="1004151" h="99284">
                <a:moveTo>
                  <a:pt x="1004151" y="0"/>
                </a:moveTo>
                <a:lnTo>
                  <a:pt x="0" y="9928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2EB19E4C-1951-41A8-933E-13A6E0B7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227ECD0-7A9A-474B-A5A6-B595B8E3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10BE435-1C12-4137-AFA0-E43AEF59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82F33F5-560B-4FC1-8977-EF38EEF8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46A35520-19AD-489C-ABBB-3AC1681C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3BF63618-D819-47C1-8EDC-3A96C96D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Vértice 1">
            <a:extLst xmlns:a="http://schemas.openxmlformats.org/drawingml/2006/main">
              <a:ext uri="{FF2B5EF4-FFF2-40B4-BE49-F238E27FC236}">
                <a16:creationId xmlns:a16="http://schemas.microsoft.com/office/drawing/2014/main" id="{1093D25C-B257-4AC5-B280-D3108F48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6" name="Vértice 2">
            <a:extLst xmlns:a="http://schemas.openxmlformats.org/drawingml/2006/main">
              <a:ext uri="{FF2B5EF4-FFF2-40B4-BE49-F238E27FC236}">
                <a16:creationId xmlns:a16="http://schemas.microsoft.com/office/drawing/2014/main" id="{990FD47C-B27E-43A0-80C6-30DECA99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09E27664-7683-471A-9A31-1C6135F2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C5A4895E-0D83-4D07-BD45-EF5707C9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739AD65C-1C7B-4372-8386-ED91200D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60C1638F-1BE2-41BD-8180-1720CF5C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9FE4F350-FAA2-4644-A1A7-8269AD4F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5618E010-0331-43C9-92FF-FCD1B82E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C44BC0EA-D70A-4C62-BF24-B29AA74B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4A2E945-6BD3-445D-9085-3C1A2AB8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061DBF9-86BC-4115-8EE8-69F11F87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48E9FCB-CEE9-449D-96FE-B17BF09D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2B07154-C7C0-401D-8E38-E18475E2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0D2A28E-9AA2-40F3-AE47-44DB37E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D0CDCADA-5604-435D-A8B1-55AC94C7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0514526D-2E47-488F-A534-32365EAA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3B9417CD-0040-4732-9541-B29B11B3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5E01F1B-79DF-400C-AAC6-45270384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966B71D-760A-4E2C-8265-D839F4B7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A6565F3-5C28-45B5-AB40-057143A4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853C0D5-050B-42FD-A68A-F79E2872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28908FA-CAA2-443D-9D1B-9C40766B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6 da posição 10 para a posição 12 (1-point move).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2A517A5-9BCC-4025-A9EA-DEB074EF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4878 para 4762.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63ABF081-C82D-49E8-BFED-6C897F01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13 – 12 – 7 – 10 – 9 – 6 – 5 – 15 – 14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63C7D5AD-EF71-4BC1-98C5-98D6507F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4.762</a:t>
            </a:r>
          </a:p>
        </p:txBody>
      </p:sp>
    </p:spTree>
    <p:extLst>
      <p:ext uri="{BB962C8B-B14F-4D97-AF65-F5344CB8AC3E}">
        <p14:creationId xmlns:p14="http://schemas.microsoft.com/office/powerpoint/2010/main" val="1615817256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4: custo 4726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43A58D-60CA-DFB2-80EC-B65AE4CB9481}" type="slidenum">
              <a:t>51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F04966D9-59AA-4A72-8AFC-4A605AF8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86655AE-576E-494C-897F-B2DC437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90A7E36-14DE-4101-82C8-B1151D07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C28C4B7-F667-4123-B58A-4CA94DD6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16548E0-112D-419D-BC21-CDEE92F4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0A03748-8E82-41DB-9CD0-DC015D12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6D788E6-DE24-4263-A894-1905E3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6D2F615-09E5-4618-9A48-AE2862E1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172" y="1880665"/>
            <a:ext cx="2834597" cy="3167564"/>
          </a:xfrm>
          <a:custGeom xmlns:a="http://schemas.openxmlformats.org/drawingml/2006/main">
            <a:pathLst>
              <a:path w="2834597" h="3167564">
                <a:moveTo>
                  <a:pt x="2834597" y="3167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4F99509-8DED-41C0-ABB2-EFA6213B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C2724BD-0FD1-4481-AA5C-B4DEBBCF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400050"/>
                </a:moveTo>
                <a:lnTo>
                  <a:pt x="883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A107A09-65EF-4D63-9BC5-C3B99E7E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6839"/>
            <a:ext cx="883968" cy="400050"/>
          </a:xfrm>
          <a:custGeom xmlns:a="http://schemas.openxmlformats.org/drawingml/2006/main">
            <a:pathLst>
              <a:path w="883968" h="400050">
                <a:moveTo>
                  <a:pt x="0" y="0"/>
                </a:moveTo>
                <a:lnTo>
                  <a:pt x="883968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D606BD1-B4DD-4DB7-B5BC-00CAA05C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4693A7BD-7650-492D-9AC3-9C5DFF96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737" y="5167015"/>
            <a:ext cx="616019" cy="600369"/>
          </a:xfrm>
          <a:custGeom xmlns:a="http://schemas.openxmlformats.org/drawingml/2006/main">
            <a:pathLst>
              <a:path w="616019" h="600369">
                <a:moveTo>
                  <a:pt x="616019" y="6003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BCD76A1-A9E5-4518-878E-4C5AB2A2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5167015"/>
            <a:ext cx="1004151" cy="99284"/>
          </a:xfrm>
          <a:custGeom xmlns:a="http://schemas.openxmlformats.org/drawingml/2006/main">
            <a:pathLst>
              <a:path w="1004151" h="99284">
                <a:moveTo>
                  <a:pt x="1004151" y="0"/>
                </a:moveTo>
                <a:lnTo>
                  <a:pt x="0" y="9928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603084F-48DF-4C72-9A45-7BC821E1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83F90F2-D6EE-4610-BB41-3DCEC172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10B1117-4F44-46BF-B1E5-9DFF4F9D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48683B2-B127-48BC-827A-579F5A9F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B2B5419-544D-4395-882B-51F403CF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14F9E00-C238-4909-B113-7E450409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71F1D79-6A3E-43EA-B90F-E6B79718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046C768A-9982-4243-9482-06D5F06D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0"/>
                </a:moveTo>
                <a:lnTo>
                  <a:pt x="1004151" y="9928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91390DF8-4FBF-4B89-AA3E-1C2D40B3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737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600369"/>
                </a:moveTo>
                <a:lnTo>
                  <a:pt x="6160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7" name="Vértice 1">
            <a:extLst xmlns:a="http://schemas.openxmlformats.org/drawingml/2006/main">
              <a:ext uri="{FF2B5EF4-FFF2-40B4-BE49-F238E27FC236}">
                <a16:creationId xmlns:a16="http://schemas.microsoft.com/office/drawing/2014/main" id="{0E6B2B8B-3381-48EB-81C8-F866CC28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8" name="Vértice 2">
            <a:extLst xmlns:a="http://schemas.openxmlformats.org/drawingml/2006/main">
              <a:ext uri="{FF2B5EF4-FFF2-40B4-BE49-F238E27FC236}">
                <a16:creationId xmlns:a16="http://schemas.microsoft.com/office/drawing/2014/main" id="{CC85EC22-FE34-4DE3-ABBC-68BC241A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9" name="Vértice 3">
            <a:extLst xmlns:a="http://schemas.openxmlformats.org/drawingml/2006/main">
              <a:ext uri="{FF2B5EF4-FFF2-40B4-BE49-F238E27FC236}">
                <a16:creationId xmlns:a16="http://schemas.microsoft.com/office/drawing/2014/main" id="{C9D179E3-2FC1-445E-AEA1-6E3F84F3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0" name="Vértice 4">
            <a:extLst xmlns:a="http://schemas.openxmlformats.org/drawingml/2006/main">
              <a:ext uri="{FF2B5EF4-FFF2-40B4-BE49-F238E27FC236}">
                <a16:creationId xmlns:a16="http://schemas.microsoft.com/office/drawing/2014/main" id="{3D4C5BB9-9695-4B8A-8125-36FFD3A4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1" name="Vértice 5">
            <a:extLst xmlns:a="http://schemas.openxmlformats.org/drawingml/2006/main">
              <a:ext uri="{FF2B5EF4-FFF2-40B4-BE49-F238E27FC236}">
                <a16:creationId xmlns:a16="http://schemas.microsoft.com/office/drawing/2014/main" id="{8ADA5F1B-3426-4588-8A1A-8C51E46A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2" name="Vértice 6">
            <a:extLst xmlns:a="http://schemas.openxmlformats.org/drawingml/2006/main">
              <a:ext uri="{FF2B5EF4-FFF2-40B4-BE49-F238E27FC236}">
                <a16:creationId xmlns:a16="http://schemas.microsoft.com/office/drawing/2014/main" id="{2DAE47CD-D45D-4199-AE92-857634C1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3" name="Vértice 7">
            <a:extLst xmlns:a="http://schemas.openxmlformats.org/drawingml/2006/main">
              <a:ext uri="{FF2B5EF4-FFF2-40B4-BE49-F238E27FC236}">
                <a16:creationId xmlns:a16="http://schemas.microsoft.com/office/drawing/2014/main" id="{8C38F0BF-F208-492E-91C1-3EBE3CEA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4" name="Vértice 8">
            <a:extLst xmlns:a="http://schemas.openxmlformats.org/drawingml/2006/main">
              <a:ext uri="{FF2B5EF4-FFF2-40B4-BE49-F238E27FC236}">
                <a16:creationId xmlns:a16="http://schemas.microsoft.com/office/drawing/2014/main" id="{B87E8F17-91A4-47C9-B500-632A9327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5" name="Vértice 9">
            <a:extLst xmlns:a="http://schemas.openxmlformats.org/drawingml/2006/main">
              <a:ext uri="{FF2B5EF4-FFF2-40B4-BE49-F238E27FC236}">
                <a16:creationId xmlns:a16="http://schemas.microsoft.com/office/drawing/2014/main" id="{F03D1E39-854E-4463-B0A6-A8C28526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926767B-51EB-4B44-8459-1BDC385F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10EE84E-D242-4C33-A1B5-F1D89FB0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8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7BC9F06-B2A9-4A26-88CF-BE9C51BA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A13502FD-6AF7-44EF-9FCD-AA938AB2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8758032-8FDF-475B-8383-B3FFB97A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138754C-B488-4BDD-93AA-C5926D84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E9F399BA-D613-40A5-878A-3C44B419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C8FA270-B444-4CA7-8003-858D2CC2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417479A-B20B-4BC6-A499-749BCC1F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EB87E57-5B9B-44CD-A2C6-2C784910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57AF3B79-4590-4395-8B60-986010AE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2B0C0FA-D99A-4813-BDEA-AA0BCA01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9BE5E768-FD19-4E47-BE34-8E0A53E8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13 da posição 7 para a posição 15 (1-point move).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ADB10210-4B49-4A2F-82DD-762ACEB7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4762 para 4726.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FFE171A9-B019-46C7-8B49-498BFA84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12 – 7 – 10 – 9 – 6 – 5 – 15 – 14 – 13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604632BF-E675-4909-888B-B828F0BF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4.726</a:t>
            </a:r>
          </a:p>
        </p:txBody>
      </p:sp>
    </p:spTree>
    <p:extLst>
      <p:ext uri="{BB962C8B-B14F-4D97-AF65-F5344CB8AC3E}">
        <p14:creationId xmlns:p14="http://schemas.microsoft.com/office/powerpoint/2010/main" val="385540928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5: custo 4694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3A456-5465-3671-5B0B-A8DFBB753E5A}" type="slidenum">
              <a:t>52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2CE9A31-4B1F-4DDE-8C23-FB8ABAB3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85ECD4C-DA2B-4393-B89F-FA2169A8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FC0165E-4054-4EFE-9819-C6C0DF9E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C71FBB3-A8EF-4BF2-8E38-5C07A4B9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7B96554-AB07-4DCC-87CC-D30A408D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CD45022-3037-48D4-8881-8C8716AC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FAF3F03-5F12-48F6-A8AB-3FDC114F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7AAC664-E35A-4795-B082-3E767B29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172" y="1880665"/>
            <a:ext cx="2834597" cy="3167564"/>
          </a:xfrm>
          <a:custGeom xmlns:a="http://schemas.openxmlformats.org/drawingml/2006/main">
            <a:pathLst>
              <a:path w="2834597" h="3167564">
                <a:moveTo>
                  <a:pt x="2834597" y="3167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D20820D-F5A2-4AE0-9E13-EE3BE4BF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86" y="1907753"/>
            <a:ext cx="1983728" cy="3575894"/>
          </a:xfrm>
          <a:custGeom xmlns:a="http://schemas.openxmlformats.org/drawingml/2006/main">
            <a:pathLst>
              <a:path w="1983728" h="3575894">
                <a:moveTo>
                  <a:pt x="0" y="0"/>
                </a:moveTo>
                <a:lnTo>
                  <a:pt x="1983728" y="357589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CB8D675-BB1F-46C7-B044-E0939353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BADA03E-7895-4D1E-B09A-0615E3AC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057568A-34DB-44E2-B1F4-26F0BF92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6717038-17A9-4BD5-86A2-5CC29E6D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D5985F2-72CA-4ED0-82BE-416888D3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442BCE0-1B4C-4EFC-B094-41ECEE6D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A8715DE-A6A8-471A-933D-0F0F9AD7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1FEB00D-D0A9-4152-8618-18EAD171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9BEE106-7760-4834-9DF6-968B4448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2D7529D-9480-40B6-815A-05BB9F5E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E65407BB-545D-4E19-972A-B8C4A203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0"/>
                </a:moveTo>
                <a:lnTo>
                  <a:pt x="1004151" y="9928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F7F13F64-E11B-4768-9161-91A0DA35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737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600369"/>
                </a:moveTo>
                <a:lnTo>
                  <a:pt x="6160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Vértice 1">
            <a:extLst xmlns:a="http://schemas.openxmlformats.org/drawingml/2006/main">
              <a:ext uri="{FF2B5EF4-FFF2-40B4-BE49-F238E27FC236}">
                <a16:creationId xmlns:a16="http://schemas.microsoft.com/office/drawing/2014/main" id="{7F9C0862-3C0C-4962-BD30-784F553D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6" name="Vértice 2">
            <a:extLst xmlns:a="http://schemas.openxmlformats.org/drawingml/2006/main">
              <a:ext uri="{FF2B5EF4-FFF2-40B4-BE49-F238E27FC236}">
                <a16:creationId xmlns:a16="http://schemas.microsoft.com/office/drawing/2014/main" id="{19BD2FDD-7193-40B0-A5A6-C83A3B6F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D6DE9AEB-6728-47B5-925A-B7EC37A7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D7DA4D02-AF76-46CC-B6D5-DAF001D2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D242DE16-67CC-4EB5-9240-358DE58C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E44674D4-8A25-472B-A0DD-18E0923A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55BC8DA9-0218-471E-B91A-2D01CC14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A84E9347-93C5-4FF2-909D-6BDB9A4A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C9F4A33A-B13C-4934-85B3-2823E1DB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65E3DD3-8206-4A6A-AA10-3255F37D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44D2438-BC0E-4007-8E9A-BFC3EC55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BC92E83-15BE-4DC9-B57F-A9BD7708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2E84EE9-336B-4AD6-992C-5A289660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656452E-7E08-4C19-8298-166CC913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5664527-1AAB-45E2-BB0C-40ADDFA2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2D0ADED-E359-4BB1-BACC-0E9BAA93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428DFC33-61BC-4C75-8C5D-9EC0C177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08CC80F-A855-4960-B869-E8101819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423E4C21-A850-44FE-A7E9-442CD01B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DE48FF1-5A18-4D58-B1BA-80F8B532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849DE5A-D989-439E-920F-FA0D8F89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3F7E428-DBAF-415B-A984-62A0BA62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7 da posição 8 para a posição 10 (1-point move).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97240D1-1CAE-4F39-9385-92C9A286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4726 para 4694.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B14DEA4-E1A8-46AD-9761-0AA1BA48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12 – 10 – 9 – 7 – 6 – 5 – 15 – 14 – 13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0669B9FE-E2B0-44CC-B5A2-EBC453B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4.694</a:t>
            </a:r>
          </a:p>
        </p:txBody>
      </p:sp>
    </p:spTree>
    <p:extLst>
      <p:ext uri="{BB962C8B-B14F-4D97-AF65-F5344CB8AC3E}">
        <p14:creationId xmlns:p14="http://schemas.microsoft.com/office/powerpoint/2010/main" val="458006747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6: custo 4653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77B42F-3A06-F812-16D6-7080D8A12563}" type="slidenum">
              <a:t>53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1D79EA6-6242-477C-8659-4F506571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F5FFF7B-AC0A-48F1-947E-21BABE45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DE17203-74C3-4AFD-BADB-B72D133A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2EBAC45-B420-4250-A45E-B1A73D14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E51309B-AA2C-44F8-B57E-260822CD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D030887-8F44-47AD-85F1-D7366AF5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876A8ED-AA39-4E40-AC8D-75019721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B28FA61-0135-4570-BBBD-96E46F42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389E95D-6CFB-4441-B95B-2ADECBC3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88EAA8E-2DA7-4B44-B5C6-1F46EFD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73EB9ED-AF1E-4353-9DD4-B34EB6A2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F032990-8470-478C-940E-4A50CB90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FF24176-F61E-4BE0-8E9F-FFC613D3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7C300B6-C7B6-4865-AF05-D37B2C3A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966B01F-0A91-42C6-8215-17279DB9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F8BD713-EE89-4CD3-99F3-D85BCD39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863FF9C-2D0A-4CE1-8EE3-4B47B187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356A94AE-C94C-4399-9D9A-6F5F8AA5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5284702-321B-48AB-A87F-DC8B2691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24511"/>
            <a:ext cx="883968" cy="400050"/>
          </a:xfrm>
          <a:custGeom xmlns:a="http://schemas.openxmlformats.org/drawingml/2006/main">
            <a:pathLst>
              <a:path w="883968" h="400050">
                <a:moveTo>
                  <a:pt x="883968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D3E37357-A81B-4B37-9BC9-20114681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883968" cy="400050"/>
          </a:xfrm>
          <a:custGeom xmlns:a="http://schemas.openxmlformats.org/drawingml/2006/main">
            <a:pathLst>
              <a:path w="883968" h="400050">
                <a:moveTo>
                  <a:pt x="883968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9F8FB233-60F2-458C-AF13-E99DA82A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BC7BFADD-6BED-4B6B-A11C-41A68CC0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17641B73-022D-4BC4-94DE-E29E0E7D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21D14908-C53C-493F-AB95-F9DD40DA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2C8F93F7-90F1-48DB-8C77-92D40163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A79C2C19-B2D3-4CA9-AC9C-E430FD32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DF968B39-7561-4E91-8467-37CB88C6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38C89D6E-8DF9-4DB4-9C96-D98F5C9F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98B78AA1-842F-42B1-B7DC-713697D6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FEDF081-78A3-4DBB-ACF9-1F5ACBB6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4DE7B1D-E96D-43DE-9B62-F2C78441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9FE1105-BAC2-4BB2-B99C-4DF6F978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4015C98-4D9C-45CA-B186-27F63E0E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6368C63-CCD2-4583-90D1-84846D83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70834A8-2B8C-475E-853F-DD39AB62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7A814E5-CBE9-48A4-AEE7-A5F1F157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F42345D-851D-4E1D-94F8-79132369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2571FC8-B66D-4409-9D8D-351AD4D3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CB660AD9-B42F-4366-989A-E113A7A4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C2F7082-C49D-4540-ABBA-BD901297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5E83D88-65BC-4351-BB16-5C97411E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D3F3103-9CBE-44FD-81E4-0DF55180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12 da posição 7 para a posição 15 (1-point move).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702D78E8-4B46-4BC3-8689-4CDF2644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4694 para 4653.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B3203BC-DA4A-4C86-96A9-C73AE60A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10 – 9 – 7 – 6 – 5 – 15 – 14 – 13 – 12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CE1124A-0696-4B2A-A15F-6710735E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2185628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Última rodada e partição final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FFCF489-DFD6-64BD-BCB3-4D97AF36B1FB}" type="slidenum">
              <a:t>54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4256A60-FC82-47C6-9734-60BAFD2A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ENCERRAMENTO DA BUSCA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BF8EB42-98A8-471F-899B-6258BE54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1720AC1-2FF1-42DE-8529-E6552A8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3D38D34-D3E2-45E0-A7B2-67683569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25850FC-2AFB-4CC1-ACC7-3395E883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E2E3CA9-9840-4CE0-B862-9EEE33B5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D388969-3D96-4377-9A9E-07212287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DBE3A02-36D5-4FD5-A8B4-CA16E497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1A131F7-0FB7-4294-B137-79F0E290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7A67575-2B08-48D1-87DD-57E969DE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1940FF4-17BF-41F1-AEF7-D9723C7B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0860D08-618E-48C4-8493-A0832EAF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648FAA8-C625-4280-A0F6-4B9463E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CC0C751-321F-49DA-A59A-18E19AB4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E05360A-F8D9-42D9-96B9-197ED9A6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8BA8F70-7E79-450A-9757-34075BE6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14992C0-5357-48E9-A0C4-5C1EAC6E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15539D7C-3784-4DB0-A1AD-C6A04DBA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CEC7C393-5462-4965-A81F-CD2A0445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0805D120-850F-4A7C-8C8D-7BDF4EA4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63A125C0-E511-4697-BEF5-F020D154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A6D19963-76B5-404A-B194-DC0F2D4F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BA83F770-5F7B-469B-8BF2-E4EB3EF8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7E306F35-482E-4214-A48C-BA30E2BF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34057F1D-7661-4396-98E2-409F38F1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745376C1-AF66-48B1-A23D-0C1D7841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6697E05-39E3-4C2D-96B2-1E8F7772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3E5C055-5579-49E4-8E5D-158E07C7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40170CB-0984-4541-BDA9-322D275D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9435FCB2-9EE0-44E0-B307-DB12935E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DA53C78-AC94-4DC6-B8DD-65F69696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821A9D7-88B3-4720-A2F5-23471C8B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0C37E06D-1173-4D73-ACE7-FB768C27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10D0B08E-E41B-47A6-A868-36DB1096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749D019-3E65-45B2-99E8-8532A3B2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DA76882-B831-4A56-91C1-759ACAD3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7F2D152-CEF8-4DBE-960E-33512F36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4C9C4B42-1AB3-426E-9203-30337F2F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2041DCD9-A144-4AB2-B98D-7A7AA52D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sétima rodada testa 420 movimentos e não encontra custo menor que 4.653.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A310374-CDAF-45B1-886E-ED76FE07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encerra após seis melhorias aceitas. _greedyHeuristic chama partitionRoute novamente.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87C6983-F187-4BED-995A-B2E9E2E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reinicia com a ordem melhorada. Seu ciclo somente de caminhão custa 9.227.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91D41EA3-7805-4BCF-A76F-7F8BD084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9.227</a:t>
            </a:r>
          </a:p>
        </p:txBody>
      </p:sp>
    </p:spTree>
    <p:extLst>
      <p:ext uri="{BB962C8B-B14F-4D97-AF65-F5344CB8AC3E}">
        <p14:creationId xmlns:p14="http://schemas.microsoft.com/office/powerpoint/2010/main" val="2073754306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01: MakeFly no vértice 11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0BC6D5-207B-F838-F994-CD836D38A6B0}" type="slidenum">
              <a:t>55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21B216A-1BD4-4909-A3B9-803B2E50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5C05011-AD0D-48BC-8298-1E53771E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35A193F-DCF9-4488-BDE8-B904308D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1756304-F883-4D97-8653-ED667C98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626FAD9-08E2-4EEF-A7B1-3F86068E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34A7A67-BD4B-46A0-B27F-AF1939A8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CE0D0B1-AD2C-46F1-B4A7-57ABE4CB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630F94C-1FF3-4B73-B587-25631B9E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4FD3446-45D1-42BE-90F7-F38B72A6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AB5CA13-2744-45A0-821B-3BAE1527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97E57C4-E196-4D36-AA69-E351C5AE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A8CF95F-D6E8-40B4-B8E5-A5518C64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031B689-6426-4E6A-A1C5-222D67DC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427BF45-2536-4387-A149-F6FB42FE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F91976B-2690-4C93-9A4C-C5DF66E2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45DAC27-7AF1-4D42-8FA4-B767AA54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C4F87B75-0940-4AFD-BB91-7E8AB69D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594A71D-3F22-4D56-8F3F-33CCC014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680C5B51-BFA1-441F-9121-517D9BCA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F124D63A-78A1-4FC3-8FA2-D7751714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F841B550-6303-404F-B7A7-E6C2C296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2C118FCD-450E-4E7B-AEBF-C566F30C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9F0BB8AD-4824-409C-A787-6644C72F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5360261C-1981-4DB8-8723-0BF15744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4D78C20F-B09F-415D-9BEE-A03A3E0F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6BAA8E17-D335-4F4D-B4E2-A0B09B0F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D44099ED-36D4-4719-8322-03A47FEC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DC40A772-9818-4AB2-A550-251F2524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EFDA57C-73A2-4165-B55F-1FB52697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08A58200-8ACD-4115-BEEB-254FFC29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93EB54A-6BD1-4D7C-8714-15839F69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5EB8A15-FBAA-475B-B7C7-23E3F396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DECEE9A-9887-4479-AFAD-F5E51396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FAFE22B-47A0-44EA-95AE-5C89E3A1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9514964A-3E28-4C35-A111-30B9F942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37E9227-8896-4189-B991-C9060468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D0F6893-F0B7-48BF-8E66-675F760A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E386A0E2-353C-4264-936D-7D0D75DF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F8683D0-E8A0-4C9F-A8D9-4A9F5845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1E93106C-3B5F-41E1-AAB5-BE56C4CE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7FC3348-C70E-4B4C-AF4A-D23C2DB1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F8564A7-B29A-4608-9E95-4AA629BD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11 passa de Simple para Drone. 1 e 8 tornam-se Combined.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ADD56704-B2EC-4FA4-B390-C423BFF6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11. O drone voa 1 – 11 – 8.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357C807-1BFE-4C4E-807C-21D83607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9227 − 0 = 9227.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13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041E119D-3837-4D35-B3A1-BF420238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61E88636-DEE1-4F12-B6AE-7023979A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9.227</a:t>
            </a:r>
          </a:p>
        </p:txBody>
      </p:sp>
    </p:spTree>
    <p:extLst>
      <p:ext uri="{BB962C8B-B14F-4D97-AF65-F5344CB8AC3E}">
        <p14:creationId xmlns:p14="http://schemas.microsoft.com/office/powerpoint/2010/main" val="1591337287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02: PushLeft no vértice 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265AEE-4D99-0673-12C8-99EFF695690A}" type="slidenum">
              <a:t>56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5F4F22B-C2AC-4412-9F21-0563A92A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956471E-09DB-4E74-816E-0CE948D2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0B5F97A-4007-4902-943D-A076650E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268EB0D-6C38-49E6-AC93-1BC9F277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2DB6103-CC26-48CA-9ABF-0BFA920F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96A4FEE-6184-4F16-B8AB-5CAABC79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66A0E33-F6D4-40AA-8195-FACA0970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885BE2F-6989-4F6D-8CD3-2C80FBDF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FA258AA-5C03-47F8-90B9-611CA3F3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629551B-CB68-4E6C-9ECE-BEC51C74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A661679-A218-4122-9205-EF1DA39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3CD6E8B-C61F-4E79-BA1E-2FF0943C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FBD71C0-AAC6-4C29-A595-83CCBD0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872ECB4-02BE-4493-B05A-BA8449E0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A667FB22-C536-47ED-9FB1-2927336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0F47C2B-A55A-4ED2-9571-F0139299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5CC15B2-05C5-4C04-AE5D-98424EB0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2D1242B-5E3F-478F-A71E-195A1703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8098EDA-21E1-42A8-8341-9B37F722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1849882"/>
            <a:ext cx="284774" cy="691322"/>
          </a:xfrm>
          <a:custGeom xmlns:a="http://schemas.openxmlformats.org/drawingml/2006/main">
            <a:pathLst>
              <a:path w="284774" h="691322">
                <a:moveTo>
                  <a:pt x="0" y="0"/>
                </a:moveTo>
                <a:lnTo>
                  <a:pt x="284774" y="69132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DCA1474-3373-459A-B3EA-C4C6D0A1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150" y="2541204"/>
            <a:ext cx="925878" cy="212631"/>
          </a:xfrm>
          <a:custGeom xmlns:a="http://schemas.openxmlformats.org/drawingml/2006/main">
            <a:pathLst>
              <a:path w="925878" h="212631">
                <a:moveTo>
                  <a:pt x="0" y="0"/>
                </a:moveTo>
                <a:lnTo>
                  <a:pt x="925878" y="21263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A00A8CCF-AD65-4913-A323-AC9B417A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1854ED48-1BAE-4052-869A-D462EB61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E44E36C0-8533-400D-8952-F89FBFA2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724F7CB-C2A4-4197-B8AC-D896883F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01ED2523-1300-4D7A-96CF-61B23F5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A43BCDA5-B7D4-4163-9AEB-7223C9F1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7FBDB63F-67F0-44F0-945F-A0B54352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2F6437FF-31C8-498F-A78E-A3C9A354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A9C95F7E-7C34-45A7-BFC2-C953C3C9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AE39A1A5-800D-4B57-B760-29C0659C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5DC58E7-DC24-4D3A-A128-D456EAE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D563E6A-1881-4936-8F55-59426AF7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D88AA45-B1FF-4F30-AC71-FEF6449A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709C5CF-410E-4F53-B837-020B37D2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6CE9CA6-4985-4928-B0F3-0EF38E5B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C01B243-92E1-400E-9E12-71E7FF20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18E98DA-018C-4685-99A9-E99EDD94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4A69F058-1D13-4626-89FA-56A602D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EF1F16B-34F6-489C-BFE6-4484BE3C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F07C51C-8E8B-4E10-B1C5-A0AEC023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30222A8-7C8C-4E35-9EB8-8816EA11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477ACB3-C1D6-4647-984F-C8E76CF8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3BD3C33-9C38-48DD-AEFA-6CB8B822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 passa de Simple para Combined. O antigo encontro, em 8, passa a Truck.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AA8DDD2-8C79-4DB2-98BE-77560E51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4. O drone passa a reencontrar o caminhão em 4.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1DB2CF8-D87C-492F-85B3-BFC5C4BD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9227 − 38 = 9189.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12 posições Simple.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901807E2-7E9E-4A52-BB93-C89301CC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9.189</a:t>
            </a:r>
          </a:p>
        </p:txBody>
      </p:sp>
    </p:spTree>
    <p:extLst>
      <p:ext uri="{BB962C8B-B14F-4D97-AF65-F5344CB8AC3E}">
        <p14:creationId xmlns:p14="http://schemas.microsoft.com/office/powerpoint/2010/main" val="2138680243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03: PushLeft no vértice 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0DF58B-F0CC-EE04-B3E8-87EC24B7009F}" type="slidenum">
              <a:t>57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EC81525-98E4-4AE6-986D-0F87F92F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82D3945-4BA9-48B0-9B40-07FA98E7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CF65047-16A1-4BEF-9E31-87763A45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CD98624-C2B5-463A-8855-06F6CB4C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822D686-65B0-48AF-BD08-3C824787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3A8C86D-8801-4B67-B7ED-83ABF360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19098A2-A609-4DD3-8697-76478BEC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E2D60EA-7AFD-405B-BD64-32225787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F5AAE46-A2D1-4DF6-8894-ED88053A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5D8FE2E-7889-4779-A9EF-326C0F77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001A35D-A473-4178-BAF6-8DFC4B51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D77CD2C-1F18-4710-89F8-721B83D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386A6C2-9A15-4B31-BF6F-D4B87721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96EDC07-5BB2-451D-A478-C8CF14D4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296730C-D71E-426A-87ED-E5575BF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8D0192C-63F4-4A7E-82A4-1561579A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EDB4739-D465-4239-8195-D94497D1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3C99595-AC66-4A79-8F7A-F972C2BB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5F478D3-A889-419D-B917-2B62958A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207" y="1880665"/>
            <a:ext cx="1484503" cy="1658881"/>
          </a:xfrm>
          <a:custGeom xmlns:a="http://schemas.openxmlformats.org/drawingml/2006/main">
            <a:pathLst>
              <a:path w="1484503" h="1658881">
                <a:moveTo>
                  <a:pt x="0" y="0"/>
                </a:moveTo>
                <a:lnTo>
                  <a:pt x="1484503" y="165888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3A36A253-2693-4359-8685-F9BBDBF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7ACD555A-8A5F-4B0E-97B6-45752EBF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B6ED8702-C709-48ED-82AD-D209688B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34A6460C-31B8-4BD4-A1D7-7F08BF83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40EE2551-A8AC-4515-8D23-FA6BF0B5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1B04B53D-34C9-486B-8B69-D16E2C34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9FD7D46C-9FCD-4CF1-8DBB-E2EAA4ED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C09FC7AD-AB19-44D3-9558-031062F2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ADDDD8DC-6A5C-4881-9283-993C3F7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C3CB6968-8190-4C9A-8B90-56A8F273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3AA7020-EF4C-4A96-9401-FF98260F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C4D4A06-F479-4FF0-BAFE-A2569B0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4773781-91C1-4212-87C9-C5E3565A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74E7060-2408-45CB-B6BF-C2459034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51D9C44-C186-4751-949F-BEF152C3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9FD26CA-EF22-4C56-B7E4-183B6006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0ECA7E08-827C-457F-90D5-D7E8BE1B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56E181D5-4AAF-4176-A5B3-64BF809A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37D7ADA-B013-4953-A603-B9399150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A928702-40BE-48CD-BCC5-9942B777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DB928161-6E3F-4851-9698-A47E1845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574A4B6-A445-46E4-AA27-70CA2685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18B76A7-6818-48A8-A97D-43AE78D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 passa de Simple para Combined. O antigo encontro, em 4,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3C78090-A67B-4235-8A5C-0A57CE13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2. O drone passa a reencontrar o caminhão em 2.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D45D0B7-10C1-43F2-B419-04088ED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9189 − 238 = 8951.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11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527F7A0-41B0-4B5E-888F-54A91734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8.951</a:t>
            </a:r>
          </a:p>
        </p:txBody>
      </p:sp>
    </p:spTree>
    <p:extLst>
      <p:ext uri="{BB962C8B-B14F-4D97-AF65-F5344CB8AC3E}">
        <p14:creationId xmlns:p14="http://schemas.microsoft.com/office/powerpoint/2010/main" val="1195337676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04: PushLeft no vértice 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5D86DB-0D22-4F3A-B798-73C3EACC87D6}" type="slidenum">
              <a:t>58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E4AA8FD-CC1B-4912-88E6-B1B7A777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DFD0379-9EC8-4CA5-B55D-1327C74C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E69A1F8-C863-4075-A128-530C44F4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F1FEF39-A346-489D-A623-7628CF0C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0AE1653-1E7D-4790-8941-FB8E622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DD61660-9385-43B7-9B59-DAF41F4E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B1B7F3E0-5D49-44E3-8269-4FAFE26C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9311BF8-5692-42CC-A1C2-9BA09FA7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1C3F3A8-B9AC-49C4-9896-6E0F5606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99BBCA1-1508-4717-9CCE-F9717409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342794B-1B7D-4A8F-B896-004AC87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D5CAFC4-D0FF-4BCB-A827-70134C9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0A954EE-E831-427E-A4F0-E208DC24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566512B-EFAF-45C2-9DDD-0426746A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01503F8-70A7-4987-AA44-D6E4390A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E99F9C0-8EE4-4FBE-ADDF-F4DEC1CD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C99B8CE-39C9-4D65-8F9A-6D5B9285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A0F886B-0B6A-4B81-B202-AE377A9B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158A832-1093-4FAB-BDE4-C4E2C6DF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122" y="1907753"/>
            <a:ext cx="1343160" cy="2421198"/>
          </a:xfrm>
          <a:custGeom xmlns:a="http://schemas.openxmlformats.org/drawingml/2006/main">
            <a:pathLst>
              <a:path w="1343160" h="2421198">
                <a:moveTo>
                  <a:pt x="0" y="0"/>
                </a:moveTo>
                <a:lnTo>
                  <a:pt x="1343160" y="242119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CD96B359-FCCB-4156-98BA-D5BF0C1A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765951B1-81BD-404F-89A0-5651C40E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9755F1DB-CDE2-4FCC-919C-8A59AB47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0A5FBD6C-1F37-4516-9F60-82783A3A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58559E99-46B7-487B-BAE4-CAACC04E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276E6DB3-D8EE-49AF-838E-60EFB219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D47C31F6-483E-4E51-9467-304904B4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7B85093B-E562-47C6-A706-99D56D72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79F6E372-8738-442A-9292-63D11842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D7F2AC53-35E9-4E5A-8940-E82D5BCE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40EDE5E-BB78-48FA-9E2C-3116A9DF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6FA4C53-4E10-46B2-B041-CC00A0FB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9F42759-D115-4D46-BC8E-5383036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959A4F7-40FB-4880-ACCD-FD07E194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0106989-821B-4A54-8147-39A24E7B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6ED1D1C-0B9C-45C1-A1EA-72CD04D7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2CA186B-7E45-4FE8-8833-EB7180C0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C91B625-D32C-4285-8980-F57D6616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B7FA43F-5D53-4CEC-BD33-192FD1D9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31BA31D-B77E-48A3-92DA-34A7CB3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7977878-1D93-421E-BF98-5A872645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80E7EA0-5368-43EF-83AD-1928D51B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28FDAF7-51BE-4809-86EE-893E0F80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 passa de Simple para Combined. O antigo encontro, em 2,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F9F385F-F2A3-401B-B47C-071030D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3. O drone passa a reencontrar o caminhão em 3.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29A932C-E61B-415E-B874-99E1582D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8951 − 187 = 8764.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10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68A641E0-0C3A-4CB0-8208-CFB2EB43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8.764</a:t>
            </a:r>
          </a:p>
        </p:txBody>
      </p:sp>
    </p:spTree>
    <p:extLst>
      <p:ext uri="{BB962C8B-B14F-4D97-AF65-F5344CB8AC3E}">
        <p14:creationId xmlns:p14="http://schemas.microsoft.com/office/powerpoint/2010/main" val="656355646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05: PushLeft no vértice 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F1FA4F-5E1D-6DD7-8899-DB45C4C32C6E}" type="slidenum">
              <a:t>59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2E2C670-CA45-4DF8-A859-1EF12F0D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2D4506B-DD0A-4DEE-902F-98F51777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143DED0-9DD7-4D0B-B5FB-4670795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678CA29-B3C7-4341-AB2D-1CB4FB0D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5E8E460-967A-4697-990A-AE301549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2B55DEF-1D62-4AB2-8197-9D9A92D1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AC32FCD-F5CF-4A7A-9379-6EF4590D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A4BBA4A-F03B-4302-8F0F-39909B24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30CDDF7-0B52-4C2F-859E-47C88B15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E48BBCB-D69E-4DE4-8EDE-B21FD3D2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5573EFE-A8E4-4277-86D4-8BE778A0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55A7820-84CF-4BDE-BE1E-E4980C18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C349203-88D8-41F7-ADBE-A6344C6B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11E9AD6-81B3-4D02-906C-D1C19B82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F598CC3-FBBE-446F-B24C-26F7A340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2B0D4BE7-B7B5-4A22-A07D-27330503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BED2C24-C566-4374-A5FE-5AE1E37E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123AE74-D1E4-49F6-BCFA-EF28AB89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9A140AA-AC1A-4B68-AB11-B7D4A9C7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411" y="1926999"/>
            <a:ext cx="819154" cy="3074897"/>
          </a:xfrm>
          <a:custGeom xmlns:a="http://schemas.openxmlformats.org/drawingml/2006/main">
            <a:pathLst>
              <a:path w="819154" h="3074897">
                <a:moveTo>
                  <a:pt x="0" y="0"/>
                </a:moveTo>
                <a:lnTo>
                  <a:pt x="819154" y="307489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B045A0BB-1C30-4C4F-B237-B9A4A1BA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8AC3D6A7-ACB2-4AEE-AC84-D502939B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3C9B3BF8-492E-4B4E-B95D-2C40ED26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4AA5ED25-74AA-4FE7-8A94-9102CFDC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DFDF64B1-CEC6-451A-8D7D-80123440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4A2D4648-1FB0-47F4-AF9E-DE75759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3FB37E69-2C36-402D-A0A3-402A2C93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A95BD367-1BD1-4E7E-99CB-126EA80E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9CF4F181-12A6-4CA2-85C9-D5C5107A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7F7E546-D6DB-48A1-BD28-6BAA3C22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B28E21D-E916-419F-AF9D-6E248EFF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822B178-1AA8-4DB7-A994-2492A6A7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BD1217C7-2913-4268-B9B9-6F87D8D9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49E5871-DA60-4DAC-93F3-91EAFF2C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83270653-EAE9-468B-8AE8-4DB923FB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A20ED957-209F-4D49-8071-DBAA16D7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501DCD7-9944-48CD-81FD-3A43D731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DBA626F-24E8-4BD2-8220-49D9CE56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E2D013F8-2202-43F2-B967-7578A226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ED2A0E1-E8AD-4ED9-A319-C6415774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40EAA2B7-08EE-44BC-AF73-BE4ED608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84DB1B4-7836-4131-9E36-F52F576B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E80DB46B-603E-473A-8A10-6DFE675C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 passa de Simple para Combined. O antigo encontro, em 3,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9168B10C-245F-4CFD-8DD4-77F5A6DE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16. O drone passa a reencontrar o caminhão em 16.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5352EF95-B1D3-4640-BF1C-82B09DFB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8764 − 979 = 7785.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9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FBF02DE-1991-4223-9169-A666991A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7.785</a:t>
            </a:r>
          </a:p>
        </p:txBody>
      </p:sp>
    </p:spTree>
    <p:extLst>
      <p:ext uri="{BB962C8B-B14F-4D97-AF65-F5344CB8AC3E}">
        <p14:creationId xmlns:p14="http://schemas.microsoft.com/office/powerpoint/2010/main" val="204130007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06: PushLeft no vértice 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8F55584-BE3A-83D9-FA7F-21221C333295}" type="slidenum">
              <a:t>60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C10675A-EDF5-4666-B258-F4712B47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EBD9842-2EEB-45E3-8540-E2A15396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44CFF66-7090-44DF-8EDC-0EFDDB1C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A9047A0-159A-4C5B-AEBD-565C8FF7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B4F23B8-F87B-4CBD-90BF-124A36C6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45CE4FE-6E2E-4BCA-97A7-B34B07B1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8F590AB-EEC9-423A-8080-9B7E94EC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55454C3-F5E5-44B2-813B-22346843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42DEBDE-6975-4ED9-9CD1-987F4240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67D915B-CEB3-4FF6-958F-274ED7DA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C20D5FA-DCFC-45FE-B8CC-D1671402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61E5510-F083-4327-BFE1-072C6ABE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E801856-4EC3-49F6-B566-0D00137C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93FEC0C-B993-4AD2-A3D6-AD05E686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C61234F-24FA-4C9F-A800-11A22F88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5C2A088-2D02-478A-BDF6-FB6F5F01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0D4F171-1C02-42EA-822C-417B4D03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AB99561-EEFB-4D83-AB38-7D715501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773B2BC-4F0B-4134-BE3D-36DC903D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9B86CBF6-0B94-415A-9DA8-D71E2F5C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2B76BEC0-716C-4323-9A90-61089A5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80AA30F6-1F2D-43DE-9127-A3CFF8A7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3B1EBDD9-C621-4310-8CAA-15D4DF9A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AA15143B-1466-43FB-A9D9-E8FD4134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B1AED182-DBCC-42F0-8678-B4A41C59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E66118FB-4814-4148-9018-D6F91F04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A59F1502-5879-4C3A-8C69-E2B572A5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B76A1F65-7F77-453B-A364-EF033486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C91C08CE-99F8-4FAF-A861-C2522CFC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8E778F6-EC2A-466D-84D9-E4990C2D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86FA48C-7E12-45C4-81E3-33F6628D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3D3FCB7C-D38E-48C0-AB5A-3CB0418F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3F053CF-9272-46DA-BC40-F9629ED2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AB843E18-D8DA-45AF-8CF2-270A800E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07A18A6-8E8A-41F5-B35A-A74F95E3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4D5C324-1AEC-4845-A75E-F1A3974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B5999002-2D50-43EC-B736-4AFB89E4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5710A0A-D413-4B14-BBC4-2F6FF43C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857A29AA-C573-4474-93B5-721662A7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0FB89DB3-04F3-402F-AF60-9BE63A25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17314C0-7252-4C80-A143-E77D2FAB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16667F8-2E68-4A40-BFDC-4029D590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 passa de Simple para Combined. O antigo encontro, em 16,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BC38D89-0493-4DDC-A771-A0B84161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10. O drone passa a reencontrar o caminhão em 10.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A933C61-566E-4E87-9F78-83A723EF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7785 − 1161 = 6624.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8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2C802AA-D571-41F0-AC8F-FE089722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6.624</a:t>
            </a:r>
          </a:p>
        </p:txBody>
      </p:sp>
    </p:spTree>
    <p:extLst>
      <p:ext uri="{BB962C8B-B14F-4D97-AF65-F5344CB8AC3E}">
        <p14:creationId xmlns:p14="http://schemas.microsoft.com/office/powerpoint/2010/main" val="824312883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07: PushLeft no vértice 9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1E013D6-0C4B-FE2D-855A-F1342FCB0974}" type="slidenum">
              <a:t>61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FEB5DE5-715D-4096-85E7-730D1F0D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86F8881-447A-408E-808E-41A6D1AB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DF34293-9083-4076-9DDD-4098D1C8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396D1FB-D5A5-440D-BC63-F90523C1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DE3C0F9-6F26-4E2D-8379-F148A2A3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97A334B-9ACD-4839-B5B0-9E8EF371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1F85F44-9036-4F06-A832-A90EAE0B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14AF3EB-FFBA-4651-B61C-2E4E2211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06433EE-84FF-49C2-BF3A-9C9C8541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616A6C9-7E1A-45B0-A77B-C023466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CFE61C5-8A39-43D2-9AF2-31F9B813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CDAF2E0B-D84F-42F6-9E26-9AE0061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2EA1360-E084-4E2D-9C3F-5542950E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8C6F168-9848-4A33-89CD-1D24BE8A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C58A91C-D553-44E9-8C6C-08DECCB3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BC21F9A-F741-40C0-BD92-E0706B43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622F9AF-058D-4A61-B8CF-C2541A3B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874AA6D-D544-4172-8B5D-8D85A1D1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83A3CEA-FFF0-464F-B970-9E625C5C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985632" y="0"/>
                </a:moveTo>
                <a:lnTo>
                  <a:pt x="0" y="369981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B10E552D-2EB1-4910-88FC-0F1FC97D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A5421019-87C4-4917-886A-1BEC09F4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529E85C5-588C-4623-8349-F9E6AE07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3602ED2C-77AE-40A8-A213-F52075D3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5917ADFD-785B-455D-B0CB-C91110DF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6F1FBC80-4898-4916-A6A3-1312511E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CB8F6CBC-1CA4-40C2-8C16-C87C41B1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E7E7AC03-027E-4FB2-8F81-9F9A2205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FA561CF-A113-48FB-A789-928E9C7B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7FCB7367-4D93-47D8-9F05-E986D1D8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49A0B50-1B65-49D5-BD84-75E2285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2A13A821-80C1-472D-83CA-A06C3CE0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17ECEAB-8B1D-496B-BBBD-E81014D7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526AD60-4E0E-45F1-BD73-81F9C92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E5DBB2A-DF5E-48ED-B996-F91BFFBD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8347A8C-478C-4FA1-89D9-57A3CE92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E8CD0898-163D-46AD-A9F3-F6E430CC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7CA8FE9-CE9B-4F51-B026-ED22862E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BC13A2A-B5D2-473D-999D-217E2138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816D3D2-020D-460B-9281-2ACC4F1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E9DA331F-7006-417C-A971-52262304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0277AC3-C2A9-4847-B54D-7EFA41F7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7363ACF-5194-432B-99BD-BDE4D7B7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 passa de Simple para Combined. O antigo encontro, em 10,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ACD072D-D327-49E3-A04F-F9AF53E7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9. O drone passa a reencontrar o caminhão em 9.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8D42BCC-696A-4F7E-8970-7545B19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6624 − 638 = 5986.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7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C76883F0-C6FC-4D5A-89D7-680345D9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5.986</a:t>
            </a:r>
          </a:p>
        </p:txBody>
      </p:sp>
    </p:spTree>
    <p:extLst>
      <p:ext uri="{BB962C8B-B14F-4D97-AF65-F5344CB8AC3E}">
        <p14:creationId xmlns:p14="http://schemas.microsoft.com/office/powerpoint/2010/main" val="1934394267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08: PushLeft no vértice 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71E1DC6-F89D-8D69-6333-36D980A4F9DD}" type="slidenum">
              <a:t>62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42FF439-211E-49D6-B003-45A8F773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DA5910A-33AF-408D-84BE-CC06DE24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08A47A2-8D74-401E-A007-68B8F2B8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273C921-F9DA-4621-AC3E-2E6F58BE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77B5FB9-0FAA-45E4-97AD-043BDA6E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0D641F1-AF97-4229-B914-F561134E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BBC87883-1351-41BA-BEE8-5506E3BD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753212E-91CC-42BF-AA79-C1A4106B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1E35F79-2E23-4ED5-B77B-A6A4A88C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87C010A-0F00-455E-BF67-5257A47A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639438C-EFE0-471B-83DE-EDC99D7C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112D269-F2A7-493B-A34C-3BA2F179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07D7A8A-26A8-4620-B2B9-8E84878A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47FE206-8D44-4B61-B9DB-C4C189BE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E4BF91F-BE6E-4E55-A38E-19670402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13E0943-A31A-4C48-B947-1066404D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C2916B4-0E06-4A92-99FB-1228569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CD767C4-2185-45B4-B641-0DD113B0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B94ACC19-95E9-4513-9959-BA5DBF44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86" y="1907753"/>
            <a:ext cx="1983728" cy="3575894"/>
          </a:xfrm>
          <a:custGeom xmlns:a="http://schemas.openxmlformats.org/drawingml/2006/main">
            <a:pathLst>
              <a:path w="1983728" h="3575894">
                <a:moveTo>
                  <a:pt x="1983728" y="0"/>
                </a:moveTo>
                <a:lnTo>
                  <a:pt x="0" y="357589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2D0D6FFB-3072-4340-8167-866A2362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E857FA19-F9D6-40C6-A22C-DAAAACAA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7B25A5D3-6DB8-48F5-8C05-418FBCA2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97D52F4A-3D62-439F-8E1D-9FC8C351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85A2898E-3CE6-4BC4-87BF-D37140F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1EA1D7C6-15CB-43CC-8DA4-E059FC0A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1EF3889F-28BB-4B12-A2F7-11C837D7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7499884F-5E50-4ED7-899C-C3F7DB81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2FA50A53-BABA-46C3-A6B6-96010FDC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F4EBC629-E6C8-43EF-B55D-144AF7B7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9E61B30-866A-403A-8645-AA1CA933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C213F59-F736-41A6-ADAF-F571C9AC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B307986-DC8C-4361-8349-7352A4E6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EC50D53-3E69-453A-B89E-610721B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28380A5-D6D3-4FE5-84E1-AAFDA87B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EE90423-A1EE-48FA-ACA7-67A96B51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B2E671AC-DB28-483A-9452-6DDDB714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F2D56547-7089-414D-A2A5-79A59FEB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DA38D56-D165-4A97-8475-BF4DA64C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D8E16C4-8859-463D-A37D-1713692A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EDA0B101-FFF5-451C-808C-0D9651D3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E9F80BB-8153-49CD-BB28-9DCBA96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C8A1F87F-A5B5-4E01-8A9E-0948FDE2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 passa de Simple para Combined. O antigo encontro, em 9,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EDBD9FA0-3948-4F4C-91B4-A4AA6AB7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7. O drone passa a reencontrar o caminhão em 7.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BD190F5-05DE-467C-BE45-E047B5B8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5986 − 181 = 5805.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6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0D9D92A0-8AA1-4C66-B6C2-EF172DBF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5.805</a:t>
            </a:r>
          </a:p>
        </p:txBody>
      </p:sp>
    </p:spTree>
    <p:extLst>
      <p:ext uri="{BB962C8B-B14F-4D97-AF65-F5344CB8AC3E}">
        <p14:creationId xmlns:p14="http://schemas.microsoft.com/office/powerpoint/2010/main" val="119852938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09: PushLeft no vértice 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BECC1C-8AF1-E14F-B384-26C5966C006A}" type="slidenum">
              <a:t>63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F46BF709-0A2B-4C42-B5AE-1BCC7E3B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5BAB42E-3D5F-48B8-BCC2-E259C31C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6E10C3A-BB57-441C-AFAE-602D3F75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1191D19-C2DC-4364-ABB7-0B12CE5A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05CF96F-6A23-4BA5-9C27-DBC8571C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0A8E83F-D71F-4251-9FA3-5B74D966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8F5F074-1E49-49C9-B588-BAE3C7AC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2644A8A-82FF-4557-B961-1296F59C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8C48602-4F88-4BF4-B3C4-A5AC0E71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37FD4E7-EB51-4C84-B08F-F52A6D7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798BA62-5E92-41D1-9195-156075B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9D59842-68C5-437E-AA5D-0A5D0F4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BA5D24C-7AE4-4B9F-A205-72DDDBA0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E9963B2-CD91-4BCD-A751-80AFFF15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F442158-9931-4B0F-B2F7-FFFB59CF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D013202-C06D-49C1-9D3B-2EA35275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7787C1D-A5FF-4D44-B8C9-EB102F6E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70DD464-F975-425B-A173-8D151B9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EF96935-92A6-48E1-930D-40B3FE55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132" y="1880665"/>
            <a:ext cx="2834597" cy="3167564"/>
          </a:xfrm>
          <a:custGeom xmlns:a="http://schemas.openxmlformats.org/drawingml/2006/main">
            <a:pathLst>
              <a:path w="2834597" h="3167564">
                <a:moveTo>
                  <a:pt x="2834597" y="0"/>
                </a:moveTo>
                <a:lnTo>
                  <a:pt x="0" y="31675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C64F7FAF-2484-4404-9046-74CD2D93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7C130740-F98E-4792-B800-A665ACB8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7869DF81-3D11-49B9-9D0F-5626F427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BE8E6814-60EF-4D79-AA02-A34DD385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D0858828-98E9-45F1-937D-955F2B32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6C3FDBD1-7B16-41E3-BD30-34909CD3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09C78245-0250-4D90-93A1-EF39880D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7CB2E2B3-87F2-4A01-800F-EEFA280A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859CF53B-A682-4A2D-9FA2-813231DC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A918D21F-247B-4D5B-8AD2-2104A579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4440454-95A6-4B51-9C96-137B66A2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CABA8854-14E0-4903-A57B-E9789CF5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F8D9C12-24EE-4990-A6C8-AA2643CA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450C0EA-194E-4383-92FB-51E1A420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F458D18-4188-41D7-AB8F-0FCEA13D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9C7DB53-A854-4DF2-9CBE-B0194177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8F34D39-4502-4F44-AA46-E7B14BF7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2148B60-CAD3-416D-8644-4F8BA11F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45445FE-4AED-44D6-A608-25067A40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B663243-F8F1-4616-BD21-82A3C3C6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5A9B49B-A864-4EEE-B0FA-C1B2928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BCB49CC-83EE-49D5-BFF8-A9F28CBC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DD23BE2-1223-4CAC-8655-5614CF1F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 passa de Simple para Combined. O antigo encontro, em 7,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C5B6F1AE-86F5-418E-8138-A6CE6E9E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6. O drone passa a reencontrar o caminhão em 6.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F7055481-2F7C-457F-AAF5-21C7196C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5805 − 195 = 5610.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5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322D222E-EEE3-4265-BB9A-B726FEBE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5.610</a:t>
            </a:r>
          </a:p>
        </p:txBody>
      </p:sp>
    </p:spTree>
    <p:extLst>
      <p:ext uri="{BB962C8B-B14F-4D97-AF65-F5344CB8AC3E}">
        <p14:creationId xmlns:p14="http://schemas.microsoft.com/office/powerpoint/2010/main" val="409752023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10: PushLeft no vértice 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266C08-4012-4EBF-30A1-86DAD603F97A}" type="slidenum">
              <a:t>64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1B2DC21-727C-478C-AF47-0F98649C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4413ACF-23A4-4DFA-9A9A-00BEDD77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1C27FF1-EE71-4C09-88F4-8A2EC18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6F5F717-4A12-46AF-BFD1-4C63AFD9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BF0787E-B28D-42DD-8917-CBE29697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5DE5B9C-EB8F-41D9-A54F-12AF621C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E7E42DE-FFE9-4918-824E-46D8F6D2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BA37FC1-54DA-4409-B05E-141917B2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E6FF3A3-19F0-4CD6-8D3D-13D88FDD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E0982CF-EBB6-4BDE-94D3-A2147203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39DA9C2-05AB-41E7-8DE4-7DE85F2F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883117A-28CB-4287-A766-49D64EF0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1A4AA7E-4A80-4B1F-8FBF-E74891E4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7902175-3772-4D05-80B2-00877998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9CA3601-EF7E-44DA-B8DB-25592349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8AF93D6-4AB0-4834-9D26-95336654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CD47E38-3463-43D2-9A65-F21AB0B6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F74964C-1A97-43D0-B757-B6C334D6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3341FD6-258E-4C2E-8AE9-E707C4B2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73" y="1849882"/>
            <a:ext cx="3397687" cy="2536940"/>
          </a:xfrm>
          <a:custGeom xmlns:a="http://schemas.openxmlformats.org/drawingml/2006/main">
            <a:pathLst>
              <a:path w="3397687" h="2536940">
                <a:moveTo>
                  <a:pt x="3397687" y="0"/>
                </a:moveTo>
                <a:lnTo>
                  <a:pt x="0" y="25369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E4097F68-7529-4469-A608-13A73045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6BDCBF05-93EC-4D94-8F47-3A64560D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3D47670C-DFD3-4D78-A572-47123A74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B5F17913-3770-40F3-9CB1-7EC954E8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FDE502BF-432A-4F10-8A29-4CBDE19D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9AF4B8A2-49AF-4AA8-A070-05892932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92AC8682-49CE-4B54-92D6-860422B1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31AA6EE8-ED65-432E-9DE8-ED261AD8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CE515C68-9071-4F1D-AB3A-5931DDB9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C565C4BA-7E57-404D-837F-598E2D15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A536494-E8F9-47E1-BE41-CCB3B638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F2574745-5141-415A-AC8E-AFF68E67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5EE94B0-0928-4C71-A4E1-A0AEACF1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ED9077F-1C21-4F43-9ABE-14B88F9A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5824544D-C03E-4DAF-A0A8-50BF36B5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60ECBE9-31E9-4FE4-BC06-F98BB3D1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12CFDF4-0C75-4CED-96D0-113164A7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F8A483B0-A361-4D23-B1AD-8364A961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6FCEFD4-743C-4879-B944-F548EF4C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792A82D8-C561-41F1-91E4-44171BFF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B0AE15B1-BA4C-4BFF-A08A-202AAF03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6717E479-1518-4608-A000-E65B7CD5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40484C4-0862-4644-B150-99CB4D63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 passa de Simple para Combined. O antigo encontro, em 6,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E83CF29E-E866-4C70-8F8C-DA3A1A9B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5. O drone passa a reencontrar o caminhão em 5.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A46CE13-1C36-44F4-800B-B4E34F36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5610 − 555 = 5055.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4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8842604-B1BD-49F2-A74A-4C76DC1E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5.055</a:t>
            </a:r>
          </a:p>
        </p:txBody>
      </p:sp>
    </p:spTree>
    <p:extLst>
      <p:ext uri="{BB962C8B-B14F-4D97-AF65-F5344CB8AC3E}">
        <p14:creationId xmlns:p14="http://schemas.microsoft.com/office/powerpoint/2010/main" val="443246858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11: PushLeft no vértice 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FF3517-0353-38FD-111C-6706FB0AABA9}" type="slidenum">
              <a:t>65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37AFA2E-EFC6-40DC-90E1-B55DD802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CAFB9BF-C332-4F92-A4C2-4668E349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1C339D7-1A06-471E-A2AB-E1AB6CDC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E012758-F50E-437A-BDF1-890CBE86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CC242D9-DA3C-481C-9CFA-9FE239BC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C41CE90-2B4A-4F81-BBFB-918417D4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10C5679-B8AA-4B56-AD86-EDB38933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946F328-082A-4710-91BE-C8C64701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599A9ED-A1E0-4588-AA0C-B1E67A6A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67259AF-4C43-48B6-A637-03E42ABD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1043822-5949-4E12-B39E-C5C63861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E12468C-926A-437B-A0BD-78C192B6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2E58CCB-9339-464C-AB31-AD2A1E82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8B2AEF9-110E-4A5D-AA0B-E456E14E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78475E6-4BF5-41AE-AFE1-94E4BD0A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E11122C-7FC0-494A-B585-0BCB0793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3B34906-3AF5-4DF6-BCE9-E893D434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7AAE9D8-2A11-4D48-AAEF-36C042FB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A05C15C-A410-4831-9783-1C814C14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59" y="1818060"/>
            <a:ext cx="3576000" cy="1784090"/>
          </a:xfrm>
          <a:custGeom xmlns:a="http://schemas.openxmlformats.org/drawingml/2006/main">
            <a:pathLst>
              <a:path w="3576000" h="1784090">
                <a:moveTo>
                  <a:pt x="3576000" y="0"/>
                </a:moveTo>
                <a:lnTo>
                  <a:pt x="0" y="178409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CF8988CE-DC81-4847-9E00-EEEF32E7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564B004D-2234-429D-B46B-6ED905D6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11002A1A-939D-49AD-B84D-C468B06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AA66B40C-679E-4A28-B5C6-74E5867D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877C13CD-9EF7-4951-ABB2-FC66A338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007DA616-CAED-4100-A784-F1C0A691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BE1B3150-46A3-47FB-8492-F05D3C5D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0A93F8E8-A88A-4D44-9D80-236D832D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D4920F1D-2DB5-4984-B757-27E6ABF0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CF288BF-6BB9-4103-B148-69789AEE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EBB1441-6314-4628-8314-00EF14C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7F753F8-6606-44CA-B50F-69E5C6A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3640D57-91FA-47DC-9ED0-E57440E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5A29B48-A6B3-4FCD-B683-FAD2B9F4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BD2B0E48-D818-4865-A953-0C630ABB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DEFD935-996F-45D3-B0B2-E96C5A4E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C4FFDB9-9C01-4B7B-98D3-3908172B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650AC45-C78B-4139-9B65-D7A7FB99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230485B-7832-4AE7-8364-49FAA2B6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D8BD748-1474-4009-B3B6-2619FD3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F44EE64-56C8-4B11-888F-1461C1D0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1D96AE5-E9A6-4BD0-AA21-D8F8D9E0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15EA995-115D-4133-9233-9DA0B1E8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 passa de Simple para Combined. O antigo encontro, em 5,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5AFD174B-CF74-40E0-B64B-8DB37F95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15. O drone passa a reencontrar o caminhão em 15.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F3820ACF-18FA-4AF1-BCB6-818EA287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5055 − 116 = 4939.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3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BF9D5E6-D3D3-4077-A4BE-F76C07D6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4.939</a:t>
            </a:r>
          </a:p>
        </p:txBody>
      </p:sp>
    </p:spTree>
    <p:extLst>
      <p:ext uri="{BB962C8B-B14F-4D97-AF65-F5344CB8AC3E}">
        <p14:creationId xmlns:p14="http://schemas.microsoft.com/office/powerpoint/2010/main" val="276905508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12: PushLeft no vértice 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0572CC-9AC8-F369-D684-34788CEC1F0F}" type="slidenum">
              <a:t>66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65606AB-ACE2-4A9B-B279-A991B1BF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36CC96F-7294-4764-833A-A307BF3A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B085805-B655-49A9-A2BE-070FC99E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D3B9FB5-B3CD-4417-A5BD-08F082F2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690BD0D-4970-4E2F-9400-FB0EFCF6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672A6CD-7C0B-498D-855F-F4C85A5C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076779C-1BD1-47C7-BF5D-93E15CF9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8D88384-7968-4F30-9DE8-96CEB7A7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AA492AA-4858-4005-A450-A0150F8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27819E1-8505-4D2D-AB3A-CB7880D4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165C375-CE0E-402B-9D26-A7E54B18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43920E2-FDF0-43C3-85E9-5F00F705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D92FEC7-85CB-46F0-ACDF-FCD947E3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D94208A-BF86-4809-8E3B-1D08E092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F271258-2BB9-474F-A6CC-BF16DD8E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8F8FB2D-78F4-43B1-9F5E-2DE9014B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4A64730-9741-48BC-9B8C-27850998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B359E90-A6C0-4A87-85FC-16B1E8F1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7887567C-CD56-4613-A597-FF27ED47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33071706-2B3D-4E42-8023-6FFE3486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DEFD1C0B-555E-452E-82B0-65B1CA39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F72F1C12-A1C1-47A8-BF58-31A0EE21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8E2456E5-1C56-48E2-8749-17DDC113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9C66173B-69C9-4130-A406-765658A3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20E58014-D4DF-4BE6-8D4B-725EFEB3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1B99D550-8C16-4795-B3A3-06750E24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5271D126-DF6F-4E32-845F-478CC04E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664800C8-6373-4FDF-93BE-20F549AC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0FBCABC-505F-4567-B7F3-73244103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06490DB-88DF-4BE5-8769-C7F26A65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03FA1C2F-F656-4522-A8D6-AB505CE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6C13B09-1EB3-4FC9-A960-EFC49226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9001A418-43B9-4BEF-80B7-6FE5FA2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F86519C-D578-4479-8CDA-0B3CF97C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0A50D9B-05E9-42E4-AB04-AFD6EDE0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AECF684-B3D2-4BC6-80A4-1DF8FBBA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AB15A04-DB82-4B23-9D78-7CEAFBF6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ED6F92C3-77AA-4686-BDB9-7B42E42A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BE537C2-8165-4512-8A9E-3927616A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CBF11A0-5362-43A4-B813-4A0E7C2C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E41E39C-6943-4D6A-B240-E81EDFE2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EE9ED1D-D4A4-4035-9DF3-C98C0BD8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 passa de Simple para Combined. O antigo encontro, em 15,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A0295D7-F762-4687-8F21-03834301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14. O drone passa a reencontrar o caminhão em 14.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9F9B487F-76A2-486C-A5B3-F8D1186C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4939 − 185 = 4754.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2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AE3E24C-48DA-47C5-A8C9-271899B6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4.754</a:t>
            </a:r>
          </a:p>
        </p:txBody>
      </p:sp>
    </p:spTree>
    <p:extLst>
      <p:ext uri="{BB962C8B-B14F-4D97-AF65-F5344CB8AC3E}">
        <p14:creationId xmlns:p14="http://schemas.microsoft.com/office/powerpoint/2010/main" val="195992834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13: PushLeft no vértice 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9DAD1FF-0708-FB06-41A3-EFFD1902CB65}" type="slidenum">
              <a:t>67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12CDE24-7ADB-4914-86BB-1945DE15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5326D72-F091-4ABA-BAA6-BF9485E1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FBA2A46-11F6-443D-8478-3B93CD52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CD8F13D-836A-4153-B7B4-7BFA9DD6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30E8DBF-40FA-44EC-86DA-4B65A03E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C15FC32-4278-448A-9ED6-3B918E6E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126D8EA-F71D-4C50-B563-7DAF2C06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F32FDF4-EF19-4B3A-BC9F-EAF3002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8256EB2-87B8-42B0-A45A-7B9AD3D3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CDB6250-891F-4B9E-AB8F-0F26B3A4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51A497B-9452-467B-B43F-7E570A6C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EE3713F-546C-44A0-BCBB-C69167F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0C0C735-9D9D-469D-AC48-29A67B0D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DDF660B-EEE7-47C4-9968-69077F19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A207F3E-246B-46D9-8D47-9A2474FB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A29509C-2284-4EE6-95A9-19FE378A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16372BA-F0EA-4A95-B88B-2C715C56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C34A6D8-4FBE-4CA8-A634-422C2B42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F71AAFF-8A49-4B63-8578-AF009D63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1755296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2699523" y="0"/>
                </a:moveTo>
                <a:lnTo>
                  <a:pt x="0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504A07D9-8803-4CF8-8B6B-499A67AD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07D386F6-DF14-47F2-9A1C-2E266F0F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504B52EF-1BD9-43BC-B910-0148B8E2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882A090E-30E2-4879-AB89-6BD3338C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5F8C7E89-33A5-4272-9167-FE13AAFD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21487D83-718E-4AAC-88A8-68DD323F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D63CEBC8-5780-415B-8E94-28304B0B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CED9B9FB-E2D5-4115-BA11-B1EA5DF1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7772F87B-F79F-40E8-A1B3-40E68A41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96C2BAC-18F6-4142-9524-92DC4B28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31A4FF9-2F87-4634-95B5-2F38448F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22F8A021-CAF7-4A33-95F5-B7300E80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9BE63A3-F4D8-459A-A1CD-21F87A09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27D7284-E18A-466B-8016-1B4CCF17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2C27BEA-8664-434E-B4CD-E1AF988D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D242AEE6-E8DC-4838-AFAF-6E9D217D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F7D45C1-8C79-4337-99DA-31656BDD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DCA21F6D-46FA-4C71-82DB-C77C6942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CAB06EDC-5DB0-4B23-B696-74B5FC01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2DB7F113-7DF1-4B7C-A1D8-BBFAAFFC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5D04BEB-CDDA-4A30-A9FD-48E3121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BAC7378A-CD96-48FB-93FB-EE2527F9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53FC0FE-6630-4559-ACCA-656586FB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 passa de Simple para Combined. O antigo encontro, em 14,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968D3301-8D60-427C-BC43-3B9DE7B1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13. O drone passa a reencontrar o caminhão em 13.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D616090-BBC6-428E-BF48-5F9E7393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4754 − 25 = 4729.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976274D6-92FD-45AB-BF14-2F526E2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4.729</a:t>
            </a:r>
          </a:p>
        </p:txBody>
      </p:sp>
    </p:spTree>
    <p:extLst>
      <p:ext uri="{BB962C8B-B14F-4D97-AF65-F5344CB8AC3E}">
        <p14:creationId xmlns:p14="http://schemas.microsoft.com/office/powerpoint/2010/main" val="305215762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14: PushLeft no vértice 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22EA31E-2FA5-E9C8-EB93-8FED021F82AB}" type="slidenum">
              <a:t>68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C241079-8C79-4475-8C45-4B2568F2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8C4D3BA-BD48-4353-A4C4-488D220D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DDCFF88-FB51-47C5-8998-5F28B9AF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868601F-09B1-47CA-89A1-E4F91C68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3354EC8-36AE-4002-ACD7-F284541D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46EEC07-0584-4BB4-AFF4-84B8383A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BD46512-B0B3-428C-9378-EC84D501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A86C674-5F86-4BDB-BC86-E6B9B18E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36EC5DA-2B4B-44F8-8D8C-AF803C0A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14E05331-35BB-45C9-925C-81F44F6F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5C2A7D1-16D3-4674-BA63-C249F2E0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BE63C21-65D8-4C42-BC84-64D0EBD2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DB6A1102-725B-4D2E-9942-0955B282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FF9D459-748E-4741-BA5F-180D2147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793E1C1-3DE5-4CA0-98D4-DB17BD94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48917CE-069A-4A9C-A900-D8AD680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B6F5971-DBEA-49F9-B292-C883CB0E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FE3E0F2-4E63-47AF-920F-6924C5C8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76E71B8A-E5BC-4BE0-BFC1-0A038599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24511"/>
            <a:ext cx="883968" cy="400050"/>
          </a:xfrm>
          <a:custGeom xmlns:a="http://schemas.openxmlformats.org/drawingml/2006/main">
            <a:pathLst>
              <a:path w="883968" h="400050">
                <a:moveTo>
                  <a:pt x="883968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650AEBAE-32C0-4CC4-987A-D3726A92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883968" cy="400050"/>
          </a:xfrm>
          <a:custGeom xmlns:a="http://schemas.openxmlformats.org/drawingml/2006/main">
            <a:pathLst>
              <a:path w="883968" h="400050">
                <a:moveTo>
                  <a:pt x="883968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409A9C37-01E8-44D2-8307-0487D530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EDFADB97-1267-4308-B905-437FDB69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B3E72197-1FFD-4882-9147-04D945D4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CD1325B6-37AC-4677-A5B5-C17E64DB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BD7C5C34-DBA1-44BA-912E-29315588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402F1C0C-0EE1-48F8-8FEB-73A900C7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D5C587AB-CDE9-4584-B5F3-12BAEA7F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029A3255-ABFF-4588-A44E-0D6B9AC6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4CD7C05F-BE65-42A6-8C40-1654EF36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61C42EC-A651-4D68-841F-8907D1CD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157A6C4-E8FA-4B98-9FB9-31AF1E09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1E6FE9B-AA1B-436B-BE78-3035F50E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6E9519E-EB6E-4726-9C11-F1115770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1009187-8054-49DB-916B-32BA9A5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5EA849E-99B7-4AA6-87BC-CE436FC7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80D3769-FEEB-43C3-88CF-67122772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FD6C972-08B0-455B-8DBA-6A565BFF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9245AB3-EC3C-454A-BCE9-E0D84080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2084880-83E0-4006-AD00-8523074A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E08B47D5-B390-4C5B-94D9-EFEE32BD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80FFF2C-8F76-4314-8027-7118063E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F96A4A0-C514-40AB-B0AB-23E27B22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C3CE6C0A-16C4-4F35-8C24-84267BB5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 passa de Simple para Combined. O antigo encontro, em 13, passa a Truck.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6817E10-CC2A-41D1-90AE-F161A070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12. O drone passa a reencontrar o caminhão em 12.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1441FB3-E7B1-4C49-9F7C-C6FD9FC9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4729 − 76 = 4653.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0 posições Simple.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8036DFDF-65B7-4A3D-A0DE-44C149B1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1728037373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Solução retornada pelo código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9EABC7-5C80-1540-9810-371589B4C2E2}" type="slidenum">
              <a:t>69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E485B1B-9A11-42BB-9E8A-24C41BFC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5EE5177-0C46-4B21-9470-2768A13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320BF0F-DF15-4C8F-9848-09A52D40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3265D61-D68B-481D-98C5-E9F9D868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DE68B32-F96E-4302-9E19-45D3398A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FB557C9-68F8-427A-8F6A-2B743D51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EC38B58-847A-482B-8D17-8810966E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55304E8-582A-4ACE-BCBB-6AB8D79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109DDB3-27F9-4EE6-A374-2CBBCFA5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3A0A4BC-58B0-4D73-A83F-9D1552B5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D6DF4E80-9864-4813-B3E8-DE0C31A5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53122D1-C5CF-4D81-832C-A955DB83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DC8C6E31-CFC2-4E2A-9D1C-2571B30A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6FEB45F-C917-47A3-A248-6DFE9804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D3F63E6-C6A4-4A1A-B6D8-E36F2689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73E3413-2E9E-45ED-8AF5-CF0ED552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AF06421-C9AB-4993-A7A5-72B10E12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2661221-F678-4388-8A19-5EFDC656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4BB14B0-E7B6-47BB-B17A-08572C08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24511"/>
            <a:ext cx="883968" cy="400050"/>
          </a:xfrm>
          <a:custGeom xmlns:a="http://schemas.openxmlformats.org/drawingml/2006/main">
            <a:pathLst>
              <a:path w="883968" h="400050">
                <a:moveTo>
                  <a:pt x="883968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CD3422A8-519E-4A8C-87F7-A11E1808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883968" cy="400050"/>
          </a:xfrm>
          <a:custGeom xmlns:a="http://schemas.openxmlformats.org/drawingml/2006/main">
            <a:pathLst>
              <a:path w="883968" h="400050">
                <a:moveTo>
                  <a:pt x="883968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A16837F9-2AFD-4121-B6E9-4ADB2FE6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37E1A32E-CA17-4EE8-84F3-4DC38035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A0EA1EFE-A20F-4C65-B928-8C703237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FBFB5C87-BB72-42C2-B4B7-79F7DD63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29B027B3-B14A-4217-B435-1C787033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FC604E97-6F2C-4FFE-B0F7-7906D52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BB05D154-755E-48D0-8AA3-802D88A1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0C22BE43-7A11-4691-8ED9-1A88A3FB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E5E9E924-FA1D-4691-9024-86DA8476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24BFA96C-8EE4-4B85-A9DC-5C4A45D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ACD4073E-A245-4D3C-9E55-6C220408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0F6826E-E06B-4126-90B9-9EA8AD42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97EED9A9-2028-4B86-A1E6-791B56F7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3733046-2329-4F33-BEF6-2F1E7FBD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DB4C6BA-73D1-489A-9B04-62C55E76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73D01CD-69C7-40C0-9299-AB46D396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FE97AEF-E1A3-49CF-9F27-D126ECC5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515FC0E-B702-44E2-ACF0-36D19F37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17C65FF-0CBE-4129-8AB1-0586A5F2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4BD8D47E-B54E-4A04-878E-9C34219E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7A9D5D0-6DA1-40E8-950E-71CB471D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4BA9371-827B-4B0D-86EA-B7157851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10 – 9 – 7 – 6 – 5 – 15 – 14 – 13 – 12 – 1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7DABDB8F-1EB8-40C0-89E2-44C5185F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voo: 1 – 11 – 12.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 trecho 12 – 1, segue embarcado.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9EFE60B7-5042-4188-9B13-F241F03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 total: 4.653.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Percurso do caminhão: 4.653.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Percurso aéreo do drone: 4.152.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38D83AE1-F59C-4D04-913C-892A4BE2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613408928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que explica o resultado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6072AD-BB8C-D3CF-DBF4-F438AF6C7F9D}" type="slidenum">
              <a:t>70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3C6916C-0D01-4DB6-85DF-BA07BF03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LEITURA DA SOLUÇÃO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3DEF233-B004-4549-80A9-5E3264F3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616019" cy="600369"/>
          </a:xfrm>
          <a:custGeom xmlns:a="http://schemas.openxmlformats.org/drawingml/2006/main">
            <a:pathLst>
              <a:path w="616019" h="600369">
                <a:moveTo>
                  <a:pt x="0" y="0"/>
                </a:moveTo>
                <a:lnTo>
                  <a:pt x="616019" y="600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24F9A39-A8F8-426E-B476-841731DC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63" y="2125101"/>
            <a:ext cx="1004151" cy="99284"/>
          </a:xfrm>
          <a:custGeom xmlns:a="http://schemas.openxmlformats.org/drawingml/2006/main">
            <a:pathLst>
              <a:path w="1004151" h="99284">
                <a:moveTo>
                  <a:pt x="0" y="99284"/>
                </a:moveTo>
                <a:lnTo>
                  <a:pt x="1004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345AA8F-9620-4080-B784-D638E28C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CC0AF74-48D8-4549-AB2F-0AC1D53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0B5DCDA-F234-4870-B67E-E70D042F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044BB72-0B00-42B5-9CC0-DB0ECD6E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CB60641-569E-4283-B24B-AD9F0F68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11DB3C3-815E-4F19-B284-F54CCC5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9CB60EC-F55A-46FC-B1F6-C0ECE155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BA19D02-18A4-43EC-BC3F-75D00E1C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66EE037-1C78-4689-85E4-6D4C06F4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A5B7C67-B5F4-48DA-82EC-1FC6A833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EDB294D-74EC-4511-A830-018E84BC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FA2EA67-27AA-4714-AF97-8C00CD76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2E9F5E32-14BB-47D8-8F7F-01A80A47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4B9988D-F6B8-4338-8DE9-26A74FD4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430B40B-E003-4CBD-B3C2-AF373F37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30EC100-47B7-4185-B9DA-29B280E1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24511"/>
            <a:ext cx="883968" cy="400050"/>
          </a:xfrm>
          <a:custGeom xmlns:a="http://schemas.openxmlformats.org/drawingml/2006/main">
            <a:pathLst>
              <a:path w="883968" h="400050">
                <a:moveTo>
                  <a:pt x="883968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42FEFA8-CD74-4F31-9742-3AA59E3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883968" cy="400050"/>
          </a:xfrm>
          <a:custGeom xmlns:a="http://schemas.openxmlformats.org/drawingml/2006/main">
            <a:pathLst>
              <a:path w="883968" h="400050">
                <a:moveTo>
                  <a:pt x="883968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1230A9DE-C39A-4775-B589-2AB7A7AE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92B94846-845A-438B-A4E5-54A97761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3DD441CC-2AF4-44D4-BEAF-6E4F4147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02872D25-D209-47AC-84E0-F093A3A1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8141A502-BA38-4343-B12F-A2580A85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67C4BC08-6CEA-4192-9247-2AEA1059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1F3194CE-BF04-44B8-81D6-2475614E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CF54F73E-4E59-4B21-B87B-DC6C422D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485A63F1-4EFC-4ACE-9FC3-A081A70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A8D9F18-A384-4DA8-81D5-E3B1AB24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F13EF1E-C580-4974-84D6-6BD8AF7A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E06B2E6-DC60-4C3D-837B-CE53BFF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BAE75DA-4E52-406A-A32B-1717C8BF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9C76965-6521-4249-9AB4-B09B57CA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9C80B62-D825-4B22-8B8F-1A87AA37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C73D121-2519-469A-82D2-638960A6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E0C925A-76C9-4DA7-927E-281B46D5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86F3502-8131-4F82-BF96-75A3839E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B8FAC38-9B7C-4769-B15A-E9E45C2E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01889FB-0E64-4449-A251-81E5E2D9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8F06FD5-360F-4B56-8C55-6A7C48C0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C12E32B-36E9-4973-B21E-A7121E85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primeiro MakeFly não economiza tempo. Os PushLeft seguintes prolongam o trabalho em paralelo.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C167B5D4-B706-40CB-80FF-8AD59D4E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atende 14 clientes e o drone atende o 11. O caminhão espera apenas quando seu trecho é menor que o voo.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F928E7E-0B3A-4961-92AC-6411FB5E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5290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reduz o custo da primeira partição de 7.668 para 4.653 (39,3%). Esse resultado não certifica ótimo global.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0981D0E1-F080-439B-BBE3-B7AE3B1E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40508126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2026-09-08T00:54:28.8460000Z</dcterms:created>
  <dcterms:modified xsi:type="dcterms:W3CDTF">2026-09-08T00:54:28.8460000Z</dcterms:modified>
</coreProperties>
</file>